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562" r:id="rId4"/>
    <p:sldId id="563" r:id="rId5"/>
    <p:sldId id="564" r:id="rId6"/>
    <p:sldId id="565" r:id="rId7"/>
    <p:sldId id="566" r:id="rId8"/>
    <p:sldId id="567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2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AE63DF-49B2-9F93-E9CA-BFAF87ADB9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AC56FC0-985E-1E52-D63F-0D05C575A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96F24C-7AE2-CE54-4D14-0DF6BE00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C3781F-93F1-2FAB-226F-021A87BC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4E7B41-F405-C662-5B5C-D41887A3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082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3F2B85-A17E-5CA7-A426-8D06869D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4047AE-FD6A-875E-8B8F-F8F48C4B0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0B455D-5607-39EE-3543-A8AEB3EE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06F13D-819D-3364-EE79-236FA776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FF2B68-A796-AF3A-5259-7D7260C5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51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5F9450-3003-2AD9-1147-C0DF2182C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D3BE51-A08C-14F4-03D9-DD8930BBD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241A77-107C-6C52-7EA4-71C40289A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E07C41-51C3-7BAE-45EF-5B69C26FF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3CFEB1-1FC7-B173-5BF2-545CB2DD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074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309CB-7352-A506-BD78-56819A798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099B1B-8AFC-FF1A-F37C-BB12832DCC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B9AAB4A-59CB-E47F-820A-97BBF302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3A75B9-FC14-394A-20F0-56D3FC4F2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3AFE90-4B77-4AC2-2FCD-0AAC9C6BF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AAD972-5AAB-DC57-2FD6-359643E17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592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D124F7-DA37-02EB-8F8E-0D790E035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90EA49-2F2A-B6DC-3939-C923AC316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84AFC5-E1FB-6ED5-E9D0-5A983EDA2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8C8C06-C4B2-91F0-49D4-A9AC2DD3C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F9BE37E-693A-D707-CDD3-8F27BB3F00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32E9553-FFB4-F5F6-F298-916BC8F3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90E76C-280D-8080-6010-99CD18C9E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20C33FE-51C0-F650-4F2A-DB418494A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0920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B21B0-90C0-5945-F1D7-B9AD9A789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D12968A-8F07-9BCC-CCA2-3EA0BFEC8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C6AF78-358B-8679-4055-EF3A465A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722140A-5043-2D0A-C867-3989B7B2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014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66668A6-80D6-B8A1-2107-094C5DF5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15F3F44-E3D7-66D5-FC6F-855A2C652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803DAC9-222C-8560-05D1-411232D4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914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B3033-F70F-22FD-87BA-CC9D326C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9DAE8F-CF55-6225-ED41-ED981678A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99DF5A-1F5F-AAEF-7D43-5BFC02CA4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4BB2EF-C9D3-3588-2231-65CF966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98EC20-0F99-34B1-5B2A-C83DFA65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F1D5FFA-8C00-3E92-4068-0B3ED8B6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508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B885FD-6449-26CA-946E-37FDC69B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4C93CF4-A4A2-2636-5E48-A5F9D2410E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B88F30-44D7-EAEA-DF52-D64735A12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E3293E-DA2F-10BA-0CBB-FAF4128F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CD7BF85-D338-EE9A-23F7-1D5D119A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59AAEE-4B19-D81D-79C0-16FA392A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062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EA36C-FCB4-FDD4-7D4E-9043AEF8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4731A9A-0010-1B03-A132-8019FE723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A01E23-B5CA-FB0F-852A-F6F4CDF7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C2FAD8-E093-196A-6A1A-2A29EF1B7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249549-1286-086D-1311-9017A4086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21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D6E5983-C815-5E67-2D75-8848C03D0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5C34DF2-31D1-6FA9-A44C-799953C7E4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E561C3-AA11-F9C1-4C75-00ECBE8A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86F97A-AF25-FBA3-98EB-BC26FBDB8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30E1D6-8896-803B-B434-654DD2BF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224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742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637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383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55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52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584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12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020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2210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0320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1029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312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467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1663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137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8082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62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7376CE9-03FC-16C8-24EF-B0D8B92DF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1F844D6-129F-C05C-4CB6-619EC5DA6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483147-296A-53D8-3533-8D8163E54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5CC5F-9B60-41FA-9F0D-905E492B964E}" type="datetimeFigureOut">
              <a:rPr lang="pt-BR" smtClean="0"/>
              <a:t>28/02/2023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9B945-3B62-53F6-86A4-28E434A96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EF4F07-1098-892F-EF3B-FE8427F98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949AA-9FBB-4751-A87A-C94D81EFE5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595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2/28/2023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78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3">
            <a:extLst>
              <a:ext uri="{FF2B5EF4-FFF2-40B4-BE49-F238E27FC236}">
                <a16:creationId xmlns:a16="http://schemas.microsoft.com/office/drawing/2014/main" id="{B558F58E-93BA-44A3-BCDA-585AFF2E4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0B5595-3743-49CD-5EF1-5C89A0C89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5320" y="2671011"/>
            <a:ext cx="5257803" cy="2427120"/>
          </a:xfrm>
        </p:spPr>
        <p:txBody>
          <a:bodyPr anchor="t">
            <a:normAutofit/>
          </a:bodyPr>
          <a:lstStyle/>
          <a:p>
            <a:pPr algn="l"/>
            <a:r>
              <a:rPr lang="pt-BR" sz="5600"/>
              <a:t>Exercícios Circuitos com Diodos</a:t>
            </a:r>
          </a:p>
        </p:txBody>
      </p:sp>
      <p:cxnSp>
        <p:nvCxnSpPr>
          <p:cNvPr id="31" name="Straight Arrow Connector 25">
            <a:extLst>
              <a:ext uri="{FF2B5EF4-FFF2-40B4-BE49-F238E27FC236}">
                <a16:creationId xmlns:a16="http://schemas.microsoft.com/office/drawing/2014/main" id="{BCD0BBC1-A7D4-445D-98AC-95A6A45D8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1148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24E3511-EEBF-4F6C-C25A-F38569EB97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455" r="23829" b="-1"/>
          <a:stretch/>
        </p:blipFill>
        <p:spPr>
          <a:xfrm>
            <a:off x="5913124" y="10"/>
            <a:ext cx="6278877" cy="6857990"/>
          </a:xfrm>
          <a:custGeom>
            <a:avLst/>
            <a:gdLst/>
            <a:ahLst/>
            <a:cxnLst/>
            <a:rect l="l" t="t" r="r" b="b"/>
            <a:pathLst>
              <a:path w="6278877" h="6858000">
                <a:moveTo>
                  <a:pt x="45571" y="0"/>
                </a:moveTo>
                <a:lnTo>
                  <a:pt x="6278877" y="0"/>
                </a:lnTo>
                <a:lnTo>
                  <a:pt x="6278877" y="6858000"/>
                </a:lnTo>
                <a:lnTo>
                  <a:pt x="3292307" y="6858000"/>
                </a:lnTo>
                <a:lnTo>
                  <a:pt x="3181525" y="6786980"/>
                </a:lnTo>
                <a:cubicBezTo>
                  <a:pt x="1262020" y="5490189"/>
                  <a:pt x="0" y="3294101"/>
                  <a:pt x="0" y="803252"/>
                </a:cubicBezTo>
                <a:cubicBezTo>
                  <a:pt x="0" y="554167"/>
                  <a:pt x="12619" y="308030"/>
                  <a:pt x="37255" y="6544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0964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28A21FE-343A-265D-AECF-806D8908B53C}"/>
              </a:ext>
            </a:extLst>
          </p:cNvPr>
          <p:cNvPicPr/>
          <p:nvPr/>
        </p:nvPicPr>
        <p:blipFill rotWithShape="1">
          <a:blip r:embed="rId2"/>
          <a:srcRect l="8573" t="47817" r="57135" b="18175"/>
          <a:stretch/>
        </p:blipFill>
        <p:spPr bwMode="auto">
          <a:xfrm>
            <a:off x="992871" y="1832428"/>
            <a:ext cx="4630057" cy="319314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5A1752A-1178-E2F3-8945-D25D2DB2A52C}"/>
              </a:ext>
            </a:extLst>
          </p:cNvPr>
          <p:cNvSpPr/>
          <p:nvPr/>
        </p:nvSpPr>
        <p:spPr>
          <a:xfrm>
            <a:off x="992871" y="493150"/>
            <a:ext cx="8099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Determine 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+mn-cs"/>
              </a:rPr>
              <a:t>I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V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1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, V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2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e Vo</a:t>
            </a: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+mn-cs"/>
              </a:rPr>
              <a:t> para a configuração cc em série abaixo: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04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F7564C9-20FC-64B4-9CDA-86EF4B408EF7}"/>
              </a:ext>
            </a:extLst>
          </p:cNvPr>
          <p:cNvPicPr/>
          <p:nvPr/>
        </p:nvPicPr>
        <p:blipFill rotWithShape="1">
          <a:blip r:embed="rId2"/>
          <a:srcRect l="57393" t="23675" r="13620" b="38584"/>
          <a:stretch/>
        </p:blipFill>
        <p:spPr bwMode="auto">
          <a:xfrm>
            <a:off x="708705" y="1839685"/>
            <a:ext cx="4034971" cy="31786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8C3094B-33BF-D3C6-9DBA-0014242FE76D}"/>
              </a:ext>
            </a:extLst>
          </p:cNvPr>
          <p:cNvSpPr/>
          <p:nvPr/>
        </p:nvSpPr>
        <p:spPr>
          <a:xfrm>
            <a:off x="1197577" y="470943"/>
            <a:ext cx="7092198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a correntes 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I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1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, I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2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 e I</a:t>
            </a:r>
            <a:r>
              <a:rPr kumimoji="0" lang="pt-PT" sz="24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D2</a:t>
            </a:r>
            <a:r>
              <a:rPr kumimoji="0" lang="pt-PT" sz="24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Bitstream Vera Sans"/>
              </a:rPr>
              <a:t> </a:t>
            </a: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para o circuito abaixo: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</p:spTree>
    <p:extLst>
      <p:ext uri="{BB962C8B-B14F-4D97-AF65-F5344CB8AC3E}">
        <p14:creationId xmlns:p14="http://schemas.microsoft.com/office/powerpoint/2010/main" val="215625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57961DA-AF0F-D3B2-8270-4CD163D47AD3}"/>
              </a:ext>
            </a:extLst>
          </p:cNvPr>
          <p:cNvPicPr/>
          <p:nvPr/>
        </p:nvPicPr>
        <p:blipFill rotWithShape="1">
          <a:blip r:embed="rId2"/>
          <a:srcRect l="13452" t="30707" r="59504" b="26832"/>
          <a:stretch/>
        </p:blipFill>
        <p:spPr bwMode="auto">
          <a:xfrm>
            <a:off x="468947" y="1781628"/>
            <a:ext cx="3851955" cy="32947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BDD0782-C377-3555-7122-E143B39DE0F1}"/>
              </a:ext>
            </a:extLst>
          </p:cNvPr>
          <p:cNvSpPr/>
          <p:nvPr/>
        </p:nvSpPr>
        <p:spPr>
          <a:xfrm>
            <a:off x="936928" y="448285"/>
            <a:ext cx="4841903" cy="4648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Vo  e a corrente para o circuito abaixo:</a:t>
            </a:r>
            <a:endParaRPr kumimoji="0" lang="pt-BR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</p:spTree>
    <p:extLst>
      <p:ext uri="{BB962C8B-B14F-4D97-AF65-F5344CB8AC3E}">
        <p14:creationId xmlns:p14="http://schemas.microsoft.com/office/powerpoint/2010/main" val="2752189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C6075DD-0D85-391E-3C46-582175FE6C05}"/>
              </a:ext>
            </a:extLst>
          </p:cNvPr>
          <p:cNvPicPr/>
          <p:nvPr/>
        </p:nvPicPr>
        <p:blipFill rotWithShape="1">
          <a:blip r:embed="rId2"/>
          <a:srcRect l="10289" t="36801" r="60431" b="32023"/>
          <a:stretch/>
        </p:blipFill>
        <p:spPr bwMode="auto">
          <a:xfrm>
            <a:off x="359953" y="1906451"/>
            <a:ext cx="3904343" cy="28012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73D4D15-0E12-8B6D-8D59-B0458C9E2A57}"/>
              </a:ext>
            </a:extLst>
          </p:cNvPr>
          <p:cNvSpPr/>
          <p:nvPr/>
        </p:nvSpPr>
        <p:spPr>
          <a:xfrm>
            <a:off x="359953" y="291737"/>
            <a:ext cx="8952835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o parâmetro elétrico indicado para cada uma das configurações do diodo: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232614-0131-2689-5660-30FF50078E52}"/>
              </a:ext>
            </a:extLst>
          </p:cNvPr>
          <p:cNvPicPr/>
          <p:nvPr/>
        </p:nvPicPr>
        <p:blipFill rotWithShape="1">
          <a:blip r:embed="rId3"/>
          <a:srcRect l="11083" t="36567" r="49075" b="9980"/>
          <a:stretch/>
        </p:blipFill>
        <p:spPr bwMode="auto">
          <a:xfrm>
            <a:off x="7024915" y="1324429"/>
            <a:ext cx="4426856" cy="420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74523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D309024-1466-61EF-313F-23B8D13E1CEA}"/>
              </a:ext>
            </a:extLst>
          </p:cNvPr>
          <p:cNvPicPr/>
          <p:nvPr/>
        </p:nvPicPr>
        <p:blipFill rotWithShape="1">
          <a:blip r:embed="rId2"/>
          <a:srcRect l="14110" t="28128" r="62679" b="33660"/>
          <a:stretch/>
        </p:blipFill>
        <p:spPr bwMode="auto">
          <a:xfrm>
            <a:off x="518160" y="2093685"/>
            <a:ext cx="3570514" cy="26706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4164764-525A-5CD6-FE43-D3023A37EBDB}"/>
              </a:ext>
            </a:extLst>
          </p:cNvPr>
          <p:cNvSpPr/>
          <p:nvPr/>
        </p:nvSpPr>
        <p:spPr>
          <a:xfrm>
            <a:off x="876130" y="505097"/>
            <a:ext cx="9655977" cy="589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o parâmetro indicado para cada uma das configurações do diodo</a:t>
            </a: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BE333D-6D89-90D0-2B80-2FE8DD96256B}"/>
              </a:ext>
            </a:extLst>
          </p:cNvPr>
          <p:cNvPicPr/>
          <p:nvPr/>
        </p:nvPicPr>
        <p:blipFill rotWithShape="1">
          <a:blip r:embed="rId3"/>
          <a:srcRect l="53278" t="50566" r="13632" b="21065"/>
          <a:stretch/>
        </p:blipFill>
        <p:spPr bwMode="auto">
          <a:xfrm>
            <a:off x="5498013" y="1897744"/>
            <a:ext cx="5210629" cy="25980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7226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0C64A6B-FA08-E3C5-A237-152CC0C1F083}"/>
              </a:ext>
            </a:extLst>
          </p:cNvPr>
          <p:cNvPicPr/>
          <p:nvPr/>
        </p:nvPicPr>
        <p:blipFill rotWithShape="1">
          <a:blip r:embed="rId2"/>
          <a:srcRect l="13457" t="48287" r="60682" b="18656"/>
          <a:stretch/>
        </p:blipFill>
        <p:spPr bwMode="auto">
          <a:xfrm>
            <a:off x="7445102" y="3066984"/>
            <a:ext cx="3991429" cy="25835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9A10F87-6B46-E62B-A32F-89704B47DFB6}"/>
              </a:ext>
            </a:extLst>
          </p:cNvPr>
          <p:cNvSpPr/>
          <p:nvPr/>
        </p:nvSpPr>
        <p:spPr>
          <a:xfrm>
            <a:off x="743577" y="701181"/>
            <a:ext cx="8092280" cy="506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itstream Vera Sans"/>
                <a:ea typeface="Times New Roman" panose="02020603050405020304" pitchFamily="18" charset="0"/>
                <a:cs typeface="Bitstream Vera Sans"/>
              </a:rPr>
              <a:t>Determine o parâmetro indicado para cada uma das configurações do diodo</a:t>
            </a: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itstream Vera Sans"/>
              <a:ea typeface="Times New Roman" panose="02020603050405020304" pitchFamily="18" charset="0"/>
              <a:cs typeface="Bitstream Vera Sans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E6291E-5B96-3A1E-C5D6-E246E5FDB9F9}"/>
              </a:ext>
            </a:extLst>
          </p:cNvPr>
          <p:cNvPicPr/>
          <p:nvPr/>
        </p:nvPicPr>
        <p:blipFill rotWithShape="1">
          <a:blip r:embed="rId3"/>
          <a:srcRect l="53710" t="30238" r="14224" b="45614"/>
          <a:stretch/>
        </p:blipFill>
        <p:spPr bwMode="auto">
          <a:xfrm>
            <a:off x="174207" y="3066984"/>
            <a:ext cx="4484880" cy="22035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5737390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Íon - Sala da Diretoria">
  <a:themeElements>
    <a:clrScheme name="Personalizada 1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FFFF00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</vt:i4>
      </vt:variant>
    </vt:vector>
  </HeadingPairs>
  <TitlesOfParts>
    <vt:vector size="16" baseType="lpstr">
      <vt:lpstr>Arial</vt:lpstr>
      <vt:lpstr>Bitstream Vera Sans</vt:lpstr>
      <vt:lpstr>Calibri</vt:lpstr>
      <vt:lpstr>Calibri Light</vt:lpstr>
      <vt:lpstr>Century Gothic</vt:lpstr>
      <vt:lpstr>Times New Roman</vt:lpstr>
      <vt:lpstr>Wingdings 3</vt:lpstr>
      <vt:lpstr>Tema do Office</vt:lpstr>
      <vt:lpstr>Íon - Sala da Diretoria</vt:lpstr>
      <vt:lpstr>Exercícios Circuitos com Diodos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Exercícios Circuitos com Diodos</dc:title>
  <dc:creator>Talitha Nicoletti</dc:creator>
  <cp:lastModifiedBy>Talitha Nicoletti</cp:lastModifiedBy>
  <cp:revision>1</cp:revision>
  <dcterms:created xsi:type="dcterms:W3CDTF">2023-03-01T00:49:58Z</dcterms:created>
  <dcterms:modified xsi:type="dcterms:W3CDTF">2023-03-01T01:03:21Z</dcterms:modified>
</cp:coreProperties>
</file>