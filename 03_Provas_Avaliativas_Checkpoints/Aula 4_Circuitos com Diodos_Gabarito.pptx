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562" r:id="rId4"/>
    <p:sldId id="563" r:id="rId5"/>
    <p:sldId id="564" r:id="rId6"/>
    <p:sldId id="565" r:id="rId7"/>
    <p:sldId id="566" r:id="rId8"/>
    <p:sldId id="567" r:id="rId9"/>
    <p:sldId id="546" r:id="rId10"/>
    <p:sldId id="547" r:id="rId11"/>
    <p:sldId id="548" r:id="rId12"/>
    <p:sldId id="549" r:id="rId13"/>
    <p:sldId id="550" r:id="rId14"/>
    <p:sldId id="551" r:id="rId15"/>
    <p:sldId id="552" r:id="rId16"/>
    <p:sldId id="554" r:id="rId17"/>
    <p:sldId id="555" r:id="rId18"/>
    <p:sldId id="556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52.3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460 1 2673,'0'0'993,"0"0"-321,0 0 96,0 0-263,0 6 8869,-3 28-8893,6 628 3571,-9-387-3545,-23-274-1179,-50 5 312,-93 11 119,145-13 288,-1 2 0,1 1 0,1 1 0,-1 1 0,-2 3-47,29-12 2,-1 0 0,1 0-1,-1 0 1,1 0-1,0 0 1,-1 1 0,1-1-1,-1 0 1,1 0-1,0 0 1,-1 1 0,1-1-1,0 0 1,-1 0-1,1 1 1,0-1 0,-1 0-1,1 1 1,0-1 0,-1 0-1,1 1 1,0-1-1,0 0 1,0 1 0,-1-1-1,1 0 1,0 1-1,0-1 1,0 1 0,0-1-1,0 1 1,0-1-1,0 0 1,0 1 0,0-1-1,0 1-1,14 8 12,26 2 36,50-3 485,58-3-533,12 1 56,-101 0-101,-1 3 0,27 9 45,-74-13-364,-15 2-274,-17 2 252,-303 81 15,164-49 331,137-35 33,16-5 18,0 0-1,0 1 0,0 0 1,1 0-1,-1 1 0,1 0 1,-1 0-1,1 0 0,0 1 1,-1 0-11,7-3-3,0-1 0,0 0 1,-1 0-1,1 0 1,0 0-1,0 1 0,0-1 1,0 0-1,0 0 1,-1 0-1,1 1 0,0-1 1,0 0-1,0 0 1,0 0-1,0 1 0,0-1 1,0 0-1,0 0 1,0 1-1,0-1 0,0 0 1,0 0-1,0 0 1,0 1-1,0-1 0,0 0 1,0 0-1,0 1 1,1-1-1,-1 0 0,0 0 1,0 0-1,0 1 1,0-1-1,0 0 0,0 0 1,1 0-1,-1 0 1,0 1-1,0-1 1,0 0-1,0 0 0,1 0 1,-1 0-1,0 0 1,0 0-1,1 0 0,-1 1 1,0-1-1,0 0 1,0 0-1,1 0 0,-1 0 1,0 0-1,0 0 1,1 0-1,-1 0 0,0 0 1,0 0-1,0 0 1,1 0 2,17 2-65,-16-1 56,126 6 626,103-9-617,-70 0 365,-81 2-651,-80 0 270,-1 0-1,1 0 1,0 0-1,0 0 1,0 0-1,0 0 1,-1 0-1,1 1 1,0-1 0,0 0-1,0 0 1,0 0-1,0 0 1,0 1-1,0-1 1,-1 0-1,1 0 1,0 0 0,0 0-1,0 1 1,0-1-1,0 0 1,0 0-1,0 0 1,0 1-1,0-1 1,0 0-1,0 0 1,0 0 0,0 1-1,0-1 1,0 0-1,0 0 1,0 0-1,0 0 1,1 1-1,-1-1 1,0 0-1,0 0 1,0 0 0,0 0-1,0 1 1,0-1-1,0 0 1,1 0-1,-1 0 1,0 0-1,0 0 1,0 0 0,0 1-1,1-1 1,-1 0-1,0 0 1,0 0-1,0 0 1,0 0-1,1 0 1,-1 0-1,0 0 1,0 0 0,0 0-1,1 0 1,-1 0-1,0 0 1,0 0-1,0 0 1,1 0 16,-16 11-304,-58 20-294,-1-4 0,-37 7 598,17-5-44,-23 14 44,117-43-4,-1 0 0,1 0 0,-1 0 0,0 0 0,1 0 0,-1 0 0,1 1 0,-1-1 0,0 0 0,1 0 0,-1 0 0,1 1-1,-1-1 1,1 0 0,-1 1 0,1-1 0,-1 0 0,1 1 0,0-1 0,-1 1 0,1-1 0,0 1 0,-1-1 0,1 1 0,0-1 0,-1 1 0,1-1 0,0 1 0,0-1 0,-1 1 0,1 0 0,0-1 0,0 1 0,0-1 0,0 1 4,20 7-37,44-2 102,-60-6-57,425 4 1150,-427-4-1162,0 0 0,-1 0-1,1 0 1,0 0 0,-1 1-1,1-1 1,0 1 0,-1-1-1,1 1 1,-1-1 0,1 1-1,-1 0 1,1 0 0,0 1 4,-1-2-16,-1 0 0,0 1 0,1-1 0,-1 1 1,0-1-1,0 1 0,1-1 0,-1 1 1,0-1-1,0 1 0,0-1 0,0 1 0,0-1 1,0 1-1,1-1 0,-1 1 0,0-1 0,-1 1 1,1 0-1,0-1 0,0 1 0,0-1 0,0 1 1,0-1-1,0 1 0,-1-1 0,1 1 1,0-1 15,-2 3-48,0 0 0,0 0 0,0-1 1,0 1-1,-1-1 0,1 1 1,-1-1-1,1 0 0,-1 0 1,0 0-1,0 0 0,0-1 48,-39 19-171,-1-2 1,-1-2-1,0-2 0,-1-2 0,0-2 1,0-2-1,-1-1 0,-3-3 171,40-3 416,11 1-171,25 2-102,44 1-58,2-5 135,-35-1 16,0 2-1,0 1 1,0 2 0,2 2-236,-39-6-11,-1 1 1,0-1-1,0 0 0,1 0 1,-1 0-1,0 0 0,0 0 1,1 0-1,-1 0 0,0 1 1,0-1-1,1 0 0,-1 0 1,0 0-1,0 1 1,0-1-1,1 0 0,-1 0 1,0 1-1,0-1 0,0 0 1,0 0-1,0 1 0,0-1 1,1 0-1,-1 1 1,0-1-1,0 0 0,0 0 1,0 1-1,0-1 0,0 0 1,0 1-1,0-1 0,0 0 1,0 0-1,0 1 0,-1-1 1,1 0-1,0 1 1,0-1-1,0 0 0,0 0 1,0 1-1,0-1 0,-1 0 1,1 0-1,0 0 0,0 1 1,0-1-1,-1 0 0,1 0 1,0 0-1,0 1 1,-1-1 10,-13 13-149,-3-2 80,-1-1-1,0-1 1,-1-1-1,0-1 0,0-1 1,-1 0-1,0-1 70,-56 11-328,-13-1 328,63-11-57,-52 11-29,77-15 90,1 0 0,0 1 0,0-1 0,-1 0 0,1 1 0,0-1 0,0 0 0,0 1 0,0-1 0,0 1 0,0-1 0,0 0 0,-1 1 0,1-1 0,0 0 0,0 1 0,0-1 0,1 1 0,-1-1 0,0 0 0,0 1 0,0-1 0,0 0 0,0 1 0,0-1 0,0 1 0,1-1-1,-1 0 1,0 1 0,0-1 0,0 0 0,1 0 0,-1 1 0,0-1 0,1 0 0,-1 0 0,0 1 0,0-1 0,1 0-4,42 20 83,-38-19-56,0 1 1,0-1 0,-1 1-1,1 0 1,-1 0 0,1 1-1,-1-1 1,0 1 0,0 0-1,0 0 1,0 0 0,0 1-1,-1-1 1,1 1 0,-1 0-1,0 0 1,-1 0 0,1 1-1,1 2-27,5 15 202,-4-13-91,-1 1 0,0 0 0,0 0 0,-1 0 0,-1 0 0,0 0 0,0 1 0,-1-1 0,0 7-111,-1 42 575,2 13 37,-4 0-1,-3-1 0,-13 69-611,3-64 295,4 0 1,4 1-1,2 77-295,2-97 70,-2 0 0,-8 29-70,4-30 202,3 1 0,1 30-202,5-87 19,-75 11-2892,9-1-2778,41-10-2366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46.4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34 2001,'0'0'3359,"0"0"-1758,0 0-510,0 0-131,0 0-493,0 0-304,0 0-73,-5-3 1732,2 0 5846,46 3-7646,1 2-16,-1-3 1,1-1-1,-1-2 0,1-3 0,32-8-6,-72 14-18,-4 1-124,0 0-2,0 0 83,0 0 24,-481 0-49,480 0 84,1 0 23,0 0 8,0 0 57,0 0 79,10 7 393,13 1-491,1-1 0,-1-1 0,1-2 0,1 0 1,-1-1-1,14-1-67,52-2 232,10-4-232,-88 3 24,41-6 85,-39 2-55,-38 3-31,-386 2-465,917 6 810,-507-6-395,0 0-13,0 0 3,0 0-6,-6 0-82,-517 0-89,523 0 307,0 0 33,0 0-75,0 0-33,0 0-2,3 0 0,74 16 46,-48-9 4,0-1 1,14 0-67,63-1 252,26-5-252,-46 0 3320,-88 1-3941,-83 46-8704,47-28-1143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21.8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1793,'0'0'1598,"0"0"-312,0 0 184,0 0-176,0 0-334,0 0-119,0 0 60,0 0 6567,0 19-7535,0 1119 4853,2-1125-4501,-1-8-2679,0 2-6230,-1-7 2373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22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 4082,'0'0'2276,"0"0"-673,0 0 329,0 0-172,0 0-431,-3 9-481,2-7-787,1 1-1,-1-1 1,1 0-1,-1 1 1,1-1-1,0 1 1,0-1-1,0 1 1,0-1 0,0 1-1,0-1 1,1 1-1,-1-1 1,1 0-1,0 1 1,0-1-1,0 0 1,0 0-1,0 1 1,1 0-61,1 0 102,1 0-1,0 0 1,0 0 0,0 0 0,0 0 0,0-1 0,0 0 0,1 0-1,-1 0 1,1 0 0,-1-1 0,1 0 0,1 0-102,32 8 464,0-1 1,0-2 0,1-2-1,6-2-464,160-1 571,-97-3-434,661-4 432,-768 6-563,0-1 1,0 1-1,-1 0 1,1 0-1,0-1 1,-1 1-1,1-1 1,0 1-1,-1 0 1,1-1-1,-1 1 1,1-1-1,0 1 1,-1-1-1,1 0 1,-1 1-1,0-1 1,1 0-1,-1 1 1,1-1-1,-1 0 1,0 1-1,0-1 1,1 0-1,-1 0 1,0 1-1,0-1 1,0 0-1,0 0 1,0 1-1,0-1 1,0 0-1,0 0-6,0-5-4022,1 1-3946,-1-1 2693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22.8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1777,'0'0'3951,"0"0"-2404,0 0-138,0 0 189,0 0-806,3 5-375,0-2-249,1 1-1,-1-1 1,1 0 0,0-1 0,-1 1 0,1 0 0,1-1 0,-1 0 0,0 0 0,0 0 0,1-1 0,-1 0 0,1 1 0,0-1 0,-1-1-1,1 1 1,-1-1 0,4 0-168,27 2 959,0-1 1,10-3-960,-5 1 80,46 1-354,-50 0-3158,-35 1-895,0 1 2632,-2-1 554,1 7-3926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23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6611,'0'0'1822,"0"0"-461,0 0 189,0 0-632,0 0-513,33 6 83,14 3-253,1 0 264,0-2 0,42 1-499,254 0 2605,47 3-603,-389-11-1850,21 4-1136,-22-4 835,-1 0-1,0 0 1,1 1-1,-1-1 0,0 0 1,1 0-1,-1 1 1,0-1-1,1 0 0,-1 1 1,0-1-1,0 0 1,1 1-1,-1-1 0,0 0 1,0 1-1,0-1 1,1 1-1,-1-1 0,0 0 1,0 1-1,0-1 1,0 1-1,0-1 0,0 0 1,0 1-1,0-1 1,0 1-1,0-1 0,0 1 1,0-1-1,0 0 1,0 1-1,0-1 0,-1 1 1,1-1-1,0 0 1,0 1-1,0-1 1,-1 0-1,1 1 0,0-1 1,0 0-1,-1 1 1,1-1-1,0 0 0,-1 1 1,1-1-1,0 0 1,-1 0-1,1 1 0,0-1 1,-1 0-1,1 0 1,-1 0-1,1 0 0,-1 0 150,-21 15-4226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23.8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1377,'0'0'4332,"0"0"-2400,0 0-150,0 0-11,0 0-727,13 10-359,-4-2-528,-2-2-40,0 0 0,1 0 0,0-1 0,0 0 0,0 0 0,1-1 0,-1 0 0,1-1 0,0 0 0,0 0 0,1-1-117,26 6 428,-2-1-61,2 0 0,-1-2-1,22-1-366,-74-3-6432,16-1 6428,0 0 0,0 0 0,0 0 1,0 0-1,0 0 0,0 0 0,0 1 0,0-1 0,0 0 0,0 1 0,0-1 1,0 1-1,0-1 0,0 1 0,0-1 0,0 1 0,1 0 0,-1-1 0,0 1 1,0 0-1,1 0 0,-1 0 0,0 0 0,1-1 0,-1 1 0,1 0 0,-1 0 1,1 0-1,0 0 0,-1 0 0,1 1 4,0 41 510,-1 109 1759,7 0 0,19 112-2269,8-36 1475,-11-60 467,35 129-1942,-55-290 98,-1-4 12,-1 1-1,1 0 1,0-1 0,0 1 0,0-1-1,0 1 1,1-1 0,-1 1 0,1-1-1,0 0 1,0 0 0,0 0 0,1 0-1,-1 0 1,1 0 0,-1-1 0,2 2-110,-3-4-71,-1 0 0,0 0 0,0 0 0,1 0 0,-1 0 0,0 1 0,1-1 0,-1 0 0,0 0 0,1 0 0,-1 0 0,0 0 0,1 0 0,-1 0 0,0 0 0,1 0 0,-1 0 0,0 0 0,1 0 0,-1 0 0,0 0 0,0 0 0,1-1 0,-1 1 0,0 0 0,1 0 0,-1 0 0,0 0 0,0-1 0,1 1 0,-1 0 0,0 0 0,0 0 0,1-1 0,-1 1 0,0 0 0,0-1 0,0 1 0,0 0 0,1 0 0,-1-1 0,0 1 0,0 0 0,0-1 0,0 1 0,0 0 0,0-1 0,0 1 0,0 0 0,0-1 71,0-18-4474,0 14 2739,0-16-7157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38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331 1964 4434,'0'0'1102,"0"0"-278,0 0-87,0 0-12,0 0-338,0 0-117,0 0 231,-17 4 6472,-18 2-5844,7-6-747,-36-2 401,61 1-738,-1 0 0,0 0 0,0 0 0,1-1 0,-1 1 0,1-1-1,-1 0 1,1 0 0,0 0 0,0-1 0,0 1 0,0-1 0,0 1 0,0-1 0,0-1-45,-10-12 194,2-1 0,0 0 0,1 0 0,1-1 0,0 0 0,1-1 0,1 0 0,-1-8-194,-1-8 32,3-1 0,0 0 0,3 0 0,0-8-32,-4-68 35,-2-103 74,7 90-104,0 7-58,6-23 53,0 100-23,2 1 0,1-1 0,3 2 0,1-1-1,1 1 1,3 1 0,1 0 0,1 1 0,3 1-1,8-12 24,12-12-8,2 2 0,3 2 0,38-36 8,-67 78-83,0 0-1,0 1 1,1 1-1,1 0 1,0 2 0,1 0-1,7-2 84,-43 14-385,0-1 1,-1 0-1,1-1 0,0-1 0,0-1 385,-37 0-58,38 2 74,2-1 32,-1 1 0,1 1 0,0 0 0,0 0 0,1 1 0,-1 1 0,0 1 0,0 0-48,103-11 256,73-40-248,-251 44-248,57 6 236,1 2 1,-1 1-1,-27 10 4,-10 2 216,124-20 446,-32 3-635,0-2-1,0 0 1,1-1 0,5-3-27,-7-2 27,1-1 0,18-11-27,-21 10 9,0 1 1,0 0 0,13-2-10,-33 11-15,1-1 1,0 0 0,-1 1-1,1-1 1,-1 1 0,1-1-1,-1 1 1,1-1 0,-1 1-1,1-1 1,-1 1 0,1 0 0,-1-1-1,0 1 1,1 0 0,-1-1-1,0 1 1,0 0 0,1-1-1,-1 1 1,0 0 0,0-1 0,0 1-1,0 0 1,0 0 0,0-1-1,0 1 1,0 0 0,0 0-1,0-1 1,0 1 0,-1 0 0,1-1-1,0 1 1,-1 0 14,-3 32 42,-6-3-1,-1 0 0,-1-1 1,-2 0-1,0-1 0,-2-1 1,-2 0-1,0-1 0,-7 6-41,24-31 12,-1 1 0,1-1 0,0 0 0,-1 1-1,1-1 1,-1 0 0,0 0 0,1 0-1,-1 0 1,0 0 0,0 0 0,1 0-1,-1-1 1,0 1 0,0-1 0,0 1-1,0-1 1,0 0 0,0 1 0,0-1-1,0 0 1,0-1 0,0 1 0,0 0-1,0 0 1,0-1 0,0 1 0,0-1-1,1 0 1,-1 0 0,0 1 0,0-1-1,0-1-11,-8-3-7,0-1 0,1 0 0,-1-1 0,1 0 0,-1-2 7,3 3 21,2 2-10,0-1 0,0 0 1,0 0-1,0 0 0,1-1 0,0 1 0,0-1 1,1 0-1,-1 0 0,1-1 0,1 1 0,-1-1 1,1 1-1,0-1 0,1 0 0,-1 0 0,1 0 1,1 0-1,-1 0 0,1-2-11,1 11 5,-1 0-1,1 1 1,0-1-1,0 0 1,0 0-1,0 0 0,0 0 1,0 0-1,1 0 1,-1-1-1,0 1 1,1 0-1,0-1 1,-1 1-1,2 0-4,34 27 120,-23-18-96,33 26-24,-46-36 21,-1-1 9,0 0-9,0 0-2,0 0-57,-10-2-125,-2-5 140,0-1-1,0 0 1,1-1 0,0 0-1,0 0 1,1-1-1,0-1 1,1 1-1,0-2 1,-5-9 23,13 21 6,1-1 1,0 1 0,0 0-1,-1-1 1,1 1 0,0-1 0,0 1-1,0 0 1,0-1 0,-1 1-1,1-1 1,0 1 0,0-1-1,0 1 1,0 0 0,0-1 0,0 1-1,0-1 1,0 1 0,0-1-1,0 1 1,0-1 0,0 1-1,1 0 1,-1-1 0,0 1 0,0-1-1,0 1 1,1 0 0,-1-1-1,0 1 1,0 0 0,1-1-1,-1 1 1,0 0 0,1-1 0,-1 1-1,0 0 1,1-1 0,-1 1-1,0 0 1,1 0 0,-1 0-1,1-1 1,-1 1 0,0 0 0,1 0-1,-1 0 1,1 0 0,-1 0-1,1 0 1,-1 0 0,0 0-1,1 0 1,-1 0-7,41-2 25,-37 2-31,1 0 1,-1 0 0,0 0 0,0 0 0,0 0 0,1-1 0,-1 0-1,0 0 1,0 0 0,1-1 5,-6 3-142,-3 3 110,-1 1 0,0-1 0,0 0 0,-1-1 0,1 1 0,-1-1 0,0 0 1,0 0-1,0 0 32,4-3 34,4-9 1,1 0-28,2 1-1,-1-1 1,1 1-1,0 0 1,1 1 0,0-1-1,0 1 1,1 0 0,0 1-1,0-1 1,0 1-1,1 1 1,0-1 0,0 1-7,32-26 11,-40 31-18,0 0-1,0 0 0,0 0 1,0 0-1,0 0 1,-1 0-1,1 0 1,0 0-1,0 0 1,0 0-1,0 0 1,0 0-1,0 0 1,0 0-1,0 0 1,0-1-1,0 1 1,0 0-1,0 0 1,0 0-1,0 0 0,0 0 1,0 0-1,0 0 1,0 0-1,0 0 1,0 0-1,0 0 1,0 0-1,0 0 1,0 0-1,0-1 1,0 1-1,0 0 1,0 0-1,0 0 1,0 0 7,-14 6-43,-15 9 57,8-5-666,2-6-5604,17-4 5603,-8 3-6118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39.9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374 154 6883,'0'0'2313,"0"0"-1235,0 0-312,0 0-267,0 0-337,5-8-31,-2 1 183,1 0-1,-1 0 1,-1 0-1,1 0 1,-1-1-1,-1 1 1,1-1-1,-1 1 0,0-5-313,-1 9 131,0 0-1,0 1 1,0-1-1,0 0 0,-1 1 1,1-1-1,-1 0 0,1 1 1,-1-1-1,0 1 0,0-1 1,0 1-1,0-1 1,0 1-1,-1 0 0,1-1 1,-1 1-1,0 0 0,1 0 1,-1 0-1,0 0 0,0 1 1,0-1-1,-1 0 0,1 1 1,0-1-1,0 1 1,-1 0-1,1 0 0,-1 0 1,1 0-1,-1 0 0,-1 0-130,3 2 29,0-1 1,0 1-1,0 0 0,0-1 0,0 1 0,1 0 0,-1 0 0,0-1 1,1 1-1,-1 0 0,0 0 0,1 0 0,-1 0 0,1 0 0,0 0 0,-1 0 1,1 0-1,0 0 0,-1 0 0,1 0 0,0 0 0,0 0 0,0 0 0,0 0 1,0 0-1,0 0 0,0 0 0,0 0 0,1 0 0,-1 0 0,0 1-29,4 43 108,4-8 79,1 0 0,7 14-187,16 62 120,-22-49-77,-2 0-1,-3 1 1,-4 41-43,-1-103 2,0 0 0,-1-1 0,1 1 0,-1 0 0,1 0 0,-1 0 0,0-1 0,0 1 0,0 0 0,-1-1 0,1 1 0,-1-1 0,1 0 0,-1 1 0,0-1 0,0 0 0,0 0 0,0 0-2,-3 3 2,-1-1 0,1 0 0,-1 0 0,-1 0 0,1-1 0,0 0 0,-5 2-2,-15 3-39,1-1-1,-1 0 0,-19 1 40,43-8-6,-231 33-186,392-29 387,-63-2-164,-45 0-17,1-1 0,-1-4-1,18-3-13,-55 4 54,-1 0-1,0-1 1,1-1-1,-1 0 1,8-4-54,-18 7-39,0-1 1,0 1-1,0-1 1,0 0-1,0 0 1,-1 0-1,1-1 1,-1 1-1,1-1 1,-1 1-1,0-1 1,0 0-1,0 0 1,0 0-1,-1 0 1,1 0-1,-1 0 1,0 0-1,1-1 1,-2 1-1,1 0 1,0-1-1,-1 1 1,1-2 38,2-76-4261,-4-27 4261,-1 20-328,1 80 446,-1 14 369,-1 17-70,2-16-334,2 1 0,-1-1 0,1 0 0,0 0 0,1 0 0,-1 0 0,2 0 0,-1-1 0,1 1 0,0 0 0,0-1 0,0 0 0,1 0 0,0 0 0,1 1-83,-1-3 15,0 0 0,0 0-1,0-1 1,1 1 0,0-1 0,-1 0-1,1 0 1,0 0 0,1-1 0,-1 0 0,0 0-1,1 0 1,-1-1 0,1 1 0,-1-1 0,1-1-1,0 1 1,-1-1 0,4 0-15,-5 0 7,0 0 0,0 0 0,0-1 0,0 0 0,0 0 0,-1 0 0,1 0 0,0 0 0,0-1 0,-1 1 0,1-1 0,-1 0 1,1 0-1,-1-1 0,0 1 0,0-1 0,3-2-7,-2 0 9,1-1 0,-1 0 0,0 0 0,0 0-1,0-1 1,-1 1 0,0-1 0,0 0 0,0-5-9,3-11 2,-1-1 0,-1 0 0,-1-1 1,-1 1-1,-2-18-2,1 16 3,-1 14-5,1 0 0,-2 0 1,0 0-1,0 0 1,-3-9 1,3 17 18,-1 0 1,1 0 0,-1 0-1,0 0 1,0 0-1,-1 0 1,1 1 0,-1-1-1,0 1 1,1-1 0,-2 1-1,1 0 1,0 0 0,-1 1-1,1-1 1,-1 1 0,0 0-1,0-1-18,-5-2 114,-1 0-1,0 1 1,1 0-1,-2 0 1,1 1-1,0 0 1,-8 0-114,14 2 28,1 1 1,-1 0 0,1 0-1,-1 0 1,1 0-1,-1 0 1,1 1 0,0-1-1,-1 1 1,1 0-1,0 0 1,-1 1 0,1-1-1,0 0 1,0 1-1,0 0 1,0 0 0,0 0-1,1 0 1,-1 0-1,0 1 1,1-1 0,0 1-1,-2 2-28,-2 3-175,1 0-1,0 1 0,1 0 1,0-1-1,0 2 1,1-1-1,0 0 0,1 1 1,-1 7 175,0 11-1630,1-1 0,1 22 1630,1-44-135,2 13-4401,6-7-2312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40.5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1 150 3073,'0'0'1102,"0"0"-107,0 0 115,0 0 128,0 0 91,6-3 93,-4 2-1519,0 0 332,1-1 0,0 1-1,-1-1 1,1 1 0,0 0-1,0 0 1,-1 0 0,1 1-1,0-1 1,0 1 0,0-1-1,0 1 1,0 0 0,0 0-1,0 0 1,0 1 0,0-1 0,0 1-1,0 0 1,-1-1 0,1 1-1,0 0 1,0 1 0,-1-1-1,2 1-234,28 26 530,0 2 0,-2 2 1,-2 0-1,-1 2 0,10 17-530,2 1 914,40 42-914,-74-88 33,-3-4-13,0 1 0,0-1-1,0 1 1,1-1-1,-1 0 1,0 0 0,1 0-1,0 0 1,-1-1 0,1 1-1,0-1 1,0 1 0,0-1-1,0 0 1,2 0-20,-5-28 368,0-430 808,4 410-111,-4 47-862,0 0 5,0 0-136,0 0-93,0 0-134,0 0-328,0 0-523,0 0-1043,0 1-2454,0 4-3997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46.7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28 406 2113,'0'0'1152,"0"0"49,0 0 146,0 0-109,0 0 35,0 0-19,-27 10 8187,28-9-9415,0 0 0,0 0-1,0-1 1,1 1 0,-1 0-1,0-1 1,0 1 0,1-1-1,-1 0 1,0 1 0,0-1-1,1 0 1,-1 0 0,1 0 0,-1 0-1,0 0 1,1 0 0,-1 0-1,0 0 1,1 0 0,-1-1-1,1 1-25,4 0 60,45 0-5,4 1-47,1-2 0,0-3 1,37-8-9,54-17-9,483-90-115,-400 86 30,177-2 94,-318 35-320,-89 12 280,-1 12 48,1-1 0,1 0 1,1 0-1,1 0 0,1 0 0,1 0 1,1 0-1,1-1 0,1 0 0,4 7-8,-8-150 555,-4-107-37,0 228-516,0 0 1,0 1-1,0-1 1,0 0-1,1 0 1,-1 0-1,0 0 1,0 0-1,0 0 1,0 0-1,0 1 1,0-1-1,0 0 1,0 0-1,1 0 1,-1 0-1,0 0 1,0 0-1,0 0 1,0 0-1,0 0 1,1 0-1,-1 0 0,0 0 1,0 0-1,0 0 1,0 0-1,0 0 1,1 0-1,-1 0 1,0 0-1,0 0 1,0 0-1,0 0 1,0 0-1,1 0 1,-1 0-1,0 0 1,0 0-1,0 0 1,0 0-1,0 0 1,0-1-1,1 1 1,-1 0-1,0 0 1,0 0-1,0 0 0,0 0 1,0 0-1,0 0 1,0-1-1,0 1 1,0 0-1,0 0 1,0 0-1,0 0 1,1 0-1,-1-1 1,0 1-1,0 0 1,0 0-1,0 0 1,0 0-1,0 0 1,0-1-1,0 1 1,-1 0-3,9 10-153,109 248 330,-37-74-55,-58-159-70,-21-25-49,-1 0 1,1 1 0,-1-1 0,1 1-1,0-1 1,0 0 0,-1 1-1,1-1 1,0 0 0,-1 0-1,1 0 1,0 1 0,0-1-1,-1 0 1,1 0 0,0 0-1,0 0 1,0 0 0,-1-1-1,1 1 1,0 0 0,0 0-1,-1 0 1,1-1 0,0 1 0,-1 0-1,1-1 1,0 1 0,-1 0-1,1-1 1,0 1 0,-1-1-1,1 1 1,-1-1 0,1 1-1,-1-1 1,1 0 0,-1 1-1,1-1 1,-1 0 0,0 1-1,1-1 1,-1 0 0,0 1 0,0-1-1,0 0-3,14-33 88,-2-2-1,-2 1 0,-1-1 0,2-21-87,15-153-192,-24 191 182,-1-28 287,-1 46-111,4 3-43,2 14-221,-1 0 0,-1 1 0,0-1 0,-1 5 98,5 18-147,16 78 92,-3-16 203,25 71-148,-46-171 1,0 0 0,1-1-1,-1 1 1,0 0 0,0-1 0,0 1 0,0 0-1,1-1 1,-1 1 0,0 0 0,0-1-1,1 1 1,-1 0 0,1-1 0,-1 1 0,1-1-1,-1 1 1,1-1 0,-1 1 0,1-1 0,-1 1-1,1-1 1,-1 0 0,1 1 0,0-1 0,-1 0-1,1 1 1,0-1 0,-1 0 0,1 0-1,12-15 59,5-44 49,-17 53-104,74-345 14,-72 348-62,0 11 19,1 14-47,2 101-77,-3-46 48,3 1-1,7 17 102,-13-92-3,0-2 1,0 0-1,0 1 1,0-1 0,0 0-1,0 1 1,1-1 0,-1 0-1,0 1 1,1-1 0,-1 0-1,1 0 1,-1 1 0,1-1-1,-1 0 1,1 0 0,0 0-1,0 0 1,0 0 0,0 0-1,-1 0 1,1 0 0,1 0-1,-1 0 1,0-1-1,1 2 3,-2-2 22,1-3 15,43-163 115,-17 74-218,-1-19 66,-15 71 44,-8 32-39,0-1 0,-1 0 0,0-1 0,0 1 0,-1-8-5,13 53-419,-4 3 318,-1 0-1,-3 0 1,-1 0 0,-2 1-1,-2 28 102,-1-67 2,0 0 1,-1 0-1,1-1 0,0 1 0,0 0 0,0 0 0,0-1 1,0 1-1,1 0 0,-1 0 0,0-1 0,0 1 0,0 0 1,1-1-1,-1 1 0,0 0 0,1-1 0,-1 1 0,0 0 1,1-1-1,-1 1 0,1-1 0,-1 1 0,1-1 0,-1 1 1,1-1-1,-1 1 0,1-1 0,0 1 0,-1-1 0,1 0 1,0 1-3,0-11 144,6-71-200,4 0 1,4 1 0,12-31 55,-27 110 1,0 1-1,0-1 1,0 1-1,0-1 1,0 0-1,0 1 1,0-1-1,0 1 1,1-1-1,-1 1 0,0-1 1,0 1-1,1-1 1,-1 1-1,0-1 1,1 1-1,-1 0 1,0-1-1,1 1 1,-1-1-1,1 1 1,-1 0-1,1-1 1,-1 1-1,1 0 1,-1 0-1,1-1 1,-1 1-1,8 12-98,3 33-157,-11-41 237,48 272-294,-47-275 312,5 38-14,-6-38 12,1 1 0,-1-1 1,0 0-1,0 1 0,1-1 0,-1 0 0,0 1 1,1-1-1,0 0 0,-1 0 0,1 1 0,0-1 0,-1 0 1,1 0-1,0 0 0,0 0 0,0 0 0,0 0 1,0 0-1,0 0 0,0-1 0,0 1 2,1-1 3,11-46 267,-3 17-268,43-225-251,-41 191 341,-12 63-89,0-1 0,0 1 1,-1 0-1,1-1 1,0 1-1,0 0 1,0-1-1,0 1 0,0-1 1,0 1-1,0 0 1,0-1-1,0 1 1,1-1-1,-1 1 0,0 0 1,0-1-1,0 1 1,0-1-1,0 1 1,1 0-1,-1-1 1,0 1-1,0 0 0,1 0 1,-1-1-1,0 1 1,1 0-1,-1-1 1,0 1-1,1 0 0,-1 0 1,0 0-1,1-1 1,-1 1-1,0 0 1,1 0-1,-1 0-3,6 16-73,1 29-150,-4 39-50,-3-53 301,1 0-1,1 1 0,2-1 1,1 0-1,8 28-27,-11-56-14,0-1 0,0 1 0,0 0-1,0-1 1,0 0 0,0 1 0,1-1 0,-1 0-1,1 0 1,-1 0 0,1-1 0,0 1 0,0-1-1,0 1 1,0-1 0,0 0 0,0 0 0,0 0-1,0-1 1,0 1 0,0-1 0,0 0 0,3 1 14,19 1-18,0-2 1,22-1 17,-18 0 4,46 1 14,58 1-46,-1-5 0,65-14 28,-115 9 14,0 4 0,34 4-14,-31 1 570,-86-5-536,0 1 0,0 0 0,0-1 0,0 1 0,-1 0 0,1 0 0,-1 0 0,-2-3-34,-5-14 3,1-2-1,0 1 1,2-1 0,1 0 0,0-2-3,-12-51 15,-39-118-249,56 245 579,4 69-357,30 78 453,-18-116-283,-3 0 0,-3 1 0,-4 32-158,-7-76 90,-1-29 14,1 1 0,1 0-1,0 0 1,1 0 0,0 0 0,0 0 0,3 8-104,-4-19 8,0-1 1,0 1 0,0 0 0,0 0 0,0 0 0,0 0 0,0 0 0,1 0 0,-1-1 0,0 1 0,0 0 0,0 0 0,0 0 0,0 0 0,0 0 0,0 0 0,0 0 0,0 0 0,0 0 0,0 0 0,1-1 0,-1 1 0,0 0-1,0 0 1,0 0 0,0 0 0,0 0 0,0 0 0,0 0 0,1 0 0,-1 0 0,0 0 0,0 0 0,0 0 0,0 0 0,0 0 0,0 0 0,0 0 0,1 0 0,-1 0 0,0 0 0,0 0 0,0 0 0,0 0 0,0 0 0,0 0-1,0 0 1,1 1 0,-1-1 0,0 0 0,0 0 0,0 0 0,0 0 0,0 0 0,0 0 0,0 0 0,0 0 0,0 0-9,3-13 158,-9-104-441,-5 0-1,-20-80 284,12 79-242,4 0 0,2-84 242,13 201 29,0 1 25,0 0-49,0 0 11,0 0 21,0 0-10,0 0 0,4 1-26,0 1 0,-1-1 1,1 1-1,0-1 0,0 1 0,-1 1 1,1-1-1,-1 0 0,1 1 0,-1 0 1,1 1-2,7 4 18,61 35 189,1-3 1,3-3 0,46 14-208,-37-15 65,-54-22-112,-1 1 1,0 1-1,0 3 47,-19-12-24,0 1-1,0 1 1,-1-1-1,0 2 0,0-1 1,-1 2-1,-1-1 1,6 10 24,-12-17-30,0 0 1,0 1-1,-1-1 1,0 1-1,0-1 0,0 1 1,0 0-1,0-1 1,-1 1-1,0 0 0,1 0 1,-1-1-1,-1 1 1,1 0-1,0-1 1,-1 1-1,0 0 0,0-1 1,0 1-1,0 0 1,-1-1-1,1 0 0,-1 1 1,0-1-1,0 0 1,0 0-1,-1 0 0,1 0 1,-1 0-1,1-1 1,-1 1-1,-1 0 30,-12 11-64,0-1-1,-1-1 1,0 0-1,0-2 1,-6 3 64,21-12-9,-227 111-559,117-60 584,70-35 8,31-13 7,0-1 0,1 2 0,0-1-1,0 2 1,0-1 0,0 1 0,1 1 0,0 0 0,0 0 0,-4 5-31,15-11-386,1 0 0,-1 0 0,0 0-1,0-1 1,1 1 0,-1 0 0,0-1 0,1 0 0,-1 1-1,0-1 1,1 0 0,-1 0 0,1-1 0,-1 1-1,0 0 1,2-1 386,62-7-6008,-17-16-253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48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1 667 2561,'0'0'1059,"0"0"-152,0 0 259,0 0-149,0 0-124,0 0 175,0-22 2034,4-58-1872,5 0 0,3 1 0,9-29-1230,-6 39 622,-3-1-1,-4 0 1,-1-18-622,-6 169 351,3 1 0,4-1 1,7 17-352,52 310 851,-55-341-449,3-1-1,5 4-401,-12-42 168,-22-143 203,7 14-653,4 0 1,5-9 281,-1-1-251,-1 111 214,0 0 10,0 0-26,0 0-9,0 0-31,0 0 26,0 0 25,0 0-12,0 0 25,0 0 29,0 0-14,0 0 33,59-1-448,-29 2 469,665-20 56,186 15 20,-442 8-80,-213 14-66,412-12 4,-324-4 9,-164-3 655,-150 1-398,0 0 91,0 0 32,0 0-8,0 0-238,0 0-277,0 0-400,0 0-1041,0 0-2139,0 0-3343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3.2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1 288,'0'0'1550,"0"0"-846,0 0 38,0 0 160,0 0 74,0 0-58,-4 11 5271,1 4-4999,-4 165 3403,9 45-4593,0-43 1119,-2-181-1177,0-1-174,0 0-289,0 0-508,-7-11-3096,-3-16-66,-3-9-2775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3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38 6243,'0'0'1457,"0"0"-310,0 0 83,0 0-515,0 0-537,27-4-23,-15 1-128,62-10 259,1 4 1,8 2-287,-71 7 38,5-1 24,1 0 0,-1 2 1,1 0-1,-1 1 0,1 1-62,-12-1 12,0-1-1,-1 1 1,0 0-1,0 1 1,1-1-1,-1 1 1,-1 0-1,1 0 1,0 1-1,-1-1 1,1 1-1,-1 0 1,0 0-1,-1 0 1,1 1-1,-1 0 1,1 1-12,3 7 8,-1 0 0,-1 1 0,-1 0 0,1 0 0,-2 0 1,0 1-1,-1-1 0,-1 1 0,0-1 0,0 1 0,-2 0 1,0 7-9,0 5 54,0-16-19,-1 0 0,0 0 0,0-1 0,-2 1 0,1 0 0,-1-1 0,-1 0 1,0 0-1,0 0 0,-1-1 0,0 1 0,0-1 0,-1-1 0,-1 1 0,1-1 0,-1-1 0,-9 8-35,6-6 16,1-1-1,-1 0 1,-1 0-1,1-1 1,-1 0-1,-1-1 1,1 0-1,-1-1 1,0-1-1,0 0 1,0-1-1,-1 0 1,1-1-1,-8 0-15,19-2-8,2 0 22,38 0 10,-24 0-38,-1 1 0,1 0 0,-1 1 1,0 0-1,1 1 0,-1 1 0,-1 0 0,1 1 0,0 0 1,-1 1-1,0 0 0,-1 1 0,1 0 0,-1 1 1,-1 0-1,1 1 0,4 5 14,-3-2 181,-1 0-1,0 1 1,-1 0 0,0 1 0,-1 0-1,-1 1 1,0 0 0,5 13-181,-13-28-162,4 8 1255,-2-5-1819,0-7-4199,-2-14 307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4.6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7 123 5314,'0'0'1548,"0"0"-385,0 0 110,0 0-473,0 0-499,-2-3 7337,-3-7-7005,5 6-611,1 0 0,-1 0 0,1 0 1,0 0-1,0 0 0,0 0 0,0 0 0,1 0 1,-1 0-1,1 1 0,0-1 0,1 0 0,-1 1 1,0 0-1,1 0 0,0 0 0,0 0 0,0 0 1,0 0-1,0 1 0,0-1 0,1 1 0,-1 0 0,1 0 1,-1 0-1,4-1-22,5-1-58,-1 0 1,1 0 0,1 1-1,-1 1 1,0 0-1,0 1 1,1 0-1,5 0 58,-13 2-6,-1 0 0,0 0 0,0 0 0,0 1 0,0-1 0,0 1 0,-1 0 0,1 0 0,0 1 0,-1-1 0,0 1 0,1-1 0,-1 1 0,0 0 0,0 0 0,-1 0 0,1 1 0,-1-1 0,1 1 0,-1 0 0,0 1 6,4 4-25,-1 0 0,-1 0 0,0 0 0,0 1 0,-1 0 0,0 0 1,-1 0-1,1 7 25,2 89-38,-5-96 55,-1-1-1,0 0 1,0 0-1,-1 1 1,0-1 0,-1 0-1,0 0 1,0-1-1,-1 1 1,-1 1-17,-7 10 48,-2 0-1,0-1 1,-2 0 0,0-2 0,-1 0-1,0 0 1,-2-2 0,0 0 0,0-1-1,-10 4-47,94-17 1126,188-1-357,-252 0-660,-1 0 70,0 0-30,0 0-96,0 0-117,0 0-320,11-11-4215,5-8-2218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6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37 169 5683,'0'0'2347,"0"0"-1053,0 0-104,0 0-253,0 0-535,0-12 8034,0 4-8429,1 0 1,-1 1 0,1-1-1,1 1 1,-1-1 0,3-5-8,1 6-4,-1 1 0,1 0 0,1-1 0,-1 2 0,1-1 0,0 1 0,0-1 0,1 2 0,-1-1 0,1 1 0,0 0 0,1 0 0,-1 1 0,0 0 0,1 0 0,0 1 0,0 0 4,15-3-90,1 1 0,0 1 0,0 1 0,0 1 0,3 1 90,-24 0-21,0 0 0,0 0 0,0 0 0,0 1 0,0-1 1,0 1-1,0 0 0,0 0 0,0 0 0,-1 0 0,1 1 0,0-1 0,-1 1 0,1-1 0,-1 1 0,1 0 0,-1 0 0,0 0 0,1 1 21,0 2-23,0-1 0,0 0 0,-1 1 0,1-1-1,-1 1 1,0 0 0,0 0 0,-1 0-1,0 0 1,0 0 0,0 0 23,1 13-5,0 0-1,-2 0 1,0 0-1,-1 0 1,-1 0-1,-3 9 6,1-11 4,-1 1 0,0-1 0,-2 0 0,0-1 0,0 1 0,-2-2 0,0 1 0,0-1 0,-2 0 0,-9 10-4,-25 25 26,-2-3 1,-10 6-27,43-39 6,-18 13-15,22-19 32,1 0 0,-1 1 0,2 0 0,-1 0 0,1 1 0,0 0 0,1 1 1,0-1-1,0 1 0,-4 11-23,11-20 17,0-1-1,0 1 1,0 0 0,-1 0 0,1-1 0,1 1 0,-1 0 0,0 0 0,0-1 0,0 1 0,0 0 0,0 0 0,1-1 0,-1 1 0,0 0 0,1 0 0,-1-1 0,1 1 0,-1 0 0,0-1 0,1 1 0,-1-1 0,1 1 0,0-1 0,-1 1-1,1-1 1,-1 1 0,1-1 0,0 1 0,-1-1 0,1 0 0,0 1 0,0-1 0,-1 0 0,1 0 0,0 0 0,0 1 0,-1-1 0,1 0 0,0 0 0,0 0 0,-1 0 0,1 0 0,0 0-17,45 0 390,-35 0-233,66 0 467,34 0-48,-37 0-3005,-73 0 1955,0-1 1,0 1 0,0 0 0,0 0 0,0-1-1,0 1 1,0 0 0,0-1 0,0 1 0,0-1-1,0 1 1,0-1 0,0 0 0,0 1 0,0-1-1,-1 0 1,1 0 0,0 1 0,0-2 473,10-15-8124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6.4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 9380,'0'0'1585,"0"0"-1217,0 0 1713,0 0-1088,-10 189-657,6-143-288,-3-3 16,4-16-16,0-8-48,-1-4-192,4-12-1089,0-3-1984,0 0-3122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7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3 306 3826,'0'0'1347,"0"0"-557,0 0 234,0 0-461,0 0-339,0-30 7332,0 17-7177,0-9 90,-1 15-428,0-1 0,1 1 0,0 0 1,0-1-1,1 1 0,0-1 0,1 1 0,-1 0 1,1 0-1,1 0 0,-1 0 0,1 0 0,0 0 1,1 0-1,0 1 0,2-4-41,2 0 23,0 1 0,0 0 0,1 0 0,0 1 0,1 0 0,0 1 0,0 0 0,0 0 0,1 1 0,0 1 0,9-4-23,-2 3 21,1 1-1,-1 1 0,1 1 0,0 1 0,0 0 1,0 1-1,4 2-20,-19-1-13,0 0-1,-1 0 1,1 1 0,0 0 0,-1 0-1,1 0 1,-1 0 0,1 0 0,-1 1 0,0-1-1,1 1 1,-1 0 0,0 0 0,0 0-1,0 1 1,0-1 0,-1 1 0,1-1-1,-1 1 1,1 0 0,-1 0 0,0 0-1,0 0 1,-1 1 0,1-1 0,0 0 0,-1 1-1,0-1 1,0 1 0,0 0 0,0 2 13,2 11 53,0 1 1,-1-1 0,-1 1-1,-1-1 1,0 1 0,-2 3-54,0-7 46,-1 1 0,-1-1 1,0 0-1,-1 0 0,0-1 0,-1 1 0,-1-1 1,0 0-1,-1-1 0,0 0 0,-1 0 1,-5 5-47,-25 28 76,-3-1 1,-18 12-77,55-50 4,-56 44 94,43-37 174,1 0 0,1 2 1,0 0-1,1 0 0,-2 5-272,17-20 14,0 1 0,0-1 0,0 0 0,0 0 0,0 0 0,-1 0 0,1 1 0,0-1 0,0 0 0,0 0 0,0 0 0,0 1 0,0-1 0,0 0 0,0 0 0,0 0 0,0 1-1,0-1 1,0 0 0,0 0 0,0 0 0,0 1 0,0-1 0,0 0 0,0 0 0,1 0 0,-1 0 0,0 1 0,0-1 0,0 0 0,0 0 0,0 0 0,0 0 0,1 1 0,-1-1-1,0 0 1,0 0 0,0 0 0,0 0 0,0 0 0,1 0 0,-1 0 0,0 1 0,0-1 0,0 0 0,1 0 0,-1 0 0,0 0-14,17 4 310,19-3 3,-33-1-240,248 0 1253,-203-12-1579,-47 12-595,4-4-5355,1-2 2694,3-6-3683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7.3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9236,'0'0'1105,"0"0"-193,0 0 385,0 0-1009,0 0 240,20 159-144,-20-104 113,0-3-241,0-9-16,0-4-240,-6-5-288,2-13-1713,4-11-3410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19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92 713 576,'0'0'1886,"0"0"-568,0 0-101,0 0-182,0 0-371,0 0-87,0 0 175,0 0 206,0 0 160,0-11 1475,-4-72-1662,-4-1 0,-3 2 0,-7-18-931,-19-87 3818,33 169-3548,0 1 0,2-1 0,0 0 0,0-17-270,4-10-29,0 31-17,2 30-193,2 13 230,1 1 1,2-2 0,1 1 0,7 14 8,17 52 38,-14-13 59,-4 0 1,-3 2-1,-1 49-97,10 65 359,-20-186-333,-2-4-13,1 0 0,0-1 1,0 1-1,1-1 1,0 1-1,0-1 1,0 0-1,1 0 1,4 6-14,-7-13 40,0 0 45,0 0 8,0 0 27,-1-25-232,-2 0 0,0-1 0,-2 1-1,-1-1 113,0 1-69,1-1-1,1 1 0,1-1 0,2-2 70,0-58-16,-1 12-243,7-48 259,-4 113-21,0-1 0,1 0 0,1 1 0,0 0 0,0 0 0,1 0 0,0 0 0,0 0 0,1 1-1,0 0 1,1 0 0,0 0 0,0 0 0,2-1 21,-4 5-16,1 0-1,-1 0 1,1 0-1,0 0 1,0 1-1,0 0 1,0 0-1,1 0 1,-1 1-1,1 0 0,-1 0 1,1 0-1,0 0 1,0 1-1,0 0 1,0 1-1,0-1 1,0 1-1,0 0 1,0 1-1,0-1 1,0 1-1,1 1 17,-3-1-19,0 0 1,0 1-1,0 0 0,0 0 0,0 1 0,0-1 0,-1 1 0,1-1 1,-1 1-1,0 0 0,0 0 0,0 1 0,0-1 0,-1 1 1,1-1-1,-1 1 0,0 0 0,0 0 0,1 2 19,1 4-41,0 0 1,-1-1-1,0 2 0,-1-1 1,0 0-1,-1 0 0,1 9 41,-1-10-6,0 1 0,-1 0 0,0 0-1,-1 0 1,0-1 0,-1 1-1,0 0 1,0-1 0,-1 1 0,0-1-1,-1 0 1,0 0 0,0 0 0,-1-1-1,0 1 1,-1-1 0,1 0-1,-2-1 1,1 0 0,-1 1 6,-10 7-15,0-1 0,-1 0 1,0-1-1,-1-1 0,0-1 0,-1 0 0,-1-2 1,1 0-1,-2-1 0,1-2 0,-2 0 15,23-5-5,-1-1 0,1 0 0,0 1-1,0-1 1,-1 0 0,1 1 0,0-1 0,0 0 0,-1 1-1,1-1 1,0 1 0,0-1 0,0 1 0,0-1 0,0 0-1,0 1 1,-1-1 0,1 1 0,0-1 0,0 1-1,0-1 1,0 0 0,1 1 0,-1-1 0,0 1 0,0-1-1,0 1 1,0-1 0,0 0 0,1 1 0,-1-1 0,0 1-1,0-1 1,0 0 0,1 1 0,-1-1 0,0 0 0,1 1-1,-1-1 6,12 16-166,10-2 201,0 0-1,1-1 1,1-2-1,0 0 1,0-2-1,17 4-34,40 17 223,-61-21-92,-13-5 192,0-1 1,0 0 0,1 0 0,-1-1-1,1 0 1,-1 0 0,1 0 0,5-1-324,-13-1 163,0 0-67,0 0-107,0 0-251,0 2-1317,0 0-2644,0 0-2143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49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357 6 880,'0'0'5053,"0"0"-2177,0 0-787,0 0-419,0 0-325,0 0-328,0 0-193,0-1-730,-1 1-1,0-1 1,1 1 0,-1-1 0,0 1 0,0 0 0,1-1-1,-1 1 1,0 0 0,0-1 0,0 1 0,0 0-1,0 0 1,1 0 0,-1 0 0,0 0 0,0 0-1,0 0 1,0 0 0,0 0 0,1 0 0,-1 1-1,0-1 1,0 0 0,-1 1-94,-7 5 68,0 1 0,0 0 1,1 0-1,0 1 0,0 0 0,1 0 0,0 1 0,0 0 1,0 1-69,-22 27 157,-61 58 38,35-39-211,-17 26 16,71-81-15,1-1 0,-1 1 1,0-1-1,1 1 1,-1-1-1,0 1 0,1-1 1,-1 1-1,1 0 0,-1-1 1,1 1-1,0 0 1,-1 0-1,1-1 0,0 1 1,-1 0-1,1 0 0,0 0 1,0-1-1,-1 1 1,1 0-1,0 0 0,0 0 1,0 0-1,0-1 0,0 1 1,1 0-1,-1 0 1,0 0-1,0 0 0,1 0 15,22 2-620,-5-2 776,17 4-209,1 2-1,-1 2 1,-1 1-1,0 1 1,26 14 53,-17-8-357,-6-13 231,-27-5 153,-9 1 16,-1 0 29,0 0 50,0-195 1663,0 195-1753,0 0 6,0 0 63,0 0-24,0 0-47,0 0-28,-1 3-90,-14 159 0,8-72 230,5-14 75,3-58-7,-1 0 0,-1 0 0,0 0 0,-2 0 0,-2 9-210,5-16-323,-2 3-1850,-3-11-2460,5-3-1129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0.3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 2689,'0'0'2409,"0"0"-549,0 0-219,0 0-273,0 0-95,-1 18 149,-7 91 3153,-13 62-4575,19-162-807,-5 36 2693,5-31-5189,2-1-5326,0-25 2421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0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6979,'0'0'2038,"0"0"-258,0 0-62,0 0-627,0 0-512,8 8-267,-3-3-263,-2-1-23,0-1 0,0 0 0,0-1-1,0 1 1,1 0 0,-1-1-1,1 0 1,0 0 0,-1 0 0,1 0-1,0 0 1,0-1 0,0 0 0,0 0-1,0 0 1,0 0 0,1-1 0,1 1-26,17-2 333,-1-1 1,0-1-1,3-1-333,-2 0 213,-21 3-203,0 1 0,0 0-1,0-1 1,0 1 0,0 0-1,1 0 1,-1 1-1,0-1 1,0 0 0,0 1-1,0 0 1,0-1 0,0 1-1,0 0 1,0 0-1,0 0 1,0 0 0,0 0-1,0 0 1,-1 1-1,1-1 1,0 1 0,-1-1-1,1 1 1,-1 0 0,0-1-1,0 1 1,1 0-1,-1 0 1,0 0 0,0 0-1,-1 0 1,1 0 0,0 0-1,-1 0 1,1 2-10,2 11 73,-1-1 0,0 1 1,-1 0-1,-1-1 0,-1 7-73,1 5 160,-2 180 1131,-11 36-1291,12-227 1166,1 8-3718,0-12-1481,0-25-326,0-17-1337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1.3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 8388,'0'0'1216,"0"0"-79,0 0-81,0 0-143,0 0-289,201 16-112,-147-16-143,-10-10-33,-17 1-288,-17 6 32,-3 0-80,-3-3-176,-1-3-1425,4-6-2305,-7-4-1632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2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6 3762,'0'0'795,"0"0"69,0 0 257,0 0-345,0 0-149,-8-6 1173,5 11 3294,8 71-4014,3 0 0,4-1 1,5 11-1081,-14-72 94,23 107 624,-4-17 124,-3 8-842,-18-100 16,-1-9-9,0 0-1,0 1 0,0-1 0,0 0 1,1 0-1,-1 0 0,1 1 1,0-1-1,0 0 0,0 0 1,0 0-1,1 0 0,-1 0 0,2 2-6,-2-5-50,-1 0 4,0 0 17,0 0-32,0 0-22,0 0 22,0 0-14,-14-256-1232,15 247 1283,0 1 1,1 0-1,0 0 0,0 0 1,1 0-1,-1 0 1,2 1-1,-1-1 1,1 1-1,0 0 1,1 0-1,0 0 1,0 1-1,0-1 0,5-3 24,11-11-62,1 1-1,0 1 0,22-14 63,-35 28-43,-1 0 0,1 0 0,0 0 0,0 1 0,1 1-1,-1-1 1,1 2 0,0-1 0,-1 1 0,1 1 0,0 0 0,0 0 0,9 1 43,-17 0-30,-1 0 0,0 1 1,1-1-1,-1 0 0,0 1 0,1-1 1,-1 1-1,0 0 0,0-1 0,1 1 1,-1 0-1,0 0 0,0 0 0,0-1 1,0 1-1,0 0 0,0 0 1,0 1-1,0-1 0,-1 0 0,1 0 1,0 0-1,-1 1 0,1-1 0,0 0 1,-1 0-1,0 1 0,1-1 0,-1 1 1,0-1-1,0 0 0,0 2 30,3 53-486,-3-43 379,0-5 73,-1 0-1,1 0 1,-2 0-1,1 0 1,-1-1-1,0 1 1,0 0-1,-1-1 1,0 1-1,-1-1 1,0 0-1,-3 5 35,-5 4 18,-1 0 1,-1 0-1,0-2 0,-3 2-18,-45 49 61,61-63-54,0-1 0,0 1 0,-1 0 0,1 0-1,0 0 1,0 0 0,1 0 0,-1 0 0,0 0 0,1 0 0,-1 0 0,1 0 0,0 0-1,0 1 1,-1-1 0,2 0 0,-1 0 0,0 0 0,0 0 0,1 0 0,-1 1 0,1-1 0,-1 0-1,1 0 1,0 0 0,0 0 0,0 0 0,1 1-7,1 1 15,-1 0 1,1-1-1,1 1 0,-1-1 0,0 0 1,1 0-1,-1 0 0,1 0 0,0-1 1,0 1-1,0-1 0,3 1-15,2 1 25,1-1 0,-1 0 0,1-1-1,0 0 1,0 0 0,0-1 0,0-1 0,0 1 0,8-2-25,-14 1 11,1-1 1,-1 1-1,1-1 1,-1 0-1,0 0 1,0 0-1,0-1 1,0 1-1,0-1 1,0 0 0,0 0-1,0-1 1,0 1-1,-1-1 1,0 1-1,1-1 1,-1-1-1,0 1 1,0 0 0,-1-1-1,1 1 1,1-3-12,6-19-39,-1 1 0,-1-2 1,-1 1-1,-1-1 0,1-11 39,-1 4 210,1 0 0,11-27-210,-17 57 37,1-1-1,-1 1 0,1 0 0,0 0 0,0 0 0,0 0 0,0 1 0,0-1 0,1 1 0,-1-1 0,1 1 0,0 0 0,-1 0 0,1 0 0,0 0 0,0 0 1,1 1-1,-1-1 0,0 1 0,0 0 0,1 0 0,-1 0 0,1 0 0,-1 1 0,1-1 0,-1 1 0,1 0 0,-1 0 0,1 0-36,-3 1-3,0-1 0,0 0 0,0 0-1,0 0 1,0 1 0,0-1 0,0 1-1,0-1 1,0 1 0,0-1 0,0 1-1,0 0 1,0-1 0,-1 1 0,1 0-1,0-1 1,0 1 0,-1 0 0,1 0 0,0 0-1,-1 0 1,1 0 0,-1 0 0,1 0 3,10 36-54,-4 39-111,-5 133-6,-2-204 198,1 0 0,-1 1-1,1-1 1,0 0-1,0 0 1,1 0-1,0 0 1,-1 0 0,2-1-1,-1 1 1,1 0-1,-1-1 1,1 0 0,0 1-1,1-1 1,-1-1-1,1 1 1,-1 0-1,1-1 1,1 0 0,-1 0-1,0 0 1,1 0-1,-1-1 1,1 1-1,1-1-26,10 3 183,-1 0 0,1-2-1,0 0 1,0-1-1,0 0 1,0-2-1,13 0-182,-24 0 48,1-1 0,-1 0 0,0 0 0,1 0-1,-1 0 1,0-1 0,1 0 0,-1 0 0,0-1-1,0 1 1,-1-1 0,1 0 0,0 0 0,-1 0-1,0-1 1,0 0 0,0 0 0,0 0 0,-1 0-1,1-1 1,-1 1 0,0-1 0,-1 0 0,1 1-1,-1-1 1,0-1-48,0 1-396,0 0 0,-1 0-1,0-1 1,0 1 0,0 0 0,0 0-1,-1-1 1,0 1 0,0 0-1,-1-1 1,0-1 396,-4-14-6107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5.9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341 0 3826,'0'0'1256,"0"0"-7,0 0 248,0 0-252,0 0-161,0 0-65,0 0-75,0 0-114,0 0-187,0 0 0,0 0-96,0 0-83,0 0-107,-29 0 695,4 1-1006,0 0 1,0 2 0,0 1-1,1 1 1,-4 2-47,13-3 21,1 0 0,0 2 0,0 0 0,1 0 0,-1 1-1,2 1 1,-1 0 0,1 0 0,-4 5-21,14-11-15,0 0 1,0 1-1,0-1 0,0 1 0,0-1 0,1 1 1,-1 0-1,1-1 0,0 1 0,0 0 0,0 0 1,0 0-1,0 0 0,1 0 0,-1 0 0,1 0 1,0 0-1,0 0 0,0 0 0,0 1 0,1 1 15,-1 3-9,1-7 25,0 0 0,0 0 0,1 0-1,-1 0 1,1 0 0,-1 0 0,0 0 0,1-1 0,0 1-1,-1 0 1,1-1 0,-1 0 0,1 1 0,0-1 0,-1 0 0,1 0-1,0 0 1,-1 0 0,1 0 0,0 0-16,8 1 62,47 9 151,-21-4-242,0 0 1,-1 3-1,1 1 1,22 10 28,-56-19-16,1 0-1,-1 1 1,0-1 0,1 1 0,-1-1 0,0 1 0,0 0 0,0 0 0,0 0 0,0 0 0,0 0 0,-1 1 0,1-1 0,-1 0 0,1 1 0,-1-1 0,0 1 0,0 0 0,0-1 0,0 1 0,0 0 0,-1-1 0,0 1 0,1 0 0,-1 0 0,0 0-1,0-1 1,0 1 0,-1 0 0,0 2 16,1 0 1,-1-1 0,-1 1 0,1-1 0,-1 1 0,0-1 0,0 0 0,0 1 0,0-1 0,-1 0 0,0 0 0,1-1 0,-2 1 0,1-1 0,0 1 0,-1-1 0,1 0 0,-4 2-1,-5 3 17,-1-1 0,0 0 0,-1-1 0,1-1-1,-1 0 1,0 0 0,-1-1 0,1-1 0,0-1-1,-12 1-16,26-3 14,0 0-89,29-1-517,-12-5 587,1 0 0,-1-1 1,1-1-1,-2 0 0,1-1 1,-2-1-1,1 0 0,12-12 5,-4 5 8,2-2 6,31-20-140,48-46 126,-104 116 32,-1-27-5,0-1-1,0 1 0,1 0 1,0 0-1,0 0 0,0-1 1,0 1-1,1-1 0,-1 1 1,1-1-1,0 1 0,0-1 1,0 0-1,0 0 0,1 0 1,-1 0-1,1 0 0,0 0 1,-1-1-1,1 0 0,1 1 1,-1-1-1,0 0 0,0 0 1,1-1-1,-1 1 0,1-1 1,0 0-1,-1 1 0,1-2 1,0 1-1,2 0-26,18 3 257,0-1-1,0-1 1,0-2 0,0 0-1,1-1-256,10 0 190,-31 1-206,1 0 1,0 0-1,-1 0 0,1 0 1,-1-1-1,1 0 0,-1 0 1,1 0-1,-1-1 0,2 0 16,-4 1-156,-1-1 0,1 1-1,-1-1 1,1 1 0,-1-1-1,0 1 1,0-1 0,1 1-1,-1-1 1,0 0 0,-1 0-1,1 0 1,0 0 0,0 1-1,-1-1 1,1 0 0,-1 0 0,0 0-1,0 0 1,0 0 0,1 0-1,-2 0 1,1 0 0,0-1 156,0-25-3954,0-4-784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56.3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12966,'0'0'1489,"0"0"-1281,0 0-208,0 0-849,0 0-4881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18.6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44 561 1457,'0'0'5733,"0"0"-2345,0 0-354,0 0-260,0 0-605,0 0-712,-7 1-395,-22 3-358,21-3-205,8-1-166,0 0-29,5-2-95,8-5-106,0-1-1,-1 0 1,0-1 0,0-1 0,5-5-103,28-22 150,71-43 49,5 5 0,2 5 0,132-53-199,-201 100-35,1 2-1,1 2 0,1 3 1,0 3-1,1 2 0,1 3 1,-1 2-1,33 2 36,-54 3-57,0 1-1,0 2 1,0 2 0,0 1-1,-1 2 1,8 4 57,66 25-300,9 10 300,-78-28-218,0 1-1,-2 3 1,-1 0-1,14 13 219,-44-29-102,0 1 1,-1 0-1,0 0 1,0 0-1,0 1 1,-1 0-1,0 0 1,-1 1-1,0 0 1,0-1-1,-1 2 0,0-1 102,-1-2-58,-1 0 0,0 0-1,-1 0 1,0 0-1,0 0 1,0 0 0,-1 0-1,1 0 1,-2 0-1,1 1 1,-1-1-1,0 0 1,-1 0 0,0 0-1,0 0 1,0-1-1,-3 5 59,-13 18-12,-1 0-1,-1-2 1,-2 0-1,0-1 1,-2-1-1,-14 10 13,15-11 3,-47 41 33,-2-3-1,-3-3 1,-54 31-36,-10-4 382,-106 46-382,208-116 176,35-16-43,2 0 46,0 0-17,8-3-164,0-4 3,0-1 0,-1 0-1,-1-1 1,1 0 0,4-8-1,19-26 55,-4 15-45,1 0 0,2 2 0,0 0 0,2 3 0,29-19-10,-53 39-75,-6 2-18,-1 1-54,-4 4-69,-75 73 286,-4-3-1,-2-4 0,-73 43-69,158-112 11,-1-1 0,1 1 0,-1-1 0,1 1 0,-1-1 0,1 1 0,-1-1 0,1 0 0,-1 1 0,1-1 0,-1 0 0,1 1 0,-1-1 0,0 0 0,1 0 0,-1 1 0,1-1 0,-1 0 0,0 0 0,1 0 0,-1 0 0,0 0 0,1 0 0,-1 0-1,0 0 1,1 0 0,-1 0 0,0 0 0,1-1-11,7-15 66,27-29-47,-4 11 10,2 0 0,2 2-1,1 2 1,14-8-29,-46 34-5,-2 4 0,-1-1 0,1 0 1,0 1-1,-1-1 0,1 1 1,0-1-1,-1 1 0,1-1 0,0 1 1,0 0-1,0-1 0,-1 1 1,1 0-1,0 0 0,0-1 0,0 1 1,0 0-1,0 0 0,-1 0 1,1 0-1,1 0 5,-1 0-144,-1 0-46,-3 3-42,-39 47 220,-2-2 0,-2-2-1,-17 11 13,-3 3 45,55-49 16,-1 0-1,0-1 1,-13 8-61,23-17 40,2-1 26,7-17-18,10-9-68,2 0-1,0 1 0,2 1 1,1 1-1,6-4 21,41-34-6,16-8 6,-32 32 27,-47 31 21,-6 5-99,-1 3-112,-10 16 87,0-1-1,-2 0 1,0-1-1,-1-1 0,0 0 1,-1 0-1,-4 1 77,-22 24 5,-212 196 593,191-181-497,62-54-100,0-1 0,-1 0 0,1 0 0,0 0 0,-1 0 0,1 0 0,0 1 0,0-1 0,-1 0 0,1 0 0,0 0 0,-1 1 0,1-1 0,0 0 0,0 0-1,0 1 1,-1-1 0,1 0 0,0 0 0,0 1 0,0-1 0,0 0 0,0 1 0,-1-1 0,1 0 0,0 1 0,0-1 0,0 0 0,0 1 0,0-1 0,0 0 0,0 1-1,0-1 1,0 0 0,0 1 0,1-1 0,-1 0 0,0 1 0,0-1 0,0 0 0,0 1 0,0-1 0,0 0 0,1 1 0,-1-1 0,0 0 0,0 0 0,1 1-1,22 2 15,46-9 27,-57 4-6,89-5 14,1 4 0,0 5-50,7-1 167,-108-5-120,0-1-1,0 1 1,-1-1 0,1 1 0,-1-1-1,0 0 1,0 1 0,-1-1-47,1-1 42,0-325 1455,0 330-1430,-4 25-156,-7 73 292,5-53-23,2 0 0,2 3-180,2-46 22,0-1 44,0-20 225,0-158-221,0 177-230,-1 4-151,1-2 282,0 0 0,0 0-1,0 0 1,0-1 0,0 1-1,0 0 1,0 0 0,-1-1-1,1 1 1,0 0 0,-1 0-1,1-1 1,0 1 0,-1 0-1,1-1 1,-1 1 0,1 0 0,-1-1-1,1 1 1,-1-1 0,1 1-1,-1-1 1,0 1 0,1-1-1,-1 1 1,0-1 0,1 1 29,-1-1-196,-5 0-1314,-1 0-1,1-1 1,0 1 0,0-1-1,0 0 1,-5-2 1510,-24-13-8166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19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44 192,'0'0'921,"0"0"396,0 0 300,0 0 224,0 0 259,-9 0 1955,11 0-750,67-4-344,0-2-1,15-7-2960,-26 4-1414,-1 3-1,6 2 1415,-68 3 14,1 1 0,0 0 0,0 0 0,0 0 0,0 1-1,0-1 1,-1 1 0,1 0 0,0 0 0,0 1 0,1-1-1,-1 1 1,0 0 0,0 0 0,1 0 0,-1 0 0,1 1-1,0-1 1,0 1 0,0 0 0,0 0 0,0 0 0,0 0-1,1 1 1,0-1 0,0 1 0,0 0 0,0-1 0,0 1-1,1 0 1,-1 0 0,1 0 0,0 0 0,0 0 0,1 0-1,-1 0 1,1 1 0,0 2-14,1 73 927,3-1 0,9 41-927,-7-21-58,-7-97 40,1 1 1,-1-1 0,0 0 0,0 0 0,0 0 0,0 0 0,-1 0-1,1 0 1,0 0 0,-1 0 0,1-1 0,-1 1 0,0 0 0,1-1 0,-1 1-1,0-1 1,0 0 0,0 0 0,0 0 0,0 0 0,0 0 0,-1 0 0,0 0 17,-59 21-163,53-19 162,-48 12 895,-34 4-894,130-16 905,1-2 1,12-1-906,1-9 400,0-1-1,-1-3 0,42-16-399,19-5 472,-108 33-453,0 0 0,0-1 0,0 0 0,-1 0 0,1 0 0,0-1 0,-1 1 0,1-1 0,-1 0 0,0-1 0,0 1 0,1-2-19,2-4-1134,-1 1 0,0-1 0,-1 0 0,0-1 0,3-6 1134,9-22-7404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32.9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475 1 1969,'0'0'1366,"0"0"-264,0 0-19,0 0-328,0 0-184,0 0 85,0 0 9669,-4 0-11243,-2 0 915,1 1 1,-1 0-1,0 0 0,1 1 0,-1 0 1,1 0-1,-1 0 0,1 0 0,0 1 1,0 0-1,-3 2 3,-56 44-44,31-22 67,12-11-2,2 1 1,0 1-1,2 0 0,0 2 0,0 0 0,2 0 0,1 2 0,1 0 0,0 0 0,2 1 0,0 1 0,-1 7-21,-1 9 88,1 1 0,2-1 0,2 2-1,2-1 1,2 1 0,1 0-1,2 5-87,1-14 153,-1 20-44,2-1 1,3 1-1,2-1 0,5 15-109,17 53 295,6-1 1,5-2-1,33 64-295,-47-122 45,24 50 756,-64-130-1014,-1 1 0,0 0 0,-2 2 0,-11-11 213,-15-15-298,24 24 25,7 6 28,0 0-1,0-1 1,2 0 0,-7-12 245,32 85 451,5-24-61,2-1 1,1-1 0,1 0 0,20 17-391,-41-47 73,-11-14 80,-23-20-3,-21-14-351,1-2-1,-37-47 202,121 150 126,9-5 23,-11-12 552,36 34-701,-56-62 49,0 0 0,1-2 1,0 1-1,1-1 0,0-1 1,0 0-1,0 0 0,1-2 1,2 1-50,-11-4 14,-1-1 0,1 0 0,0 0 0,-1 0 0,1-1 0,0 1 0,0-1 0,0 0 0,0 0 0,-1 0 0,1-1 0,0 1-14,-2-1 11,0 0-1,-1 1 0,1-1 0,0 0 0,-1 0 1,1 0-1,-1 0 0,0 0 0,1 0 0,-1 0 1,0-1-1,1 1 0,-1 0 0,0-1 0,0 1 1,0-1-1,0 1 0,-1-1 0,1 1 0,0-1 1,-1 0-1,1 1 0,-1-1 0,1-1-10,6-34 64,-2 0 0,-1 0 0,-2-1-1,-3-34-63,1 34-12,0 38 4,0 0-77,0 0 34,0 0-37,0 0-3,0 0-61,0 13-24,0 1 202,-1 0 0,-1-1 0,0 1 0,-1-1 0,-1 0 0,0 0 0,0 0 0,-1 0 0,-1-1-1,0 1 1,-1-1-26,6-11 5,0 0-1,0 0 0,0 0 0,-1 0 1,1-1-1,0 1 0,0 0 0,-1-1 1,1 1-1,0-1 0,-1 1 0,1-1 1,0 0-1,-1 1 0,1-1 0,-1 0 1,1 0-1,-1 0 0,1 0 0,0 0 1,-1-1-1,1 1 0,-1 0 0,0-1-4,-29-10-40,-6-6 18,25 12 10,0-1 1,1 1-1,-1-2 0,1 0 1,-8-6 11,19 12 1,-1 1 0,1 0 0,0-1 0,0 1 0,-1 0 0,1-1 0,0 1 0,0 0 0,0-1 0,-1 1 0,1-1 0,0 1 0,0 0 0,0-1 0,0 1 0,0-1 0,0 1 0,0 0 0,0-1 0,0 1 0,0-1 0,0 1-1,0-1 1,0 1 0,0 0 0,0-1 0,0 1 0,0-1 0,1 1 0,-1 0 0,0-1 0,0 1 0,1 0 0,-1-1 0,0 1 0,0 0 0,1-1 0,-1 1 0,0 0 0,1 0 0,-1-1 0,0 1-1,16-10-60,-5 4 49,5-5 27,1 2 0,0 0 0,1 1 0,0 1 0,0 1 0,0 0 0,1 2 0,0 0 0,15-1-16,-33 5-90,-1 0 20,0 0 17,0 0-16,-13 0-211,-5 2 282,1 1 0,0 1 1,0 1-1,0 1 1,0 0-1,1 1 1,0 0-1,-6 5-2,-14 5 58,29-14-15,-7 6 125,14-8-8,0-1-96,0 0-35,6 0-77,102 0 24,-107 0 0,-1 0 8,0 0 48,0 0 8,0 0 19,0 0-3,0 0-27,0 0 17,0 0-4,0 0-98,0 0-240,0 0-776,0 0-1831,0 0-2500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0.5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102 448 1793,'0'0'987,"0"0"312,0 0 326,0 0-56,0 0 149,0 0 269,0 0 257,0 9 725,0-5-2111,1-7 4092,7-21-4839,2 0-1,0 1 1,1 0-1,2 1 0,0 0 1,1 1-1,3-1-110,34-57-4,-26 36 28,-11 22-22,-2 0 0,0 0 1,-2-1-1,0 0 0,-2-1 0,0-2-2,-12 130-1110,-4-69 1131,-2 0 0,-1-1 0,-2 0 0,-2 0-1,-4 6-20,-98 168 248,79-144-245,22-39 11,-19 35-49,-19 46 35,52-104-6,1-1 0,0 1 0,0-1 0,0 1 0,1 0 0,-1 0 0,0-1 1,1 1-1,0 0 0,0 0 0,0 0 0,0-1 0,0 1 0,0 0 0,1 2 6,0-3-3,0-1-1,0 1 0,0-1 0,-1 1 1,1-1-1,0 0 0,1 1 1,-1-1-1,0 0 0,0 0 1,0 0-1,1 0 0,-1 0 1,1 0-1,-1 0 0,1 0 0,-1 0 1,1-1-1,0 1 4,9 2 0,0-1 0,1-1 0,-1 1 0,0-2 0,0 0 0,1 0 0,0-1 0,12 0 55,155-4 540,75-16-595,-232 18 158,-2-7-4236,-18 7 3367,0 0 0,0 0 0,0 0 0,0 0 1,-1-1-1,1 1 0,-1-1 0,0 0 0,0 1 1,0-1 710,1-1-79,27-92-7914,-15 37 4925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1.1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1 340 272,'0'0'1830,"2"-34"697,1-6-1670,2-31 1872,2 0 0,6-11-2729,-6 42 3319,-7 38-2050,0 2-377,0 0-234,0 4-185,0 793 4129,8-809-4231,69-173-373,34-75-202,-85 206 157,3 1 0,2 2 0,25-30 47,-32 54-30,-23 26-23,-1 4-136,-1 17 99,-1 1 1,-2-1 0,0 0 0,-1 0-1,0-1 1,-2 1 0,0-1 0,-2 0-1,0-1 1,-5 8 89,-24 35 8,-2-1-1,-18 17-7,56-74-9,0 0 0,0-1 0,0 1 1,0 0-1,0 0 0,1 0 0,-1 0 0,1 0 1,0 1-1,0-1 0,0 0 0,0 1 0,1-1 0,-1 0 1,1 1-1,0-1 0,0 4 9,1-4-5,0-1 1,-1 1-1,2 0 1,-1-1-1,0 1 1,0-1-1,1 1 1,-1-1-1,1 0 1,0 0-1,0 0 1,0 0-1,0 0 1,0 0-1,0 0 1,0-1-1,2 2 5,12 5 17,0 0 1,1-1-1,0-1 1,0 0-1,0-2 0,7 1-17,12 5 123,-4 1-60,-1 2 0,0 1 0,13 9-63,32 15 398,-74-37-405,2 1 2,0-1 0,-1 1-1,1-1 1,0 0 0,-1 0 0,1-1 0,0 1-1,0-1 1,0 1 0,0-1 0,3-1 5,-5 0-252,-1 0-1,1 0 1,0 0 0,-1 0-1,1 0 1,-1 0 0,1-1-1,-1 1 1,0-1 0,0 1-1,1-1 1,-1 1 0,0-1-1,0 0 1,-1 0 0,1 1-1,0-1 1,-1 0 0,1 0-1,0-1 253,2-4-1260,17-36-4383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1.7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8196,'0'0'2129,"0"0"-331,0 0-69,0 0-732,0 0-231,33 4 363,-6 0-853,41 4 589,1-2 0,19-3-865,-5-5 1243,-1-2 0,18-7-1243,-65 7 80,-33 3-224,-2 1-285,0 0-617,-16 1-3380,-64 17-1346,15-4 5234,63-9 902,1-1-1,0 0 0,0 1 1,0-1-1,0 1 0,1-1 1,0 1-1,0-1 0,0 1 1,0-1-1,1 1 0,-1-1-363,1 6 381,0 67 1443,3-1 0,9 48-1824,-7-89 512,1-1 0,2 0 0,1 0 1,2-1-1,1-1 0,16 31-512,-27-60 227,-1 0 1,1 0-1,-1 0 1,1 0-1,0 0 1,0 0 0,1-1-1,-1 1 1,0-1-1,1 1 1,-1-1-1,1 0 1,0 0-1,0 0 1,0 0 0,0-1-1,3 2-227,-6-3 286,0 0-46,0 0-158,0 0-90,0 0-429,0 0-804,-4-2-7701,-2-5-2656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3.4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639 1 2545,'0'0'2455,"0"0"-601,0 0 104,0 0-216,0 0-379,-1 3-186,-5 92 1243,3-30-1174,-5 69 2163,7 79-3409,-10-268 11,-10-30-11,10 48-22,2 0 0,1 0 0,2-1 0,-1-35 22,8 71-6,-1 0-1,0 0 1,0-1 0,0 1 0,0 0-1,-1 0 1,1 0 0,-1-1 0,1 1-1,-1 0 1,0 0 0,1 0 0,-1 0-1,0 0 1,-1 0 6,2 2-7,-1 0 0,1 0-1,-1-1 1,1 1 0,-1 0 0,1 0 0,-1 0-1,1 0 1,-1 0 0,1 0 0,-1 0-1,0 0 1,1 0 0,-1 0 0,1 1 0,-1-1-1,1 0 1,-1 0 0,1 0 0,-1 1-1,1-1 1,-1 0 0,1 0 0,0 1 0,-1-1-1,1 1 1,-1-1 0,1 0 0,0 1-1,-1-1 1,1 1 0,0-1 0,-1 1 0,1-1 7,-8 11-97,0-1 0,1 2 1,0-1-1,0 3 97,-34 58 34,-3-1 0,-4-3 0,-6 4-34,-168 189 128,208-245-113,0 0 0,1 1 0,0 3-15,10-14-2,-1-1 0,2 1-1,-1 0 1,1 1 0,-1-1 0,2 0 0,-1 0 0,1 1-1,0-1 1,0 1 0,1 5 2,0-11-3,0 0 1,0 0-1,0 0 0,1 0 0,-1 1 1,0-1-1,1 0 0,-1 0 1,1 0-1,-1 0 0,1 0 0,-1 0 1,1 0-1,0 0 0,0 0 1,0 0-1,-1-1 0,1 1 0,0 0 1,0 0-1,0-1 0,0 1 1,0-1-1,0 1 0,0-1 0,0 1 1,0-1-1,1 0 0,-1 1 1,0-1-1,0 0 3,42 5-88,-32-5 81,142 3 385,28-9-378,44 0 161,-224 6-171,0 0 0,-1 0 0,1 1 0,0-1 0,-1 0 0,1 0 0,0 0 0,-1 1 0,1-1 1,0 1-1,-1-1 0,1 0 0,0 1 0,-1-1 0,1 1 0,-1-1 0,1 1 0,-1-1 0,1 1 0,-1 0 0,0-1 0,1 1 0,-1-1 0,0 1 0,1 0 0,-1 0 0,0-1 0,0 1 0,0 0 0,1-1 0,-1 1 0,0 0 0,0 0 0,0-1 1,0 1-1,0 0 0,-1-1 0,1 1 0,0 0 0,0 0 0,0-1 0,0 1 0,-1 0 0,1-1 0,0 1 0,-1 0 0,1-1 0,-1 1 0,1-1 0,-1 1 0,1-1 10,-2 5-12,0 0-1,0-1 1,-1 1-1,0-1 1,1 0 0,-2 1-1,-1 1 13,-49 40-40,-2-3 0,-2-2 0,-42 21 40,-71 49 16,168-109-23,1 0 0,-1 0 0,0 1 0,1-1-1,-1 0 1,1 1 0,0 0 0,0-1 0,0 1 0,0 0 0,0 0-1,1 0 1,0 0 0,-1 1 0,1-1 0,0 0 0,0 2 7,1-2-11,0-1 0,0 0 0,0 1 0,0-1-1,1 0 1,-1 1 0,1-1 0,0 0 0,-1 0 0,1 0 0,0 1 0,0-1 0,1 0 0,-1 0 0,0 0 0,1-1 0,-1 1 0,1 0 0,-1 0 0,1-1 0,0 1 0,0-1 0,0 1 0,0-1 0,0 0 11,10 7 3,1-2 1,0 1-1,0-1 1,1-1 0,-1-1-1,1 0 1,0 0 0,1-1-1,-1-1 1,6 0-4,33 1 82,-1-2 0,13-3-82,-20 0-11,-25 1 23,-1-1 1,1 0-1,-1-1 1,0-2-1,-1 0 0,1 0 1,-1-2-1,0-1 0,6-3-12,-14 6 39,0 0 0,-1-1-1,0 0 1,0-1-1,0 0 1,-1-1-1,0 1 1,0-2-1,-1 1 1,0-1 0,-1 0-1,0 0 1,0-1-1,-1 0 1,0 0-1,3-8-38,-2-7-186,-1 0 0,-1 0 0,-1 0 0,-1-23 186,-2 64-4194,0 0-1510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3.8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1 258 7988,'0'0'1502,"0"0"336,0 0 13,0 0-735,0 0-530,6 10-76,87 121 1954,5-4 0,9 1-2464,-64-91 161,-7-9-56,-35-28-62,0-1-1,-1 1 1,1-1-1,0 0 1,0 1-1,-1-1 1,1 0-1,0 0 0,-1 1 1,1-1-1,-1 0 1,1 0-1,-1 0 1,1 0-1,-1 0 1,0 0-1,1 0 0,-1 0 1,0 0-1,0 0 1,0 0-1,0 0-42,17-73 329,-3-1-1,-4 0 1,0-38-329,13-100 476,8 63 1301,-24 246-9847,-6-51 2192,5-4-2963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4.3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83 7555,'0'0'4146,"0"0"-2081,0 0-613,0 0-97,0 0-733,16 1-409,-15-1-210,140 5 1097,-114-5-697,-1-2-1,1 0 1,-1-2-1,25-7-402,149-58 1572,-199 68-2018,-1 1-987,-1 0-2555,-7 0 944,-23 0-2599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4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1 498 12566,'0'0'1899,"0"0"-936,0 0 51,0 0 347,42-10-563,3-1-657,65-16 286,41-1-427,-76 17-134,0 3 1,57 3 133,-130 5-6,1 0 0,-1 1 0,1-1 0,-1 1 0,0-1 0,1 1 0,-1 0 0,0 0 0,0 0 0,0 1 0,0-1 0,0 0 0,0 1 0,0-1 0,0 1 0,0 0 0,-1 0 0,1-1 6,29 43 29,-14-19 66,-4-7-52,2 1 1,0-2-1,1 0 0,0-1 1,1-1-1,1 0 0,1-1 1,0-1-1,1-1 1,0-1-1,1-1 0,0 0 1,0-2-1,1 0 0,0-2 1,1 0-1,-1-1 0,1-2 1,0 0-1,9-1-43,-9-1 120,-1-1 0,1-1 0,-1-1 1,0-1-1,0-1 0,2-2-120,-13 3 69,0-2 0,0 1 0,-1-1 0,1-1 0,-1 0 0,0 0 1,-1-1-1,0 0 0,0 0 0,0-1 0,-1-1 0,4-5-69,-2 2 13,-2 0-1,0-1 0,0 0 1,-1 0-1,-1-1 1,0 0-1,-1 0 0,-1 0 1,0-1-1,-1 1 1,0-1-1,-1 0 1,-1 0-1,0 0 0,-1 0 1,-1 0-1,0 0 1,-1 0-1,-1 1 0,0-1 1,-1 0-1,-1 1 1,0 0-1,-1 0 0,0 1 1,-5-9-13,-1 5-4,0 0-1,-2 0 1,0 2 0,0-1 0,-1 2-1,-1 0 1,-1 1 0,0 0-1,0 1 1,-1 2 0,-1-1 0,0 2-1,0 1 1,-1 0 0,0 1 0,0 1-1,-1 1 1,1 1 0,-1 1 0,-16-1 4,21 3 118,-1 1 1,0 0 0,1 2-1,-1-1 1,1 2 0,-11 3-119,18-3 21,0 1 0,0 0 1,0 0-1,0 1 1,1 0-1,0 0 0,0 1 1,0 0-1,1 1 0,0 0 1,-5 6-22,-3 5-180,0 1 0,1 0 0,1 1 0,-3 6 180,-18 49-6107,25-48-1278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02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2245 190 6499,'0'0'2454,"0"0"-383,0 0-44,0 0-474,0 0-459,0-5-51,0-10-272,0 5 3049,-4 7-3467,1 0-1,-1 0 1,0 1-1,0-1 1,0 1-1,0 0 1,-4-1-353,4 1 168,-50-22-206,-2 3-1,0 2 0,-1 3 0,-1 2 0,0 2 1,-53-3 38,-74 3-441,-100 8 441,221 4-10,4 1 19,0 3 0,-1 2 0,1 3 0,-26 8-9,52-8 2,2 0-1,-1 2 1,1 2-1,1 1 1,0 1-1,1 1 1,1 2-1,-18 15-1,13-2-48,2 1 0,1 2 0,2 1 0,1 2-1,-13 24 49,4-8-20,-34 41 52,26-36 28,2 3 0,-30 57-60,68-106-17,-1 0 0,2-1 1,0 1-1,0 1 0,1-1 0,1 1 0,0-1 1,0 1-1,1 0 0,1 9 17,0-21 29,0-1 73,0 0-14,0 0 5,0 0 32,0 0-63,0-6 4,-1-70-200,-2 40-10,3 0 0,1-1 0,1 1 1,2 0-1,6-24 144,-14 148-998,-14-24 1073,12-45-35,1 0 1,0 1-1,2-1 1,0 1-1,0 11-40,3-31 11,0 0 5,0 0 5,9-4 113,10-18-3,-2 0 1,0-2-1,-1 0 1,4-12-132,0 2-19,1 1 0,6-5 19,-19 31-224,-13 18-49,-13 19-6,-6-2 253,-1-1 1,-1-1 0,-2-2-1,-9 7 26,-37 32 136,73-62-109,1-1 8,23-2-51,177-59 347,-146 48-385,-53 13 28,-1 0-25,-5-1-157,-1-1 0,0 2 0,0-1 1,0 1-1,1 0 0,-1 0 0,-2 1 208,1-1-245,-9 0 152,-1 0-1,1 2 0,0 0 1,0 0-1,0 2 0,1 0 0,-1 1 1,-13 6 93,27-11 109,7 2-117,-1-2-1,1 1 1,-1 0-1,1-1 1,-1 0 0,1 0-1,0 0 1,1 0 8,1-1 8,9 2 91,1-1-1,0-1 1,-1 0-1,1-1 1,-1-1-1,0-1 1,1 0-1,-1-1 1,-1-1-1,1 0 1,2-2-99,-18 7 12,0 1 1,0-1-1,0 1 1,0 0-1,1-1 1,-1 1 0,0-1-1,0 1 1,0-1-1,0 1 1,0-1-1,0 1 1,0-1 0,0 1-1,0 0 1,0-1-1,0 1 1,-1-1-1,1 1 1,0-1 0,0 1-1,0 0 1,0-1-1,-1 1 1,1-1-1,0 1 1,-1 0-1,1-1 1,0 1 0,0 0-1,-1-1 1,1 1-1,-1 0 1,1-1-1,0 1 1,-1 0 0,1 0-1,-1 0 1,1-1-1,0 1 1,-1 0-1,1 0 1,-1 0 0,1 0-1,-1 0-12,-19-11 534,16 9-606,-25-6-1983,28 8 1897,0-1-1,0 1 1,1 0-1,-1 0 1,0 0-1,0 0 1,0 0-1,0 0 1,0 0-1,0 0 1,0 0-1,0 0 1,1 0-1,-1 0 1,0 1-1,0-1 1,0 0-1,0 1 1,1-1-1,-1 0 1,0 1 0,0-1-1,1 1 1,-1-1-1,0 1 1,0 0-1,1 0 159,-2 14-6987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04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2245 350 5651,'0'0'2131,"0"0"-293,0 0 350,0 0-411,0 0-497,0 0-186,-2-4 1783,-14-17-1899,-4 4-769,-1 1-1,0 1 1,-1 1-1,-1 0 1,0 2-1,-15-5-208,-28-16 230,-8-6 155,-2 3 0,-11 0-385,45 21-5,1 2 0,-2 2 0,0 1 0,-43-3 5,-102 2 172,-69 9-172,169 2-87,67 1 94,1 2 0,-1 0 0,0 1 0,1 1 0,0 0 0,0 2 0,0 0 0,1 2 0,0 0 0,-16 11-7,-30 22 13,2 2 1,-20 21-14,28-22-44,-30 24 82,3 3-1,-39 48-37,114-111-21,0 1 0,1 1 1,-1-1-1,2 1 0,-1 0 0,2 0 0,-1 1 0,1-1 0,0 1 0,-1 7 21,1 3 20,1 0 0,0 0 0,2 0 0,0 1 0,1-1-20,0-19-6,0-1 49,3-14 275,-3-142-975,0 155 697,0 8-234,-3 21 110,-1-1 1,-1 0 0,-2-1 0,0 0-1,-2 0 1,-12 25 83,3-5 67,18-44-27,0-2 24,0 0 22,0 0 111,0 0 14,0-23 224,1-8-434,1 0-1,2 1 1,1-1 0,1 1 0,2 0-1,1 0 1,6-11-1,-14 39-40,-1 2 0,0 13-224,0 12 200,0-1 1,-2 1-1,0-1 0,-2 1 1,-1-1-1,0 0 0,-2-1 0,-1 1 64,4-10 14,-6 10 29,9-24-35,1 0-3,0 0 54,0 0-11,0 0 2,0 0 86,0 0-72,2-22 80,13-19-109,-10 30-71,0-1-1,-1 1 1,-1-1 0,0 0-1,0 0 1,-1 0 0,-1 0-1,0-4 37,-3 24-84,0-1 1,0 0-1,-1 1 0,0-1 0,-1 0 0,1-1 1,-2 1-1,1-1 0,0 0 0,-4 4 84,-8 13-13,12-18 15,1 0 1,0 0-1,1 1 0,-1-1 0,1 0 1,0 1-1,1 0 0,-1 0 0,1-1 0,0 1 1,0 0-1,1 5-2,13-11 11,11-1 70,-1-1 0,1-1 1,-1-1-1,1-2 0,-1 0 1,-1-1-1,1-2 1,-2 0-1,1-1 0,17-11-81,-11 5 42,-16 8-29,1 1 0,0 0-1,1 1 1,0 0 0,0 1 0,0 0 0,0 1 0,1 1 0,13-1-13,-26 4-62,-2 0 4,0 0-30,0 0-54,-3 0 120,0 1 0,0-1 0,0 1 1,0 0-1,1 0 0,-1 0 0,0 0 0,1 0 0,-1 1 0,1-1 0,0 1 0,-1-1 0,-1 3 22,-6 3-8,-1-2 39,1-1 0,-1 0 0,0 0 0,0-1 0,-1 0 0,1-1 0,-1 0 1,-5-1-32,-98 0 263,60-2 4,55 1-250,-1 0 0,1 0 0,-1 0 0,1-1 0,-1 1 0,1 0 0,-1 0 0,1 0 1,-1 0-1,1-1 0,-1 1 0,1 0 0,0 0 0,-1-1 0,1 1 0,-1 0 0,1-1 0,0 1 0,-1 0 0,1-1 0,0 1 1,-1-1-1,1 1 0,0 0 0,-1-1 0,1 1 0,0-1 0,0 1 0,0-1-17,-1-2-2927,1 2 1506,-3 1-4245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07.1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2077 2865,'0'0'1102,"0"0"168,0 0-139,0 0-458,0 0 210,0 0 194,0 0-4,2 4 4789,11 1-4817,3-3-898,-1-1 0,1 0 1,0-1-1,-1-1 0,1 0 0,0-1 0,-1-1 0,0-1 0,1 0 1,-2 0-1,1-2 0,0 0 0,2-2-147,23-18 239,-2-2-1,0-2 1,-2-2-1,-1-1 1,26-32-239,-15 10 61,-3-2 0,-2-2 1,19-40-62,-39 59 67,-2 0 0,-1-2 0,-3 0 0,-1-1 0,-2-1 0,-3 0 1,0-8-68,4-45 320,-5-1-1,-4-72-319,-5 155 40,0 1 0,-1-1-1,-1 0 1,0 1-1,-1 0 1,-1 0 0,0-1-40,-46-98 179,16 39-182,35 72 3,-72-164 67,-35-49-67,102 206 51,-1 0 0,1 1 0,-2 0 0,1 1 0,-1-1 0,-4-2-50,11 10 33,0 0 1,0 0 32,0 0 23,0 0 62,0 0-80,0 0 40,0 0-61,-7 30-630,6-22 531,-3 16 75,0 1 0,-2-1 1,-1 0-1,-1 0 0,-1-1 0,-9 17-27,17-39 27,1-1 13,0 0-3,-2-48 9,-8-44-46,4 44 26,0-45-26,4 53-108,-2 29 0,0 28-12,-7 52 85,-4 0 0,-6 12 35,27-201 430,-3 96-459,-3 23 25,0 0 0,-1-1-1,1 1 1,0-1 0,0 1 0,0 0 0,1-1-1,-1 1 1,0-1 0,0 1 0,1 0-1,-1-1 1,1 1 0,-1 0 0,1-1 0,0 1-1,-1 0 1,1 0 0,0 0 0,0 0-1,0-1 1,0 1 0,0 0 0,0 0 0,0 1-1,0-1 1,0 0 0,0 0 0,1 1-1,-1-1 1,0 0 0,0 1 0,1-1 0,-1 1-1,0 0 1,1-1 0,-1 1 0,1 0 0,-1 0-1,0 0 1,1 0 0,-1 0 0,1 0-1,-1 0 1,1 1 4,15-2-28,0 2 0,1 0 1,-1 1-1,0 0 0,15 5 28,-29-6-7,1 0 0,0 0 1,-1 1-1,1-1 0,-1 1 1,0 0-1,0-1 1,1 2-1,-1-1 0,0 0 1,-1 1-1,1-1 0,0 1 1,-1 0-1,1 0 0,-1 0 1,0 0-1,0 0 0,0 0 1,-1 0-1,1 1 1,-1-1-1,1 1 0,-1 0 1,0-1-1,-1 1 0,1 0 1,-1-1-1,1 1 0,-1 2 7,0 0-26,0 0 0,0 0 0,-1 0 0,0 0-1,0 0 1,0 0 0,-1-1 0,0 1 0,0 0-1,0-1 1,-1 1 0,-2 3 26,-2 0 5,0 0 0,-1-1-1,0 0 1,-1 0 0,0 0 0,-1-1-5,-10 9 265,-1 0 0,-1-2 0,-9 4-265,60-72 827,7 7-723,-34 45-123,-2 2-31,0 0-102,0 0 42,-1 0 119,0 0-1,1 1 1,-1-1 0,0 0-1,1 0 1,-1 0-1,1 0 1,-1 0-1,0 0 1,1 0 0,-1 0-1,0-1 1,1 1-1,-1 0 1,1 0-1,-1 0 1,0-1 0,1 1-1,-1 0 1,1-1-1,-1 1 1,1 0 0,-1-1-1,1 1 1,-1-1-1,1 1 1,0-1-1,-1 1 1,1-1 0,0 1-1,-1-1 1,1 1-1,0-1 1,-1 1-1,1-1 1,0 0 0,0 1-1,0-1 1,0 1-1,0-1 1,-1 0 0,1 1-1,0-1 1,0 0-1,1 1 1,-1-1-1,0 1 1,0-1 0,0 0-1,0 1 1,0-1-1,1 1 1,-1-1-9,1-12-185,-1 8-322,0 4-5154,0 5-309,0 1 4915,0 7-6778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9.6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41 367 3185,'0'0'2359,"0"0"-153,0 0 262,0 0-56,0 0-486,0 0-547,0 0 5542,0-8-7121,-3-349 627,3 356-371,0 1-78,0 0-34,0 0-88,0 5-64,-5 110-95,-8 33 303,1-30 4,5 39-4,6-148 13,1 1-1,1 0 1,0-1 0,0 1-1,1-1 1,0 0-1,1 1 1,-1-1 0,2 0-1,3 7-12,-4-12 0,0 0 1,-1 0-1,2 0 0,-1-1 0,0 0 1,1 0-1,-1 1 0,1-2 0,0 1 0,0 0 1,0-1-1,0 0 0,1 0 0,-1 0 0,1-1 1,-1 1-1,1-1 0,-1 0 0,1 0 0,0-1 1,0 1-1,-1-1 0,3 0 0,7 1 93,0-1-1,1 0 1,-1 0 0,0-2-1,0 0 1,0 0 0,0-1-1,0-1 1,0-1-1,-1 0 1,14-6-93,19-12 378,-32 17-289,-1 0 1,0-1-1,0 0 0,0-1 1,9-8-90,-15 12-593,-6 4 343,-1 0-1,0 0 0,0 0 0,1 0 0,-1 0 0,0 0 0,1-1 1,-1 1-1,0 0 0,0 0 0,1 0 0,-1 0 0,0-1 1,0 1-1,0 0 0,1 0 0,-1-1 0,0 1 0,0 0 0,0 0 1,0-1-1,1 1 0,-1 0 0,0 0 0,0-1 0,0 1 0,0 0 1,0-1-1,0 1 0,0 0 0,0 0 0,0-1 0,0 1 0,0 0 1,0-1-1,0 1 0,0 0 0,0-1 0,0 1 0,0 0 1,0 0 250,0-9-5392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49.9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0 134 8148,'0'0'2985,"0"0"-1536,0 0-67,0 0-254,11 0-664,24 1 266,-1-2 0,1-2 0,0-1 0,-1-2 0,24-7-730,83-42 1435,-132 50-2959,-9 4 1266,1 1 0,-1-1-1,0 0 1,1 1 0,-1-1 0,0 0 0,1 1 0,-1-1-1,0 0 1,0 0 0,0 1 0,0-1 0,0 0 0,1 0 0,-1 1-1,-1-1 1,1 0 0,0 0 0,0 1 0,0-1 0,0 0-1,0 0 1,-1 1 0,1-1 0,0 0 0,-1 1 0,1-1-1,0 0 1,-1 1 0,1-1 0,-1 1 0,1-1 0,-1 1-1,1-1 1,-1 1 0,0-1 258,-27-22-5853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0.3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61 3426,'0'0'6290,"0"0"-5041,0 0 80,0 0-17,0 0-687,0 0 607,135 0 465,-73-9-513,-5-9-543,-2 3-241,-21 5-336,-14 4-64,-6 3-48,-11 3-240,0 0-1153,4 6-912,0 25-1585,3 9-1296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0.8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157 237 4322,'0'0'2190,"0"0"-437,0 0-59,0 0-192,0 0-416,0-3-75,0-31 276,1 14-766,-1-1 0,-1 0 0,-1 1 0,-2-9-521,3 23 209,0 1 1,-1-1 0,0 0 0,0 1 0,-1-1 0,1 1 0,-1 0 0,-1 0 0,1 0 0,0 0 0,-1 0 0,0 1 0,0-1 0,-1 1 0,1 0-1,-1 1 1,-1-1-210,6 4 17,0 0-1,-1 0 0,1 0 0,-1 0 1,1 0-1,-1 0 0,1 1 0,0-1 1,-1 0-1,1 0 0,-1 1 0,1-1 0,0 0 1,-1 0-1,1 1 0,0-1 0,-1 0 1,1 1-1,0-1 0,0 1 0,-1-1 1,1 0-1,0 1 0,0-1 0,0 1 1,0-1-1,-1 0 0,1 1 0,0-1 1,0 1-1,0-1 0,0 1 0,0-1 1,0 1-1,0-1 0,0 1 0,0-1 0,0 0 1,0 1-1,1-1 0,-1 1 0,0-1 1,0 1-1,0-1 0,1 1-16,0 25-136,3-2 240,2 0 0,1-1 0,1 0 0,0 0 0,6 8-104,12 33 150,-18-41-127,36 101-22,-5 4-1,-35-70-237,-4-48 47,-1-9 165,0 1-1,0-1 0,0 1 1,-1-1-1,1 0 1,0 0-1,-1 1 1,1-1-1,-1 0 1,1 0-1,-1 0 0,0 0 1,0-1-1,1 1 1,-1 0-1,0-1 1,0 1-1,0-1 1,1 0-1,-1 1 1,0-1-1,0 0 0,0 0 26,-51 6-106,53-6 104,-163 2 679,163-2-362,0 0-59,0 0-152,0 0-74,25 0 20,38-4 79,0-2-1,0-3 1,17-7-129,82-11 164,-150 25-51,-10 1-143,1 0-1,0 0 1,0 1-1,0-1 1,-1 1 0,1 0-1,0-1 1,0 1-1,0 1 1,0-1 0,0 0 30,-2-14-6329,1-11-642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1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6963,'0'0'3503,"0"0"-1521,0 0-210,0 0 101,0 0-846,10 1-285,250 5 2206,-151-7-4731,-27 1-4774,-98 0-3192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2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1 117 2465,'0'0'2593,"0"0"-373,0 0-312,0 0-222,0 0-384,0 0-91,0 0-107,9 5 777,40 34-1069,-1 2 0,-2 2 0,-2 3 0,26 34-812,-29-32 180,18 21-12,-35-38-120,1-1 0,2-1 0,1-2 0,1 0 1,14 7-49,-42-32 8,1-1 1,0 0 0,0 0 0,0 1 0,0-1 0,1 0 0,-1-1 0,0 1 0,0 0 0,0-1-1,1 1 1,-1-1 0,0 1 0,1-1 0,-1 0-9,-1 0 104,0-17 387,10-77-327,-4 0-1,-4-1 1,-10-90-164,4 151 365,-2-1-1,-1 1 1,-1 0 0,-8-19-365,13 52-88,-4-2 308,4 8-3863,2 56-5473,0-20 2732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4.0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85 166 4130,'0'0'3684,"0"0"-1347,0 0-426,0 0-292,0 0-616,0 26-237,4 16-125,2-1-1,1 0 1,2-1 0,2 0 0,7 12-641,8 19 831,-15-43-362,-1 0 0,3 18-469,-13-57 1372,-8-19-1413,-11 0-109,-1 0-1,-12-12 151,14 20-18,1 0 0,2-2 0,0 0-1,-9-22 19,17 30-31,2 1 0,0-1 0,0-1 0,2 1 0,0-1 0,1 1 0,1-1 0,0-15 31,2 27-12,0 0 0,1 0 0,-1 0 0,1 0 0,0 1 0,0-1 0,1 1 0,-1-1 0,1 1 0,0 0 0,0 0 0,0 0 0,1 0 0,0 1 0,-1-1 0,1 1 0,0 0 0,1 0 0,-1 1 0,0-1 0,5-1 12,13-8-21,1 1 0,1 1 1,20-6 20,-9 6-49,1 1 0,0 1 0,1 3 0,-1 0 0,1 3 0,13 1 49,-45 1-42,-1 0 1,0 0-1,1 0 0,-1 0 1,0 1-1,0 0 0,1 0 1,-1 0-1,0 1 1,0-1-1,3 3 42,-5-3-35,0 1 0,0 0-1,0 0 1,0 0 0,-1 0 0,1 0 0,-1 0 0,1 0 0,-1 1-1,0-1 1,0 0 0,0 1 0,0-1 0,0 1 0,0 0 0,-1-1-1,1 1 1,-1-1 0,0 2 35,3 10-33,-1-1-1,-1 1 0,0 0 1,-1 0-1,-1 0 1,0 0-1,-1 0 0,0-1 1,-1 1-1,-1-1 0,0 1 1,-1-1-1,0 0 1,-1-1-1,-7 12 34,-3-3-23,0-1 0,-2 0 1,0-1-1,-2-1 0,0 0 0,0-2 0,-2 0 1,0-2-1,-1 0 0,0-2 0,-24 10 23,27-11 173,18-6 63,33-4 85,-9-2-408,436 1 1013,-457 0-1107,14 0-6070,1 0 139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4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187 294 5603,'0'0'1494,"0"0"-160,0 0 229,0 0 54,0 0 71,-1-7-25,-3-25-868,-2 1 0,-1 0 0,-2 0 0,-1 0 0,-1 1 0,-2 1 0,-7-13-795,19 40 78,0 0-1,0 1 1,0-1 0,0 0 0,0 0 0,0 1 0,0-1 0,-1 1 0,1-1-1,-1 1 1,1-1 0,-1 1 0,1 0 0,-1 0 0,0 0 0,0 0 0,0 0 0,1 0-1,-1 0 1,0 1 0,-2-1-78,3 1 51,1 0-105,0 0 1,2 17 79,1 1 0,1-1-1,0 1 1,1-1 0,1-1-1,0 1 1,2-1 0,0 0-1,0 0 1,2-1 0,2 2-26,24 47 149,-22-39-108,-2 1 0,0 0 0,-1 1 0,-2 0 0,-1 0 0,-1 1 0,-1 0 0,-1 1-1,0 22-40,-7-49-5,1-1 0,0 1-1,0-1 1,-1 1-1,1-1 1,0 0 0,-1 1-1,1-1 1,-1 0-1,0 0 1,1 0 0,-1 0-1,0-1 1,0 1-1,0 0 1,1-1 0,-1 1-1,0-1 1,0 0-1,0 1 1,0-1 5,-1 1-15,-16 2-35,0 0-1,-1-1 0,1-1 1,0 0-1,-11-3 51,7 2 41,1 0 0,-1 1 0,-14 3-41,37-4 3,0 0 0,0 0 0,0 0 0,0 0 0,0 1 0,0-1 0,0 0 0,0 0 0,0 0 0,1 0 0,-1 0 0,0 0 0,0 1 0,0-1 0,0 0 0,0 0 0,0 0 0,0 0 0,0 0 0,0 1 0,0-1 0,0 0 0,0 0 0,0 0 0,0 0 0,-1 0 0,1 1 0,0-1 0,0 0 0,0 0 0,0 0 0,0 0 0,0 0 0,0 0-1,0 0 1,0 1 0,0-1 0,-1 0 0,1 0 0,0 0 0,0 0 0,0 0 0,0 0 0,0 0 0,0 0 0,-1 0 0,1 0-3,16 4-167,282 0 803,-171-5-514,-127 1-58,0 0-30,0 0 38,0 0 54,0 0 93,0 0-94,0 0 30,0 0-86,0 0-16,-2 0-703,0 1 0,0-1 0,0 1 0,0-1 0,0 0 0,0 1 0,0-1 0,0 0 0,0 0 0,0-1 0,0 1 0,0 0 650,-9-5-6635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6.0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0 4978,'0'0'3018,"0"0"-745,0 0-14,0 0-156,0 0-407,-6 2-540,-16 4-316,22-6-828,0 0 0,0 0 0,1 0 0,-1 0 0,0 0 0,0 0 0,0 1 0,1-1 0,-1 0 0,0 0 0,0 0 0,0 0 0,1 1 0,-1-1 0,0 0 0,0 0 0,0 0 0,0 1 0,0-1 0,1 0 0,-1 0 0,0 0 0,0 1 0,0-1 0,0 0 0,0 0 0,0 1 0,0-1 0,0 0 0,0 0 0,0 1 0,0-1 0,0 0 0,0 0 0,0 1 0,0-1 0,0 0 0,0 0 0,0 1 0,0-1 0,0 0 0,0 0 0,-1 0 0,1 1 0,0-1 0,0 0 0,0 0 0,0 0 0,0 1 0,-1-1 0,1 0 0,0 0 0,0 0 0,0 0 0,-1 0 0,1 1 0,0-1 0,0 0 0,-1 0 0,1 0 0,0 0 0,0 0-12,49 9 232,1-2 0,1-3-1,-1-1 1,1-3 0,12-3-232,34 1 282,-97 2 164,0 0 55,0 0-58,0 0-99,0 0-122,0 0-84,-27 3-9502,7-3 1456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7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0 367 5186,'0'0'2607,"0"0"-889,0 0-267,0 0-466,0 0-217,1 0-723,-1-1 0,0 1 0,0-1 0,0 1-1,0-1 1,0 1 0,0-1 0,1 1 0,-1 0 0,0-1-1,0 1 1,1-1 0,-1 1 0,0 0 0,1-1 0,-1 1-1,0 0 1,1 0 0,-1-1 0,0 1 0,1 0 0,-1 0-1,0-1 1,1 1 0,-1 0 0,1 0 0,-1 0 0,1 0-1,-1-1 1,1 1 0,-1 0-45,2 0 68,1 0 0,-1 0-1,0 0 1,1 1 0,-1-1 0,0 0-1,1 1 1,-1-1 0,0 1-1,0 0 1,0 0 0,1 0 0,-1 0-1,0 0 1,0 1 0,-1-1 0,1 0-1,0 1 1,0 0-68,41 38 921,-28-26-458,91 93 2874,28 43-3337,-50-54 796,3-4 1,36 24-797,-123-115 7,5 4 70,0-1 0,0 1 0,0-1 0,1 0 0,0 0 0,-1 0 0,1-1 1,0 0-1,1 0 0,-1-1 0,0 1 0,1-1 0,0-1 0,-1 1 0,5-1-77,-11-6 323,1-76-53,0 3-185,-2 1 0,-4-1 1,-9-34-86,2 48 31,-28-158 364,5-35-395,34 251 42,1 1-23,0 0 0,0-1 1,-1 1-1,1 0 0,-1 0 1,-1 0-1,1 0 0,-1 0 1,0 0-1,-1-3-19,2 8-141,1 0 5,0 0 81,0 0 0,-1 0 0,1 1 0,0-1 0,-1 0 0,1 0 0,0 0 0,-1 0 0,1 0 0,0 0 0,-1 1 0,1-1 0,0 0 0,0 0 0,-1 0 0,1 1 0,0-1 0,0 0 0,0 0 0,-1 1 0,1-1 0,0 0 0,0 1 0,0-1 0,0 0 0,-1 1 0,1-1 0,0 0 0,0 1 0,0-1 0,0 0 0,0 1 0,0-1 0,0 0 0,0 1 0,0-1 0,0 0 0,0 0 0,0 1 55,-5 37-3725,2 0 0,1 0 0,2 15 3725,0-38-1583,0 41-4815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8.3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60 1553,'0'0'3745,"0"0"-1432,0 0-746,0 0-388,0 0-387,-4 41 2292,6-15-2564,2 0 0,1 0 1,0 0-1,2-1 0,1 0 0,1-1 0,3 4-520,27 92 748,-35-102-892,5 20 1623,-9-38-1466,0 0 0,0 0 0,0 0 1,1 0-1,-1 0 0,0 0 0,0 0 0,0 0 0,0 0 0,0 0 0,0 0 1,0-1-1,0 1 0,0 0 0,0 0 0,0 0 0,1 0 0,-1 0 1,0 0-1,0 0 0,0 0 0,0 0 0,0 0 0,0 0 0,0 1 1,0-1-1,0 0 0,0 0 0,1 0 0,-1 0 0,0 0 0,0 0 1,0 0-1,0 0 0,0 0 0,0 0 0,0 0 0,0 0 0,0 0 1,0 0-1,0 0 0,0 0 0,0 0 0,0 1 0,0-1 0,0 0 0,0 0 1,0 0-1,1 0 0,-1 0 0,0 0 0,0 0 0,0 0 0,0 0 1,0 0-1,0 1 0,0-1-13,1-22 186,-3 1-149,-1 1-1,0-1 1,-2 0 0,0 1-1,-6-11-36,-8-38-55,12 40 60,-3-22 61,-3 1 0,-2 0 0,-13-29-66,30 79-67,1 0 0,-1 1-1,1-1 1,-1 1 0,1-1 0,-1 1-1,1 0 1,-1 0 0,0 0 0,0 0-1,2 1 68,-3-1-10,193 74 90,-136-56-41,-1 3 0,-1 2 0,-1 2 0,-1 3 0,23 18-39,-72-43-7,1 0-1,-1 0 1,0 0-1,-1 1 0,1 0 1,-1 0-1,0 0 1,0 0-1,0 1 1,-1 0-1,0-1 1,0 1-1,0 0 1,-1 1-1,0-1 1,0 0-1,0 1 0,-1-1 1,0 1-1,-1-1 1,1 1-1,-1 0 1,-1 2 7,1-7-4,-1 1 1,1-1-1,-1 1 0,0-1 1,0 0-1,0 0 1,0 1-1,-1-1 0,1 0 1,-1 0-1,1 0 0,-1 0 1,0-1-1,1 1 1,-1 0-1,0-1 0,0 1 1,0-1-1,0 1 1,-1-1-1,1 0 0,-1 0 4,-57 24 53,59-24-53,-49 14 732,-1-1 0,0-3 0,-53 4-732,65-4 547,19-4-465,11-6 107,8-1-9032,1 0 2672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3:59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31 7523,'0'0'3570,"0"0"-950,0 0-259,0 0-403,0 0-795,-7 2-429,-16 6-283,24-8-443,-1 0-1,0 0 1,0 0-1,0 0 1,0 0-1,0 0 1,0 0-1,0 0 1,1 0-1,-1 0 1,0 0-1,0 0 1,0 0-1,0 0 1,0 0-1,0 0 1,0 0-1,1 0 1,-1 0-1,0 0 0,0 0 1,0 0-1,0 0 1,0 0-1,0 0 1,0 0-1,1 0 1,-1 0-1,0 0 1,0 0-1,0 0 1,0 1-1,0-1 1,0 0-1,0 0 1,0 0-1,0 0 1,0 0-1,0 0 1,1 0-1,-1 0 1,0 1-1,0-1 1,0 0-1,0 0 0,0 0 1,0 0-1,0 0 1,0 0-1,0 1 1,0-1-1,0 0 1,0 0-1,0 0 1,0 0-1,0 0 1,0 0-1,0 0 1,-1 1-1,1-1 1,0 0-1,0 0 1,0 0-1,0 0 1,0 0-1,0 0 1,0 0-1,0 0 1,0 0-1,0 1-7,52 1 838,-34-1-746,268-3 1166,-80-2-326,-206 4-262,0-12-261,0-2-7610,0-3-1161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3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0 1761,'0'0'830,"0"0"74,0 0 110,0 0 90,0 0 153,0 0 194,-16 0 5783,8 0-9292,8 0-3259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4.7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0 551 848,'0'0'1673,"0"0"-512,0 0 277,0 0 272,0 0 120,0 0 376,3-13 46,6-42-230,-7 41-386,-2 14-449,3 20-115,27 53-604,2-1-1,33 50-467,-26-49 42,148 299 161,-186-370-188,0 0 0,0 0 0,0 0 0,0 0 1,0-1-1,0 1 0,1 0 0,-1 0 1,1-1-1,0 1 0,-1-1 0,1 0 0,0 1 1,1 0-16,-2-2 17,0 0 1,-1 0 0,1 0 0,0 0 0,-1 0-1,1 0 1,0 0 0,-1 0 0,1 0 0,0 0-1,-1 0 1,1 0 0,0-1 0,-1 1-1,1 0 1,-1 0 0,1-1 0,0 1 0,-1-1-1,1 1 1,-1 0 0,1-1 0,-1 1-1,1-1 1,-1 1 0,1-1 0,-1 1 0,0-1-1,1 0-17,3-7 116,0 0 0,0 0 0,0 0 0,-1-1 0,-1 0 0,1-1-116,0 1-53,19-77 95,-4 0 1,-3-2 0,-4 1-1,-3-28-42,-4-360 393,-6 263 55,2 402-5265,0-48-4258,0-79 2931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5.4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79 6067,'0'0'1630,"0"0"-742,0 0 697,0 36 192,3 118-475,0-111-412,1-1 1,3 0-1,9 30-890,2 14 912,-9-43-436,-6-27-112,1 1 0,-2-1 0,1 15-364,-3-30 94,0-1 117,0 0 7,0 0 17,0-30 189,-3-15-523,-2 0 0,-1 0 0,-3 0 0,-7-20 99,0 0 114,-3-43-114,18 100-18,0 0 1,1 0-1,-1 0 1,2 0-1,-1 0 1,1 0-1,2-6 18,-2 10-8,0 1-1,0-1 1,1 0-1,0 1 1,0-1-1,0 1 1,0 0-1,0 0 1,1 0-1,-1 0 0,1 0 1,0 0-1,0 1 1,0-1-1,0 1 1,2-1 8,22-13-10,0 2 0,1 0 1,1 2-1,0 1 0,0 2 1,1 0-1,0 2 0,1 1 0,-1 2 1,1 1-1,23 1 10,-52 2-13,0 0 1,0 1-1,0-1 0,0 1 0,0-1 1,-1 1-1,1 0 0,0-1 0,0 1 1,-1 0-1,1 0 0,0 0 1,-1 0-1,1 1 0,-1-1 0,1 0 1,-1 1-1,0-1 0,0 1 0,0-1 1,1 1-1,-1 0 0,-1-1 1,1 1-1,0 0 0,0 0 0,-1-1 1,1 1-1,-1 0 0,1 0 0,-1 0 1,0 0-1,0 0 0,0 0 1,0 1 12,1 12-22,-1 0 1,0 0 0,-2-1 0,-1 8 21,2-15 4,-2 9-3,-1 1 0,-1-1 0,-1 0-1,0-1 1,-1 1 0,0-1 0,-2-1-1,0 0 1,0 0 0,-1 0 0,-11 11-1,-6 4 19,-2 0 0,0-2 1,-2-1-1,-17 10-19,-33 11 91,80-46-83,0 0 1,0-1 0,0 1 0,0 0 0,0 0 0,1 0 0,-1 0 0,0 0 0,1 1 0,-1-1 0,1 0 0,-1 0 0,1 0 0,-1 0 0,1 1 0,0-1 0,0 0-1,-1 0 1,1 1 0,0-1 0,0 0 0,0 0 0,1 1 0,-1-1 0,0 0 0,0 0 0,1 1 0,-1-1 0,1 0-9,0 3-25,0-1 1,0 0-1,1 0 0,-1 0 1,1 0-1,0 0 1,-1-1-1,1 1 0,1 0 1,0 1 24,18 11 33,0 0 0,1-2 0,0 0 0,1-1 0,22 7-33,50 28 307,-21-2 403,-64-43-1263,5-7-5369,-2-12-1636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6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59 212 976,'0'0'3415,"0"0"-2436,0 0-541,0 0 562,0 0 9,-6 3 1505,5-3-2262,1 0 0,0 0 0,0 1-1,-1-1 1,1 0 0,0 0 0,0 0 0,-1 0 0,1 0-1,0 0 1,0 1 0,-1-1 0,1 0 0,0 0 0,-1 0-1,1 0 1,0 0 0,0 0 0,-1 0 0,1 0-1,0 0 1,-1-1 0,1 1 0,0 0 0,0 0 0,-1 0-1,1 0 1,0 0 0,-1 0 0,1 0 0,0-1 0,0 1-1,0 0 1,-1 0 0,1 0 0,0-1 0,0 1-1,0 0 1,-1 0 0,1-1 0,0 1 0,0 0 0,0 0-1,0-1 1,0 1-252,-1-28 146,0 12 11,1 0 0,1 0 0,0-1 0,1 1 0,0 0 0,2-3-157,-3 16 1,0-1 0,1 1 0,-1-1 0,1 1-1,0-1 1,-1 1 0,2 0 0,-1 0 0,0 0 0,0 0 0,1 0 0,0 0 0,0 1-1,-1-1 1,1 1 0,1 0 0,-1 0 0,0 0 0,0 0 0,1 0 0,-1 1-1,1 0 1,0 0 0,-1 0 0,1 0 0,0 0 0,0 1 0,3-1-1,-2 0-34,1 1 0,0-1 1,0 1-1,0 1 0,-1-1 0,1 1 1,0 0-1,0 0 0,-1 0 1,1 1-1,-1 0 0,1 0 0,2 2 34,-5-2-7,0 1-1,0-1 1,0 1-1,-1 0 1,1 0-1,-1 0 0,0 1 1,0-1-1,0 1 1,0-1-1,0 1 1,-1-1-1,1 1 1,-1 0-1,0 0 0,-1 0 1,1 0-1,0-1 1,-1 1-1,0 3 8,3 17-2,-2 0 1,0 1-1,-1-1 0,-2 0 1,0 1-1,-2-1 0,-1 0 1,0-1-1,-2 1 0,-1-1 0,-4 9 2,-13 17 57,-2-1 0,-1-2-1,-3 0 1,-2-2-1,-21 20-56,41-45 159,14-10-4,30-5 37,-20-4-188,346 0 959,-355 0-891,-2 0 40,0 0-21,0 0 61,0 0-107,0 0-168,0 0-463,0 0-1039,-3-4-2102,-8-14-2329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7.0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56 2977,'0'0'2495,"0"0"-209,0 0 177,0 0-49,0 0-642,-7 0 1320,243-3 387,11-11-3479,-201 13 685,-46 1-693,0 0 24,0 0-72,0 0-115,-1-6-7542,-6 2 6764,-20-6-3336,-12-7-963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7.3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0 960,'0'0'6881,"0"0"-4032,0 0-1224,0 0-347,0 0-811,2 18-152,8 64 2069,15 47-2384,6 39 1871,-10-40 1181,13 26-3052,-34-151-423,3 10 1695,-3-2-5539,0-11-2264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9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1 768,'0'0'713,"0"0"170,0 0-176,0 0-112,0 0 80,0 0 160,0 0 42,0 0-20,0 0 90,0 0 40,0 0 80,0 0-45,0 0-94,0 0-98,0 0-128,0 0-201,0 0-162,0 0-51,0 0-101,0 0 13,0 0 0,0 0 91,0 0-43,0 0-50,0 0-1,0 0 75,0 0 11,0 0-75,0 0-51,0 0-69,0 0 33,0 0-57,0 0 13,0 0 6,0 0 82,0 0-53,0 0-80,0 0-24,0 0-21,0 0 13,0 0-54,0 0 62,0 0 27,0 0 45,0 0-53,0 0-49,0 0-42,0 0 16,0 0 35,0 0 37,0 0-3,0 0-23,0 0 42,0 0-51,0 0 43,0 0 16,0 0-5,0 0-11,0 0 40,0 0 8,0 0-48,0 0-3,0 0 9,0 0 12,0 0-4,0 0 55,0 0-50,0 0 34,0 0 8,0 0-66,0 0-27,0 0 22,0 0-38,0 0 58,0 0 52,0 0-1,0 0 72,0 0-5,1 15 0,6 10-23,0 0 0,1 0 0,1-1-1,5 6-136,-1 0 323,-1 1 0,4 22-323,-6 3 410,-3 1-1,-3 0 1,-1 0 0,-4 0 0,-2 7-410,1-11 232,-1-9 149,-2 1 0,-5 14-381,2-18 213,3-1-1,-1 41-212,9-80 28,-1 0-1,0 0 0,1 0 0,0 0 0,-1-1 1,1 1-1,-1-1 0,1 1 0,0-1 0,-1 0 1,1 0-1,0 0 0,-1-1 0,3 1-27,-1 0 57,51-2 360,0-3 0,-1-1 0,52-14-417,-59 11 71,-26 5-14,0 0-1,-1-1 0,0-1 0,14-6-56,-34 12-91,1 0 0,-1 0 0,0 0 0,1-1 0,-1 1 0,0 0-1,1 0 1,-1-1 0,0 1 0,1 0 0,-1-1 0,0 1 0,0 0 0,1-1 0,-1 1-1,0 0 1,0-1 0,0 1 0,0 0 0,1-1 0,-1 1 0,0-1 0,0 1 0,0-1-1,0 1 1,0 0 0,0-1 0,0 1 0,0-1 0,0 1 0,0 0 0,0-1 0,0 1-1,0-1 1,-1 1 0,1 0 0,0-1 0,0 1 0,0-1 0,-1 1 0,1 0 0,0-1-1,0 1 1,-1 0 0,1-1 0,0 1 0,-1 0 0,1 0 0,0-1 0,-1 1 0,1 0 91,-20-16-3843,-15-4-2949,-5-1-2912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9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1 258 5859,'0'0'2331,"0"0"-845,0 0 435,0 0-405,0 0-785,17 0 250,3 0-582,29 1 715,0-2-1,0-3 1,0-1-1,47-12-1113,-56 6 293,-1-3-1,0-1 1,-1-1-1,-1-2 0,3-4-292,-38 20-91,0 0 0,-1 1-1,1-1 1,0 0-1,-1 0 1,1 0 0,-1-1-1,0 1 1,0 0-1,0 0 1,0-1 0,0 1-1,0-1 1,-1 1-1,1-1 1,-1 1 0,1-1-1,-1 1 1,0-1-1,0 0 92,-4-52-7149,-5 23 941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29.8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86 7523,'0'0'2804,"0"0"-1483,0 0 186,0 0-309,0 0-619,27-5 192,36-5-180,84-14 2623,27-12-3214,-160 31-479,7 0 1931,-14 7-3445,-5 6-4287,-2 12-726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30.7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137 151 5298,'0'0'2017,"0"0"-1187,0 0-110,0 0 190,0 0-544,-1 1-654,-2-1 4073,6-3-1245,31-24-1901,-7 5-162,1 1-1,1 2 1,7-3-478,-24 16 56,0 0 0,0 1 0,0 1 0,1 0 0,0 1 0,-1 0 0,1 0 0,0 2-1,0 0 1,7 0-55,-17 1-2,0 0-1,1 0 1,-1 0 0,0 0-1,0 1 1,0 0-1,0-1 1,0 1 0,0 0-1,0 0 1,0 1-1,0-1 1,0 1-1,-1-1 1,1 1 0,0 0-1,-1 0 3,1 2 0,0-1-1,0 1 1,-1 0 0,1 0-1,-1 0 1,0 0 0,0 0-1,-1 1 1,1-1-1,-1 1 1,1 2 0,1 5 43,-1 0 0,0 1 0,0-1 0,-1 1 0,-1-1 0,0 1 0,-1-1 0,0 1 0,-1-1 0,0 1 0,-1-1 0,0 0 0,-1 0 0,-1 0 0,0-1 0,0 1 0,-1-1 1,0 0-1,-1-1 0,-1 0 0,0 0 0,0 0 0,-1-1-43,-14 17 5,-1-1 1,-2-2-1,0 0 1,-2-2-1,0-1 1,-6 2-6,16-12 16,0 0-1,0-1 1,-1-1 0,0-1-1,-1-1 1,1-1 0,-1 0-1,0-1 1,0-2-1,-1 0 1,-3 0-16,24-2 5,-1-1 1,0 1-1,1 0 0,-1 0 1,1 0-1,-1 0 0,0 0 1,1-1-1,-1 1 0,1 0 1,-1-1-1,1 1 0,-1 0 1,1-1-1,-1 1 0,1 0 0,-1-1 1,1 1-1,-1-1 0,1 1 1,0-1-1,-1 1 0,1-1 1,0 1-1,-1-1 0,1 0 1,0 1-1,0-1 0,0 0-5,-2-25 6,2 20-20,1 1 0,0 0 1,0 0-1,0 0 0,1 0 0,-1 0 0,1 0 0,1 0 0,-1 0 14,3-1-5,0 1-1,0 0 1,0 0 0,1 0 0,0 0-1,0 1 1,0 0 0,0 0 0,1 1 0,-1 0-1,1 0 1,0 0 0,0 1 0,5-1 5,-7 2-7,0 0 0,0 0 0,0 0 0,0 1 0,0 0 0,0 0 0,0 0 0,0 1 0,0-1 0,0 1 0,0 1 0,0-1 1,0 1-1,0-1 0,-1 1 0,1 1 0,-1-1 0,1 1 0,-1-1 0,0 1 0,3 3 7,56 58 31,-35-34 8,1-1 0,18 12-39,-35-32 51,0-1 0,1 0 0,0 0 0,0-2 0,0 1 0,1-2 1,0 0-1,14 3-51,-11-4 257,1 0 0,0-2 0,0 0 0,0-2 0,0 0 0,1 0 0,-1-2 1,9-2-258,-24 3 58,0 0 1,0 0 0,0-1 0,0 1 0,0-1 0,0 0 0,-1 0 0,1 0 0,-1 0 0,1 0 0,-1 0 0,0-1-1,0 1 1,0-1 0,0 0 0,0 1 0,0-1 0,-1 0 0,0 0 0,1 0 0,-1 0 0,0 0 0,-1-1-1,1 0-58,2-11-182,-1 1-1,0-1 1,-1 1-1,-1-13 183,0 19-350,0 8 220,0 0-1,0-1 1,0 1-1,0-1 1,0 1 0,0 0-1,-1-1 1,1 1-1,0-1 1,0 1 0,0 0-1,0-1 1,0 1-1,-1-1 1,1 1-1,0 0 1,0-1 0,0 1-1,-1 0 1,1 0-1,0-1 1,-1 1 0,1 0-1,0 0 1,0-1-1,-1 1 1,1 0 0,-1 0-1,1 0 1,0-1-1,-1 1 1,1 0 0,0 0-1,-1 0 1,1 0-1,-1 0 1,1 0-1,0 0 1,-1 0 0,1 0-1,-1 0 1,1 0-1,0 0 1,-1 0 0,1 0 130,0 0-55,-19 0-6158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31.3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80 9364,'0'0'1756,"0"0"-417,0 0 115,0 0-835,0 0-438,17 0 228,20 0 8,106 1 2164,0-7-1,61-13-2580,-172 13 167,43-3-16,-75 9-243,0-1 1,0 1 0,-1 0 0,1 0-1,0 0 1,0 0 0,0 0 0,0 0 0,0 0-1,0 0 1,-1 0 0,1 0 0,0 0-1,0-1 1,0 1 0,0 0 0,0 0-1,0 0 1,0 0 0,0 0 0,0 0 0,0-1-1,-1 1 1,1 0 0,0 0 0,0 0-1,0 0 1,0 0 0,0-1 0,0 1-1,0 0 1,0 0 0,0 0 0,0 0 0,0-1-1,0 1 1,0 0 0,1 0 0,-1 0-1,0 0 1,0 0 0,0 0 0,0-1 0,0 1-1,0 0 1,0 0 0,0 0 0,0 0-1,0 0 1,1 0 0,-1 0 0,0-1-1,0 1 1,0 0 0,0 0 0,0 0 0,0 0-1,1 0 1,-1 0 0,0 0 0,0 0-1,0 0 1,0 0 91,-14-9-3449,-20-3-1473,-9 0-1881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31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 8948,'0'0'1814,"0"0"-829,0 0 386,0 0-909,22 0-153,433 0 2073,-338-6 1426,-114 3-1275,-2 2-6205,0 0-3564,11-7-2099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32.5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3 456 3522,'0'0'3977,"0"0"-2499,0 0-450,0 0 175,0 0-371,-1 31-45,-1 100 211,3-116-819,1-1-1,0 0 1,1 0 0,0 0 0,1 0-1,1 0 1,0-1 0,1 1 0,0-2-1,1 1 1,1-1 0,0 0 0,0 0-1,1-1 1,1 0 0,0 0 0,0-2-1,1 1 1,0-1 0,3 1-179,-1-1 164,1-1-1,0 0 1,0-1 0,0-1-1,1 0 1,0-1 0,0 0-1,1-2 1,-1 0 0,9 1-164,14 0 352,0-2 1,0-1 0,31-5-353,-56 3 61,0 0 1,0-2 0,0 0 0,0 0-1,0-1 1,-1 0 0,0-1 0,0-1 0,0 0-1,0 0 1,-1-2 0,0 1 0,-1-1 0,1-1-1,-2 0 1,1 0 0,-1-1 0,5-7-62,-3 1 66,-1 1 1,0-2-1,-1 0 1,-1 0-1,-1 0 1,0-1-1,-1 0 1,-1 0-1,-1-1 1,-1 1-1,0-1 1,-1-15-67,0-6 68,-1 1-1,-3-1 1,-2-12-68,1 33-10,-1 0-1,0 0 1,-2 1 0,0 0-1,-1 0 1,0 1-1,-10-16 11,5 13-38,0 1-1,-1 1 1,0 0-1,-2 1 0,0 1 1,-1 0-1,0 1 1,-1 0-1,-1 2 0,-1-1 39,3 4-15,0 1-1,-1 1 0,0 1 1,0 0-1,-1 1 1,1 1-1,-1 0 0,0 1 1,-1 2-1,1-1 0,-1 2 1,-4 1 15,7-1-8,1 1 0,-1 1 0,1 0 0,-1 1 0,1 1 0,-4 2 8,13-3-3,0 1 0,0-1 0,1 1 0,-1 1 1,1-1-1,0 1 0,0 0 0,0 0 0,1 1 0,-1-1 1,1 1-1,0 0 0,0 0 0,1 0 0,-1 1 0,0 3 3,-7 11 14,2 1-1,0 1 0,1 0 0,2 0 0,0 0 0,1 1 0,1-1 1,0 14-14,1 20 346,2 1 0,6 52-346,-3-88 73,2 0 0,0 0 0,4 9-73,4 14 32,-12-42-204,1 0-1,0 0 1,-1 1 0,1-1-1,-1 0 1,0 0 0,1 0-1,-1 1 1,0-1 0,-1 0-1,1 0 1,0 1 0,-1-1-1,1 0 1,-1 0 0,1 0-1,-1 0 1,0 0 0,0 0-1,0 0 1,0 0 0,-1 0-1,1 0 1,0 0 0,-1-1 0,1 1-1,-1 0 173,-34 14-7459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4:48.3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1290 73 22151,'80'-17'0,"-78"16"50,-1 1-1,0-1 0,1 1 0,-1-1 0,0 0 0,0 1 0,1-1 0,-1 0 0,0 0 0,0 0 0,0 0 0,0 0 0,0 0 1,0 0-1,0 0 0,-1 0 0,1 0 0,0-1 0,-1 1 0,1 0 0,0-1 0,-1 1 0,0 0 0,1-1 0,-1 1 1,0-1-1,0 1 0,1 0 0,-1-1 0,0 1 0,-1-1 0,1 1 0,0 0 0,0-1 0,-1 1 0,1-1 0,-1 1-49,1-11-418,0 11-187,-14 1-2487,4 0 1577,-1 1 0,1 0 0,-1 1 0,1 0 1,-10 3 1514,4 2-2167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02.4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61 4274,'0'0'2884,"0"0"-1609,0 0 443,0 0-90,0 0-673,0 0-224,0 0 304,-3-2 136,3 1-1201,-18-11 2244,17 12-2167,1 0 0,0 0 0,-1 0 0,1 0 1,-1 0-1,1 0 0,-1 0 0,1 0 0,-1 0 0,1 0 1,-1 0-1,1 0 0,-1 0 0,1 0 0,0 0 0,-1 0 0,1 1 1,-1-1-1,1 0 0,-1 0 0,1 1 0,0-1 0,-1 0 1,1 0-1,0 1 0,-1-1 0,1 0 0,0 1 0,-1-1 1,1 1-1,0-1 0,0 0 0,0 1 0,-1-1 0,1 1 0,0-1 1,0 0-1,0 1 0,0-1 0,0 1 0,0-1 0,0 1 1,0-1-1,0 1 0,0-1 0,0 1 0,0-1 0,0 1 1,0-1-1,0 0 0,0 1 0,0-1 0,1 1 0,-1-1-47,-1 28 252,2-1 0,0 0-1,2 0 1,1 0 0,2 0-1,0 0-251,80 298 594,5 14-139,-89-332-415,0 1 5,0-1-1,0 1 1,1-1-1,0 0 1,1 0-1,-1 0 1,1 0-1,1 0 1,-1-1-1,5 5-44,-8-11 20,-1 1 1,0-1-1,1 0 0,-1 0 0,0 1 0,1-1 0,-1 0 0,1 0 0,-1 1 0,0-1 0,1 0 0,-1 0 0,1 0 0,-1 0 1,1 0-1,-1 0 0,1 0 0,-1 0 0,1 0 0,-1 0 0,1 0 0,-1 0 0,1 0 0,-1 0 0,0 0 0,1 0 0,-1 0 1,1-1-1,-1 1 0,1 0 0,-1 0 0,0 0 0,1-1 0,-1 1 0,0 0 0,1-1 0,-1 1 0,0 0 0,1-1 0,-1 1 1,0-1-21,11-18 456,-10 17-431,13-32 30,-2 0 1,-1-1-1,-2 0 0,-2-1 1,-1 1-1,-1-6-55,3-68-44,-5-42 44,2-60 267,1 161-181,2 0 0,4-7-86,6-35 241,-15 81-1012,1 14-1821,0 16-1221,-4 16-1216,0 9-1569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03.3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1 168 688,'0'0'4829,"0"0"-2497,0 0-353,0 0-159,0 0-355,0-13 1074,0 168-391,0-150-2125,1 0 0,-1 0 0,1 0 0,0 0 0,0 0 0,1-1-1,-1 1 1,1 0 0,0-1 0,0 1 0,1-1 0,0 0 0,-1 0 0,1 0 0,0 0-1,1-1 1,-1 1 0,1-1 0,0 1 0,0-1 0,0-1 0,0 1 0,0 0 0,0-1-1,4 2-22,1-1 52,-1 1 0,1-2 0,-1 1-1,1-1 1,0 0 0,0-1 0,0 0-1,0 0 1,0-1 0,1 0 0,-1-1-1,0 0 1,0 0 0,0-1-52,-2 0 46,0-1 1,-1 0 0,1 0-1,-1-1 1,0 0 0,0 0 0,0 0-1,0-1 1,-1 0 0,0 0-1,0 0 1,0-1 0,-1 0-1,1 1 1,-1-2 0,-1 1-1,1 0 1,-1-1-47,4-8 23,0 0-1,-1-1 1,0 1-1,-1-1 1,-1 0-1,-1-1 1,1-5-23,-2 4 54,0 0 1,-1 0 0,-1 1-1,0-1 1,-2 0 0,-1-8-55,2 23 34,0-1-1,0 1 1,0-1 0,0 1-1,0-1 1,-1 1 0,0 0-1,0-1 1,0 1 0,0 0 0,0 0-1,0 1 1,-1-1 0,0 0-1,1 1 1,-1 0 0,0-1 0,0 1-1,0 0 1,-1 0 0,1 1-1,0-1 1,-1 1 0,1 0 0,-1 0-1,1 0 1,-1 0 0,0 0-1,1 1 1,-1 0 0,0-1-1,1 1 1,-3 1-34,-10-1 53,11-1-48,-1 0-1,1 1 0,0 0 1,-1 0-1,1 1 0,-1-1 1,1 1-1,-1 0 1,1 1-1,0-1 0,0 1 1,0 0-1,0 0 0,0 1 1,0-1-1,0 1 1,1 0-1,-1 1 0,1-1-4,-16 18-20,1 1-1,2 0 0,0 1 1,-8 17 20,24-34-6659,-2-3-267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1:35:44.08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2.4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312 459 4770,'0'0'1540,"0"0"-281,0 0 227,0 0-259,0 0-565,0 0 50,0 0 112,-2 1-182,0 0-1,0 0 1,0 0-1,0 0 1,-1 0 0,1 0-1,0-1 1,-1 1-1,1-1 1,-1 0-1,1 1 1,-1-1-1,-1-1-641,-2-14 146,1-1-1,0 0 1,2 0 0,-1-6-146,-10-38 60,-68-217 727,80 269-758,2 6-7,0 1-1,0-1 1,0 0-1,0 1 1,0-1 0,-1 1-1,1-1 1,-1 1-1,1-1 1,-1 1-1,1-1 1,-1 1-1,0 0 1,0-1-1,0 1 1,0 0 0,0 0-1,0 0 1,0-1-1,0 1 1,0 0-1,0 0 1,-1 0-1,1 1 1,0-1-1,-1 0 1,1 0 0,-2 0-23,3 1 135,0 0-65,0 0-39,2 17-62,1-1-1,0 0 1,1 0 0,1 0 0,1-1 0,0 0 0,1 0 0,1 0 0,0-1 0,9 11 32,15 34 46,-9-11 42,-3 2 0,-1 0 1,-3 1-1,-3 1 0,-1 1 1,-3-1-1,-2 1 0,-2 1 1,-3 41-89,-2-90-9,0-1 1,-1 1-1,1-1 1,-1 1-1,0-1 1,-1 0 0,1 1-1,-1-1 1,1 0-1,-1 0 1,-1 0-1,1 0 1,0 0-1,-1-1 1,0 1-1,-1 1 9,-2 0-12,0 1-1,-1-1 0,1 0 1,-1 0-1,0 0 1,-1-1-1,1 0 0,-8 2 13,-3 1-26,-2-1 0,1-1 0,0-1 0,-1-1 0,0 0 0,1-1 0,-10-1 26,-69-1 419,97 0-190,1 0 19,0 0-106,0 0-97,3 0-64,458 0 1105,-403-13-830,-43-28-7883,11-53-5294,-19 58 8823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2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0 462 496,'0'0'2431,"0"0"-156,0 0-87,0 0-40,0 0-233,2-25 6,4-69 2310,-2 118-4016,2 1-1,0-1 0,1 0 1,2-1-1,0 0 0,1 0 1,2-1-1,0 0 0,1-1 1,1 0-1,1-1 0,14 13-214,-19-23 43,1-1-1,0-1 0,0 0 0,1 0 1,0-1-1,0-1 0,1 0 1,-1-1-1,1 0 0,1-1 0,-1 0 1,1-1-1,-1-1 0,1 0 1,0 0-1,0-2 0,0 0 0,0 0 1,-1-1-1,10-3-42,-16 2 24,0 0 1,0 0-1,0-1 0,0 0 1,0 0-1,-1-1 0,0 0 1,0 0-1,0 0 0,0-1 1,0 0-1,-1 0 1,0-1-1,0 1 0,-1-1 1,1 0-1,-1 0 0,0-1 1,-1 1-1,0-1 0,2-4-24,6-15 67,-1 0 0,-2 0 0,0-1 0,-2 0 0,0-5-67,0-15-27,-1-1 0,-3-1 1,-2 1-1,-4-21 27,4 62 24,-1-1 1,0 1-1,0 0 1,-1 0-1,0 0 1,0 0-1,-1 0 1,0 0-1,0 0 1,-1 1-1,0 0 1,0-1-1,0 1 1,-1 1-1,-2-3-24,0 0 92,-2 1 1,1 1-1,-1-1 1,0 1-1,0 1 0,0 0 1,-1 0-1,0 1 1,-10-3-93,-12-2 165,0 2 0,-1 1 0,0 1 1,0 2-1,0 2 0,-9 1-165,12-1 20,-31 3-72,58-1 15,1 0-1,0 0 1,0 0 0,0 1-1,0-1 1,0 0-1,1 1 1,-1 0-1,0-1 1,1 1-1,-1 0 1,1 0 0,-1 0-1,1 0 1,0 0-1,0 0 1,0 0-1,0 0 1,0 1 0,1-1-1,-1 0 1,1 0-1,-1 1 38,-7 54-2207,7-15-1290,1-2-3453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3.4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 10069,'0'0'3825,"0"0"-986,0 0-609,0 0-399,4 2-1026,15 3-756,0-1 0,0-1 0,0 0 0,0-2 0,1 0 0,-1-1-1,0-1 1,6-2-49,36 1 161,-8 1 114,0-2 0,0-3 0,26-7-275,-65 7 918,-8 3-1355,-2 1-3571,-4 2-2683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6.5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216 1 7363,'0'0'1783,"0"0"-495,0 0 222,0 0-461,0 0-481,0 0-45,-8 25 357,-53 152 932,45-140-1355,-2-1 0,-1-1 0,-3 1-457,-1 1 180,2 2 0,-4 13-180,24-50-19,1 0 0,-1-1 0,1 1 0,0 0 0,0 0 0,0-1 0,0 1 0,0 0-1,0 0 1,0-1 0,1 1 0,-1 0 0,0 0 0,1-1 0,0 1 0,-1 0 0,1-1 0,0 1 0,0-1 0,0 1 0,0-1-1,0 1 1,0-1 0,0 0 0,1 1 0,-1-1 0,0 0 0,1 0 0,-1 0 0,1 0 0,-1 0 0,1 0 0,-1-1 0,1 1-1,1 0 21,10 5-13,1 0 0,0-1 0,0-1 0,3 1 12,-1-1 21,24 11 44,-1 1-1,8 6-64,-19-8-52,0-1 1,0-2-1,1-1 0,1-1 0,2-1 52,-31-8 3,0 0 1,-1 0-1,1 0 1,0 0-1,0-1 0,-1 1 1,1 0-1,0-1 1,-1 1-1,1 0 1,0-1-1,-1 1 0,1-1 1,0 1-1,-1-1 1,1 1-1,-1-1 1,1 0-1,-1 1 1,0-1-1,1 1 0,-1-1 1,1 0-1,-1 0 1,0 1-1,0-1 1,1 0-1,-1 1 0,0-1 1,0 0-1,0 0-3,7-30 67,-6 23-48,4-34 74,-1-1 1,-2 0-1,-2 0 0,-2 0-93,0-34 1011,2 76-773,0 1-121,0 14-178,-5 164 2262,-26 150-2201,27-280-280,2-1-1,3 14 281,0-14-5722,-1-43-147,0-4-2741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6.8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1 11845,'0'0'1377,"0"0"-945,0 0 1057,-6 174-673,6-110-303,-7-6-321,3-6 304,-2-6-224,2-12 48,4-7-288,0-12-64,0-8-368,0-7-817,0 0-1376,0-7-2305,0-35-1121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7.2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 5170,'0'0'3922,"0"0"-1793,0 0-464,0 0-259,0 0-785,12 0-111,54-2 444,5 1 1379,58 5-2333,-125-3 31,-1 0 1,0 0 0,0 0-1,0 1 1,0-1-1,0 1 1,0 0 0,0 0-1,0 0 1,-1 0-1,1 0 1,-1 1-1,1-1 1,-1 1 0,0 0-1,0-1 1,0 1-1,0 0 1,-1 0 0,1 0-1,-1 1 1,0-1-1,0 0 1,0 1-32,6 15 136,-2 0 0,0 1 0,0 12-136,-3-25 48,8 80 611,-4 0 1,-4 1 0,-4 32-660,0 7 526,4-110-1829,-1-15-2482,-1-11-385,-3-15-1237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7.5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1 184 7555,'0'0'4659,"0"0"-2578,0 0-497,0 0-239,0 0-241,214-76-447,-136 54-177,-17 1-256,-20 9-224,-18 6-32,-9 0-432,-7 6-481,-7-6-1472,0-10-1809,0-2-1520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8.2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9 7892,'0'0'2550,"0"0"-1104,0 0-192,0 0-157,0 0-537,-3-9 907,4 24-1048,2 0-1,0 0 1,1 0-1,0-1 1,1 0 0,1 0-1,0 0 1,1 0-1,5 6-418,15 35 691,41 118 905,-8 3-1,32 162-1595,-91-332-6,-1-4 9,0 0 0,1-1 1,-1 1-1,0 0 0,1 0 1,-1 0-1,1 0 1,-1 0-1,1-1 0,0 1 1,0 0-1,0-1 0,0 1 1,0 0-1,0-1 0,0 1 1,0-1-1,1 0 0,-1 1 1,0-1-1,2 1-3,-2-2-104,-1 0 5,0 0-26,0-10-225,-7-361-2491,7 361 2826,1 0 1,0 1-1,1-1 0,0 1 1,1-1-1,0 1 1,0 0-1,1 0 0,0 0 1,0 0-1,1 1 0,0 0 1,1 0-1,0 0 0,0 1 1,0-1-1,1 1 1,0 1-1,1 0 0,0 0 1,0 0-1,0 1 0,0 0 1,1 1-1,0-1 0,0 2 1,0-1-1,0 1 1,0 1-1,1 0 0,-1 0 1,1 1-1,0 0 0,-1 0 1,1 1-1,0 1 0,4 0 15,-11 0-19,1-1-1,-1 1 0,0 0 1,0 0-1,1 0 0,-1 0 1,0 0-1,0 1 0,0-1 1,0 1-1,-1 0 0,1 0 1,0 0-1,-1 0 0,1 0 0,-1 1 1,0-1-1,2 3 20,0 1-28,-1 0-1,1 1 1,-1-1-1,0 1 1,-1 0-1,0-1 1,0 1 0,1 7 28,1 10-3,-2 1 0,-1-1 1,0 0-1,-2 1 1,-1 1 2,-1-13 7,1 0 0,-2 0 0,0 0 0,0 0 1,-1-1-1,-1 0 0,0 0 0,-1 0 0,0-1 1,0 0-1,-2 0 0,1-1 0,-1 0 0,-1 0 1,1-1-1,-2 0 0,0 0-7,-2 1 6,0 0-1,0-1 1,-1-1 0,0 0 0,-1-1-1,0 0 1,0-1 0,0-1 0,-1 0-1,0-1 1,0-1 0,0 0 0,0-1-1,-1-1-5,-13-2 59,30 1-66,0 0-1,0 0 1,0 0 0,0 0-1,0 0 1,0 0 0,0 0-1,0-1 1,0 1 0,0 0-1,0 0 1,0 0 0,0 0-1,0 0 1,0 0 0,0 0-1,0 0 9,49 5-211,-27 2 273,0 1-1,-1 2 1,0 0-1,19 12-62,-16-9 126,1 0 0,1-1-1,5 0-125,-17-7 373,1-1 0,-1-1 0,1-1 0,0 0 0,14 0-373,-7-2-3315,1 0-4127,-23 0-3000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8.6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6 4786,'0'0'2729,"0"0"-664,0 0 46,0 0-286,0 0-609,-6 11-397,-13 29-251,19-39-542,0 0 0,1-1-1,-1 1 1,0 0 0,1-1 0,-1 1-1,1 0 1,-1-1 0,1 1-1,-1-1 1,1 1 0,-1-1-1,1 1 1,0-1 0,-1 1 0,1-1-1,0 0 1,-1 1 0,1-1-1,0 0 1,-1 1 0,1-1-1,0 0 1,0 0 0,-1 0 0,1 0-1,0 0 1,0 0 0,-1 0-1,1 0 1,0 0 0,0 0-1,0 0 1,0-1-26,28-2 543,-29 2-477,1 0 0,0 0 0,0-1 0,-1 1 0,1 0 0,-1-1 0,1 1 0,-1 0 0,0-1 0,1 1 0,-1-1 0,0 1 0,0-1 0,0 1 0,0-1 0,0 1 0,0 0-1,0-1 1,-1 1 0,1-1 0,-1 1 0,1-1 0,-1 1 0,1 0 0,-1-1 0,0 1 0,1 0 0,-1 0 0,0 0 0,0-1 0,0 1 0,0 0 0,0 0 0,0 0 0,0 1 0,-1-1 0,1 0 0,0 0 0,0 0 0,-2 0-66,-2-1-159,-1 0 1,0 0-1,1 0 0,-1 0 1,0 1-1,0 0 0,0 0 1,0 1-1,-4-1 159,10 4-5787,0-1 3077,0-1-5843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9.2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6163,'0'0'3393,"0"0"-927,0 0-436,0 0-560,0 0-918,9 1-341,329 5 4639,-196-6-7290,-32-1-9820,-135 1 7746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5:59.7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 1 3185,'0'0'1721,"0"0"-235,0 0 254,0 0-420,0 0-223,-1 9 122,0 22-103,2 1 0,1-1 0,2 0 0,1 0 0,1 0 0,2 4-1116,24 69 2326,9 15-2326,-14-45 404,-3 1 1,13 74-405,-36-148-7,-1 0 1,0 1-1,1-1 0,-1 0 0,0 1 0,0-1 0,0 0 1,0 1-1,0-1 0,0 1 0,0-1 0,0 0 0,0 1 1,-1-1-1,1 0 0,-1 1 0,1-1 0,-1 0 0,1 1 1,-1-1-1,0 0 0,0 0 0,0 1 7,0-2-48,-1 1 0,0 0 0,0 0-1,0-1 1,0 1 0,0-1 0,0 0 0,0 0 0,0 1-1,0-1 1,0 0 0,-2-1 48,-15 2-33,-27 2-162,-10 2 256,-43 8-61,146-11 507,67-1-256,-76-6 91,1-2-1,-2-2 1,1-1-1,-1-2 1,33-16-342,-69 28-9,-1-2-7190,-3-2 3844,-6-11-6668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0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0 8740,'0'0'2559,"0"0"-457,0 0 32,0 0-506,0 0-772,-5 0-347,-6 1-310,13 1 82,30 4 433,57 3 646,220-9 1163,-308 0-2149,-1 0 29,0 0-62,0 0-141,0 0-157,0 0-96,0 0-222,0 0-379,0 0-920,0 0-1843,0 0-2914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1.4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0 272 1857,'0'0'1489,"0"0"-428,0 0 265,0 0 275,0 0-40,0 6-190,1 15-480,2 0 0,0 0 1,1-1-1,1 1 0,1-1 0,0 0 0,7 11-891,-1-3 616,2 1 1,1-2-1,1 0 0,1-1 0,2 1-616,-11-17 3,1 0 0,0-1-1,1 0 1,-1 0 0,2-1 0,-1 0-1,1-1 1,0 0 0,1 0 0,-1-2 0,1 1-1,1-1 1,-1-1 0,1-1 0,-1 1 0,1-2-1,0 0 1,0 0 0,0-1 0,0-1 0,1 0-1,11-2-2,-18 1-18,0 0 0,0 0 0,0 0 0,0-1 0,0 0 0,0 0 0,0 0 0,-1-1 0,1 0 0,-1-1 0,0 1 0,0-1 0,0-1 0,0 1 0,1-2 18,0-2-21,0 0 1,0 0-1,-1 0 0,0-1 1,-1 0-1,0 0 0,0 0 1,-1-1-1,3-8 21,2-13-149,-2 0-1,-1 0 1,-1-1-1,-2 1 1,-1-1 0,-2-15 149,-1 32-6,-1 0 0,0 0 0,-1 0 1,-1 0-1,0 1 0,-1 0 0,0 0 1,-1 0-1,-1 0 0,0 1 0,-1 0 1,-1 1-1,1 0 0,-7-6 6,3 4 91,0 0-1,-1 2 1,0 0-1,-1 0 1,0 1-1,-1 1 1,0 0-1,-1 1 1,0 1-1,0 0 1,-1 1-1,-1 1-90,10 3 62,1 1-1,-1 0 0,1 1 1,-1-1-1,0 2 0,0-1 1,1 1-1,-1 0 0,0 1 0,1-1 1,-1 2-1,0-1 0,1 1 1,-1 0-1,1 1 0,0 0 1,0 0-1,0 0 0,0 1 0,0 0 1,1 0-1,-1 1 0,1 0 1,-5 5-62,1 2 50,-1 1 0,2 0 1,-1 0-1,2 1 0,0 0 1,1 1-1,0 0 0,1 0 1,1 1-1,0-1 0,0 7-50,-1 7 89,1 1-1,2-1 1,1 1-1,1 0 1,1 1-1,3 5-88,-2-26-265,2 0 1,-1 0-1,1-1 0,1 1 0,0-1 0,0 0 0,1 0 0,0 0 0,0 0 0,1-1 0,5 5 265,-3-3-766,1 0 0,0 0 1,0 0-1,1-2 0,1 1 0,-1-1 0,1-1 0,8 5 766,17 1-7820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3.1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170 144 80,'-1'0'30,"-1"0"-1,1 0 1,-1 0-1,1 0 0,-1 0 1,1-1-1,-1 1 1,1 0-1,-1-1 1,1 0-1,0 1 1,-1-1-1,1 0 1,0 1-1,0-1 1,0 0-1,-1 0 1,1 0-1,0 0 1,0 0-1,0 0 1,0-1-1,1 1 1,-1 0-1,0 0 1,0-1-1,1 1 1,-1 0-1,1-1 1,-1 1-1,1-1 1,-1 1-1,1-1 1,0 1-1,0 0 1,0-1-1,0 1 1,0-2-30,-4-15 349,2 11 166,2 6-481,0 0 0,0 1 1,0-1-1,0 0 0,0 1 0,0-1 0,0 0 0,-1 1 1,1-1-1,0 1 0,0-1 0,0 0 0,-1 1 1,1-1-1,0 1 0,-1-1 0,1 1 0,0-1 0,-1 0 1,1 1-1,-1 0 0,1-1 0,-1 1 0,1-1 0,-1 1 1,0 0-1,1-1 0,-1 1 0,1 0 0,-1-1 1,0 1-1,1 0 0,-1 0 0,1 0 0,-1 0 0,0-1 1,0 1-35,-13-3 170,12 2-60,0 0-1,0 0 1,0 0-1,1-1 1,-1 1-1,0 0 0,1-1 1,-1 1-1,1-1 1,-1 1-1,1-1 1,0 0-1,0 0 1,0 1-1,0-1 0,0 0 1,0 0-1,0 0 1,1 0-1,-1 0 1,1 0-1,-1 0 1,1 0-1,0 0 1,0-1-1,0 1 0,0 0 1,0 0-1,0 0 1,1 0-1,0-1-109,-1 0 470,0 3 691,0 0 341,0 0 253,0 0 185,-2 0-1710,1 1 1,0-1 0,0 1-1,0-1 1,0 1-1,1 0 1,-1-1-1,0 1 1,0 0-1,0 0 1,0 0-1,1-1 1,-1 1-1,0 0 1,1 0 0,-1 0-1,1 0 1,-1 0-1,1 0 1,0 1-1,-1-1 1,1 0-1,0 0 1,0 0-1,0 0 1,-1 0-1,1 1-230,-5 39-207,4-32 788,-43 312 937,41-296-2701,2-19-2641,1-2-3674,0-14 423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3.6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0 6835,'0'0'2457,"0"0"-899,0 0 56,-4 27-253,-1 5-854,2 0 0,1 12-507,2-42 47,0 0 0,0 0 0,0 0 0,0 0-1,1 0 1,-1 0 0,1 0 0,0 0 0,-1 0 0,1 0 0,0 0 0,0 0 0,0-1 0,0 1 0,1 0 0,-1-1 0,0 1 0,1-1 0,-1 1 0,1-1-1,-1 0 1,1 1 0,0-1 0,-1 0 0,1 0 0,0 0 0,0-1 0,0 1 0,0 0-47,5 0 158,0 1 1,-1-1-1,1 0 0,0-1 1,0 0-1,0 0 1,0 0-159,1 0 182,130 0 1429,-135 0-1597,0 0 0,-1 1-1,1-1 1,-1 1 0,1 0-1,-1 0 1,1 0 0,-1 0 0,0 0-1,0 0 1,1 1 0,-1-1 0,0 1-1,0-1 1,0 1 0,0 0 0,-1 0-1,1 0 1,0 0 0,-1 0 0,1 0-1,-1 1 1,1 1-14,4 8 28,0 1 1,-1-1-1,-1 1 0,1 3-28,-4-10 25,11 37 223,-3 1 0,-1 0 0,-3 0 1,0 25-249,-4 186 1204,-3-127-613,2 115-1512,0-243-848,0 0-1235,0-5-1398,0-20-1843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4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 6707,'0'0'3735,"0"0"-1713,0 0-805,0 0-545,0 0-114,40 2 109,137 4 32,-133-4-487,0-2-1,0-3 1,-1-1 0,1-1 0,28-10-212,-70 15 0,47-1-6158,-34 1 374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4.4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1072,'0'0'7897,"0"0"-4578,0 0-1779,0 0-246,0 0-937,11 2-242,35 4 686,0-2 1,0-1 0,0-3-1,3-2-801,19 1 2690,-88 9-10152,3-1-435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5.7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66 364 8836,'0'0'2532,"0"0"-934,0 0-510,0 0 313,0 0-571,-11 4-585,-32 13-106,33-13 128,10-4 288,0 0 365,0-36 1649,-1 24-2547,1-1 0,0 0 0,1 1 0,1-1-1,0 1 1,1 0 0,0-1 0,0 1 0,2 1-1,-1-1 1,2 0 0,-1 1 0,1 0 0,1 1-1,0-1 1,1 1 0,4-4-22,-1 1-30,1 1 0,0 1 0,1-1 0,0 2 1,1 0-1,0 0 0,0 2 0,1-1 0,0 2 0,1 0 0,0 1 0,0 1 0,0 0 0,1 1 0,-1 1 1,1 0-1,0 1 0,0 1 0,1 1 30,-16 0-10,0 0 1,0 0-1,0 1 1,0-1-1,0 1 1,-1 0-1,1-1 0,0 1 1,-1 0-1,1 0 1,0 0-1,-1 0 1,1 0-1,-1 0 1,1 1-1,-1-1 1,0 1-1,0-1 1,0 0-1,1 1 0,-1 0 1,0-1-1,-1 1 1,1 0-1,0-1 1,0 1-1,-1 0 1,1 0-1,-1 0 1,0 0-1,1-1 0,-1 2 10,2 10-31,-1 1-1,0 0 0,0 0 0,-2 4 32,1-5-5,1 7-4,0 0-1,-2 0 1,0 0-1,-1 0 0,-2 0 1,0-1-1,0 1 0,-2-1 1,-1 0-1,-5 11 10,-21 25 105,-3-1 0,-2-2 0,-2-2 0,-22 20-105,6-6 738,53-60-625,-1-1 0,1 1 0,0 1 1,0-1-1,0 0 0,1 1 0,-1 0 0,1-1 0,0 1 0,0 0 0,1 0 1,0 0-1,-1 0 0,2 0 0,-1 4-113,2-8 16,0-1-1,0 1 1,0 0 0,0-1-1,0 1 1,0-1 0,0 1-1,0-1 1,1 1 0,-1-1-1,0 0 1,0 1 0,1-1 0,-1 0-1,0 0 1,0 0 0,1 0-1,-1 0 1,0 0 0,0-1-16,41 1 268,-31 0-146,8 0 32,7 1 69,0-2 0,-1 0-1,1-2 1,-1 0-1,17-6-222,-10 0 158,0 0 243,0-2 1,9-5-402,-36 14-8,0 0 0,1 0 0,-1 0 0,1 1 0,0 0 0,-1 0 0,1 0 0,4 1 8,-9 0-774,-1 0-696,0 0-1038,1-2-2815,-1-3 2620,0 2 74,2-9-6479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6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 10789,'0'0'2193,"0"0"-1169,0 0 817,-14 186-848,8-131-881,2-6 16,-6-3-112,3-6-16,0-19-32,1-9-1313,6-12-1648,0 0-2482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6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15 248 1905,'0'0'5885,"0"0"-2945,0 0-1091,0 0-109,0 0-753,-3-5-470,1-1-454,0 1-1,0-1 1,1 0-1,-1-1 0,1 1 1,0 0-1,1 0 1,0 0-1,0-1 1,0 1-1,0 0 1,1 0-1,0 0 0,1-1 1,-1 1-1,1 0 1,1 1-1,-1-1 1,1 0-1,-1 1 1,2-1-1,-1 1 0,1 0 1,-1 0-63,2-3 116,1 1 0,-1 0 0,1 0 1,1 1-1,-1-1 0,1 2 0,0-1 0,0 1 0,1-1 1,-1 2-1,1-1 0,0 1 0,1 1 0,-1-1 0,0 2 1,1-1-1,2 0-116,-4 2 21,0 0-1,0 0 1,0 1 0,0 0 0,0 0 0,0 0-1,0 1 1,0 0 0,0 0 0,-1 1 0,1 0-21,-2 0 7,-1 1 0,1 0 0,-1-1 0,0 2 0,0-1-1,-1 0 1,1 1 0,-1-1 0,1 1 0,-1 0 0,0 0 0,-1 1 0,1-1 0,-1 0 0,1 3-7,5 8 10,-1 2 0,0-1 0,-2 1 0,0 0 0,-1 0 0,0 0 0,-2 1 0,0 0 0,-1-1 0,0 1 0,-2 0 0,0-1 0,-1 4-10,-2 1 15,0 1 0,-1-1 0,-2 0 0,0 0 0,-1-1 0,-2 0 0,0-1 0,-1 0-1,-12 18-14,-12 7 31,-1-1 0,-12 7-31,-21 26 221,67-75-178,-1 1 0,1-1 0,0 1 0,0 0-1,0 0 1,1-1 0,-1 1 0,1 0 0,-1 1 0,1-1 0,0 0-1,0 0 1,1 0 0,-1 1 0,1-1 0,-1 0 0,1 1 0,0-1-1,0 2-42,1-3 15,0 0 0,0 0 0,0 0 0,0 0 0,0 0 0,1-1 0,-1 1 0,1 0 0,-1-1 0,1 1 0,-1-1 0,1 0 0,0 1 0,-1-1 0,1 0 0,0 0 0,0 0 0,0 0 0,0 0 0,0-1 0,0 1 0,0-1 0,0 1 0,1-1 0,-1 0 0,0 0 0,0 1 0,0-2 0,1 1-15,37 3 365,-1-2 0,1-2 0,-1-1 0,0-2 1,0-2-1,0-2 0,0-1 0,11-6-365,-24 2-929,-23 9 31,1 1-1,-1-1 1,0 0 0,0 0-1,-1 0 1,1-1 0,-1 1-1,0-1 1,0 1-1,0-1 1,-1 0 0,1 0 898,11-33-8556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7.4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19 5987,'0'0'2390,"0"0"-530,0 0-129,0 0-362,0 0-273,-9-18 5569,8 44-6134,3-13-401,0 0 0,0 0 0,2 0 0,0-1 0,0 1 0,1-1 0,0 0 0,3 4-130,14 35 299,-2 13 9,-3 1 0,-3 0-1,3 45-307,15 70 798,-25-151-755,2-1 0,1 1 0,1-1 1,1-1-1,5 5-43,-14-28-43,-2-4-101,-1 0-165,-10-31-678,-1-1 0,-6-9 987,8 22-99,2 0 1,0 0-1,1 0 0,0-1 0,2 0 0,0 0 0,2 0 1,0-3 98,2 2 4,-1 3-27,2-1 0,0 1-1,2-8 24,-2 19-6,1 1-1,-1 0 0,1 0 0,1 0 0,-1 0 0,1 0 0,0 1 0,0-1 0,1 1 0,0 0 0,3-4 7,5-5-20,0 1-1,1 0 1,1 1-1,0 0 1,1 1-1,0 1 1,1 0 0,0 1-1,0 1 1,1 1-1,0 0 1,0 1-1,0 1 1,1 0-1,0 1 1,0 1-1,0 1 1,12 0 20,-28 2-16,1 1-1,0-1 1,0 0 0,0 1-1,0-1 1,-1 1 0,1 0-1,0 0 1,-1 0-1,1 0 1,-1 1 0,1-1-1,-1 1 1,1-1 0,-1 1-1,0 0 1,0 0 0,0 0-1,0 0 1,0 1 16,2 2-27,-1 0-1,1 1 1,-1 0 0,0 0-1,-1 0 1,0 0-1,0 0 1,0 0 0,0 2 27,1 9-26,-1 0 0,0 0 0,-1 0 0,-1 0 1,-1 0-1,-2 14 26,0-19-6,0-1 0,-1 0 1,-1 0-1,0-1 0,0 1 1,-1-1-1,0 0 0,0 0 0,-1-1 1,-1 0-1,0 0 0,0-1 1,0 0-1,-1 0 0,0-1 1,-7 4 5,-14 10-108,-2-2 1,0-1 0,0-1-1,-24 7 108,-52 10 6,107-34-7,1 1 1,-1-1 0,0 0-1,1 1 1,-1 0 0,0-1-1,1 1 1,-1-1-1,1 1 1,-1 0 0,1-1-1,-1 1 1,1 0-1,-1-1 1,1 1 0,0 0-1,-1 0 1,1 0 0,0-1-1,0 1 1,-1 0-1,1 0 1,0 0 0,0 0-1,0-1 1,0 1 0,0 0-1,0 0 1,1 0-1,-1 0 1,0-1 0,0 2 0,1 0-26,-1-1 1,1 1 0,0 0-1,0 0 1,0 0 0,-1 0-1,2-1 1,-1 1 0,0-1-1,0 1 1,0-1 0,1 1-1,0 0 26,14 7 6,-1-1-1,2 0 0,-1-1 1,1-1-1,0 0 1,0-2-1,0 0 0,13 1-5,0 1 118,-1 1-1,13 6-117,148 59 1865,-187-70-1091,1-4-2814,-3-2-4671,-1-24-2667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8.3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13 5138,'0'0'2820,"0"0"-893,0 0-324,0 0-368,0 0-402,-5 1 5200,-18 6-6114,21-5 80,0-1 1,0 1-1,0-1 1,0 0-1,0 0 1,-1 0-1,1 0 1,0 0-1,-1 0 1,1-1-1,0 1 1,-1-1-1,1 0 1,-1 1 0,1-1-1,-1 0 1,-1-1 0,3 1 120,1 0 144,0 0 104,9-1 248,4-4-764,26-7 694,-8 12-3406,-31-3-416,0-9-2362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9.0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7668,'0'0'3409,"0"0"-1197,0 0-630,0 0-784,0 0-500,25 1 199,-5 0-400,184 4 1782,-152-6-1109,-1-1 0,0-3 1,15-5-771,52-14 864,-91 20-8806,-38 4 6256,0 1 0,0 1 0,0 0 0,0 1-1,-3 1 1687,-29 8-4346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09.5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1 4434,'0'0'2046,"0"0"-93,0 0-205,0 0-462,0 0-57,4 18 151,117 345 4671,-81-276-5491,-31-72-571,-1 1-1,0-1 0,-1 2 1,-1-1-1,-1 1 1,0 0-1,-1 0 0,-1 1 1,1 13 11,-4-29-31,0-1-1,0 1 1,-1 0 0,1 0 0,-1-1 0,1 1 0,-1 0 0,1-1-1,-1 1 1,0 0 0,0-1 0,0 1 0,0-1 0,0 0-1,0 1 1,0-1 0,0 0 0,-1 1 0,1-1 0,-1 0 0,1 0 31,-4 2-77,1 0 1,-1-1-1,0 1 1,0-1-1,0 0 1,0-1-1,-4 2 77,-9 0-219,1 0 0,0-1 1,0-1-1,-5-1 219,-15 0-246,-2-1 541,0 3 0,-5 1-295,116 6 1523,158-12-573,6-1-5205,-239 4-1492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0.6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 5410,'0'0'3525,"0"0"-780,0 0-368,0 0-565,0 0-889,7 0-614,11 0-198,76 1 1731,1-5-1,79-13-1841,-156 14-141,22-4 877,-11 7-4727,-32-1-476,-1-2 2253,-2-1 120,-21-13-4565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1.0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9588,'0'0'1711,"0"0"-503,3 34 1094,-1-4-1704,-1-1-103,2 1 1,1-1-1,1 0 0,2 0 1,1-1-1,6 15-495,170 411 4002,-175-435-3910,0 0-710,-7-7-4008,-5-11-656,-14-1-2103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1.4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120 104 4098,'0'0'4450,"0"0"-2036,0 0-680,0 0-127,0 0-711,5 0-581,64-4 1306,0-3 1,-1-3-1,48-14-1621,37-6 133,-153 30-181,0 0-1,0 0 1,0 0 0,0-1 0,0 1 0,-1 0 0,1 0 0,0 0 0,0 0-1,0 0 1,0-1 0,0 1 0,0 0 0,0 0 0,0 0 0,0 0-1,0-1 1,0 1 0,0 0 0,0 0 0,1 0 0,-1 0 0,0 0-1,0 0 1,0-1 0,0 1 0,0 0 0,0 0 0,0 0 0,0 0 0,0 0-1,0 0 1,0-1 0,1 1 0,-1 0 0,0 0 0,0 0 0,0 0-1,0 0 1,0 0 0,0 0 0,1 0 0,-1 0 0,0 0 0,0 0 0,0 0-1,0 0 1,1 0 0,-1 0 0,0 0 48,-26-7-1377,-38-3-581,18 7 1762,18 1 136,-1 1 1,1 1-1,-13 3 60,32-2 3,-1 1 0,1 0 0,-1 0 0,1 1-1,0 0 1,0 1 0,0 0 0,0 1 0,1-1-1,0 2 1,0-1 0,-1 1-3,-3 5 24,-1 0 0,1 0 0,1 1 1,0 1-1,1 0 0,0 0 0,1 1 0,1 0 0,0 1 0,0-1 1,2 2-1,0-1 0,1 1 0,0 0 0,1 0 0,1 0 0,1 0 1,0 1-1,1-1 0,1 7-24,0-21 0,0 0 1,1-1-1,-1 1 0,1-1 1,-1 1-1,1 0 0,0-1 1,-1 0-1,1 1 1,0-1-1,0 1 0,0-1 1,0 0-1,0 0 1,1 0-1,-1 1 0,0-1 1,0 0-1,1 0 0,-1-1 1,1 1-1,-1 0 1,1 0-1,-1-1 0,1 1 1,-1-1-1,1 1 0,-1-1 1,1 0-1,0 0 1,-1 1-1,2-1 0,66 2 43,-52-2-15,105-5 182,-67 2 156,0 2-1,0 2 1,4 3-366,-52-3 9,0 0 0,0 1 0,0 0 0,0 0 0,0 0 0,0 1 0,0 0 0,-1 0 0,0 1 0,0 0 0,0 0 0,0 0 0,0 1 0,-1 0 0,0 0 0,0 0 0,0 1 1,-1-1-1,0 1 0,0 0 0,0 1-9,1 3 16,-1-1 0,0 1 1,0 0-1,-2 0 0,1 0 1,-1 1-1,0-1 1,-1 0-1,-1 1 0,1-1 1,-2 1-1,1-1 0,-1 1 1,-2 4-17,1-6 38,-1 0 0,-1-1 0,1 1 0,-1-1 0,-1 0 0,1 0 0,-1 0 0,-1-1 0,0 0 0,0 0 0,0 0 0,0-1 0,-1 1 0,-1-2 0,-3 4-38,-16 10 147,-1-1 0,-1-1 0,-22 9-147,26-14 108,0-1 0,-1-1 0,0-2 0,-1-1 0,0 0 0,-17 0-108,32-5 66,1-1-1,0 0 1,0-1 0,-1 0-1,1-1 1,0 0-1,0-1 1,0-1 0,0 1-1,0-1 1,0-1-1,1 0 1,0-1-1,0 0 1,0 0 0,0-1-1,-1-2-65,4 4-21,1-1-1,0 0 0,0 0 1,1 0-1,-1-1 1,1 0-1,0 0 0,0 0 1,1 0-1,0-1 1,0 0-1,1 0 0,0 0 1,0 0-1,0 0 1,1-1-1,0 1 1,1-1-1,-1 0 0,1 1 1,1-6 21,0 12-180,0 1 0,0-1 0,1 0 1,-1 0-1,0 0 0,1 0 0,-1 1 1,1-1-1,-1 0 0,1 0 0,-1 1 1,1-1-1,0 0 0,-1 1 0,1-1 1,0 0-1,-1 1 0,1-1 0,0 1 1,0 0-1,-1-1 0,1 1 0,0-1 1,0 1-1,0 0 0,0 0 0,0 0 1,0-1-1,-1 1 0,1 0 0,1 0 180,4-2-1444,35-9-7859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2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1 147 5138,'0'0'6318,"0"0"-4064,0 0-826,0 0-220,0 0-794,33 0-201,3 0-105,32 1 354,0-3 1,22-5-463,58-14 4997,131-36-4997,-264 50-212,-9-3-3647,-6 8 3379,0 1-1,0-1 1,-1 1-1,1 0 1,-1-1-1,1 1 1,-1 0-1,1 0 0,-1-1 1,1 1-1,-1 0 1,0 0-1,0 0 1,0 0-1,0 0 1,0 0-1,0 0 1,0 0-1,0 0 1,0 0-1,-1 0 481,-26-17-7528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2.5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0 575 8644,'0'0'2268,"0"0"-1102,0 0 546,0 0-578,0 0-859,37-2-96,-2 0-57,204-18 831,-175 12-591,-2-3 0,1-3 0,34-13-362,-66 16 80,-22 7-81,0 0 1,0 1-1,0 0 1,1 1-1,-1 0 1,1 0-1,-1 1 1,1 0-1,0 1 1,-1 0-1,3 1 1,-10 0 1,0 0 0,0 0 0,1 0 0,-1 0 0,-1 0 0,1 1 0,0-1 0,0 1 0,0-1 0,-1 1 0,1 0 0,-1 0 0,1-1 0,-1 1 0,0 0 0,0 0 0,0 0-1,0 1 1,1 1-1,18 48 101,-18-45-68,8 24 157,1-1-1,2 0 0,11 18-189,-17-36 63,0 0 0,1-1 0,1 0 0,0 0 0,0-1 0,1-1 0,0 1 0,1-2 0,0 1 0,1-1-63,5 3 27,0-2-1,1 0 0,0-1 0,1-1 1,-1-1-1,1 0 0,1-1 0,3-1-26,21 2 107,-1-1 0,1-3 0,6-2-107,-40 0 108,-1-1 0,1 0 0,-1 0-1,0-1 1,1 0 0,-1-1 0,0 0 0,-1 0-1,1-1 1,0 0 0,-1-1 0,7-5-108,-3 2 63,-1-2 0,0 1 0,0-2 0,-1 1 0,0-2 1,-1 1-1,0-1 0,-1-1-63,8-13 0,-2-1 1,-2 0 0,0-1-1,-2 0 1,0 0 0,-3-1-1,0 0 1,-1-3-1,-1-17-66,-2 0 0,-2-40 66,-2 49-92,2 30 45,-2 0 0,1 0 0,-1 0 0,-1 0 0,0 0 0,0 0 0,-1 1 0,0-1 0,-1 1 0,0 0 0,0-1 0,-1 2 0,0-1 0,-1 1 0,0 0 0,0 0 0,-1 0 0,0 1 0,0 0 0,0 0 0,-1 1 0,0 0 0,-9-5 47,2 3-1,0 1 0,0 0-1,-1 1 1,0 1 0,0 0-1,0 1 1,-1 1 0,-15-1 1,-1 1 58,0 2 1,-1 1 0,1 1-1,-3 3-58,19-1 37,-1 1 0,1 1 0,0 0 0,1 1 0,0 1 0,0 1 0,0 0 0,1 1-1,0 1 1,0 0 0,1 1 0,1 0 0,0 2 0,1-1 0,0 1-37,-21 25-158,2 1 0,1 1 1,3 2-1,-17 33 158,-1 6-5509,22-51-894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3.6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1 122 11541,'0'0'3127,"0"0"-1254,0 0-147,0 0-459,0 0-720,26 0-125,-16 0-366,144 0 1881,147-21-1937,-77-22 735,-145 24-888,0 4 1,1 4-1,0 3 1,7 3 152,-87 6-279,1 0 0,0 0 0,-1 0 0,1 0 0,-1 1 0,1-1 0,-1 0 1,0 0-1,1 0 0,-1 0 0,0 1 0,0-1 0,0 0 0,0 0 0,0 1 0,0-1 0,0 0 0,0 0 0,0 1 0,-1-1 0,1 0 279,-6 29-5187,5-28 4718,-1 0 1,0 0-1,0-1 1,0 1-1,-1-1 0,1 0 1,0 1-1,0-1 1,-1 0-1,1 0 1,-2 0 468,-35 12-6422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4.2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367 1 6035,'0'0'3255,"0"0"-1132,0 0-138,0 0-387,-2 27-453,-6 211 533,11-185-980,3 0 0,1-1-1,11 32-697,-4-14 2037,2 39-2037,-12 20-278,-6-127 250,1 1 0,-1-1 0,0-1 0,0 1-1,0 0 1,0 0 0,0-1 0,0 1 0,-1-1 0,1 0 0,0 0-1,-1 1 1,1-1 0,-1-1 0,1 1 0,-1 0 0,0-1-1,1 1 29,-5 1-77,-22 7-142,-1-1 0,-1-2 0,1 0 1,-31 0 218,-111-1 2352,150-5-1004,913 0 240,-890 0-1495,-1 0 3,0 0-69,0 0-257,0 0-250,0 0-400,0 0-524,-11-1-4905,-2-5 301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4.6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83 8644,'0'0'6288,"0"0"-3969,0 0-1292,0 0 195,0 0-857,41 0-186,279 0 125,-245-3-8,0-2 0,56-13-296,-131 18-18,0 0-1,1 0 1,-1 0-1,0 0 1,1 0-1,-1 0 0,0 0 1,1 0-1,-1 0 1,0 0-1,1 0 1,-1 0-1,0 0 1,1 0-1,-1 0 1,0 0-1,1 0 1,-1-1-1,0 1 0,1 0 1,-1 0-1,0 0 1,1 0-1,-1-1 1,0 1-1,0 0 1,1 0-1,-1-1 1,0 1-1,0 0 0,1-1 1,-1 1-1,0 0 1,0-1-1,0 1 1,0 0-1,1-1 1,-1 1-1,0 0 1,0-1-1,0 1 1,0 0-1,0-1 0,0 1 1,0 0-1,0-1 1,0 1-1,0 0 1,0-1-1,0 1 1,0 0-1,-1-1 1,1 1-1,0 0 1,0-1-1,0 1 0,0 0 1,-1-1-1,1 1 1,0 0-1,0-1 1,0 1-1,-1 0 1,1 0-1,0-1 1,-1 1 18,-21-14-3582,-26 1-1780,-15-1-2658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15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 14439,'0'0'1616,"0"0"-911,0 0 1776,0 0-768,264 33-881,-165-33-544,-18-27-16,-20 6-272,-27 8-32,-20 1-16,-14 9-240,0 3-96,0-6-1361,-24 6-1360,-10 0-1521,0 0-4627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28.2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72 321 4786,'0'0'4642,"0"0"-2670,0 0-769,0 0 91,0 0-582,0 0-477,-3 5-176,-7 11 5965,9-16-5675,2-4-285,0 0 0,0-1-1,-1 1 1,0-1-1,0 0 1,0 1-1,0-1 1,-1 1-1,0-1 1,0-1-64,-2-14 7,1-9-40,1 10 22,0 1 0,1-1 0,1 1 0,1-2 11,-2 16 1,1-1 0,0 1 0,0 0 0,0 0-1,0 0 1,1 0 0,0 0 0,-1 0 0,2 0 0,-1 0-1,0 1 1,1-1 0,-1 1 0,1-1 0,0 1 0,0 0-1,1 1 1,-1-1 0,2-1-1,13-7-22,1 1 0,-1 1-1,2 1 1,-1 0 0,1 2 0,0 0-1,0 1 1,1 1 0,0 1 0,-1 1-1,1 1 1,5 0 22,-24 2-9,0-1 0,1 0 0,-1 1 0,0 0 0,0-1 0,1 1 0,-1 0 0,0 0 0,0 0 0,0 1 0,0-1 0,0 0 0,-1 1 0,1-1 1,0 1-1,-1 0 0,1-1 0,-1 1 0,1 0 0,-1 0 0,0 0 0,0 0 0,0 0 0,0 0 0,0 0 0,0 1 0,0-1 0,-1 0 0,0 0 0,1 1 0,-1 1 9,3 12-24,-1 1 1,-1-1-1,0 1 1,-1 3 23,0-11-7,0 9-4,1-3 14,-1 0 0,0 0 0,-1 0 0,-1 0 0,0-1 0,-1 1 0,-1 0 0,0-1 0,-1 0 0,-1 2-3,-28 41 54,-2-1 1,-2-2-1,-3-1 0,-40 39-54,-59 77 695,137-167-634,1 1-1,0-1 0,1 1 1,-1-1-1,0 1 0,1 0 1,-1 0-1,1-1 0,0 1 1,0 3-61,8 1 509,16-4-402,-13-3-89,80 0 301,-1-3 0,59-12-319,-116 11 547,1 0 0,30 2-547,-63 1-1153,0-5 3970,0 3-7963,0 1-5797,0 2 3745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28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9508,'0'0'2988,"0"0"-1302,0 0-202,0 0-550,0 0-676,0 15 71,0 262 4796,0-154-7198,0-122-897,0-2-1474,0-4-1322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28.9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14 179 4786,'0'0'2604,"0"0"-606,0 0-21,0 0-397,0 0-628,-1 16-64,0 9-412,1 1 0,2-1 1,0 0-1,1 0 0,2-1 0,0 1 0,4 6-476,-1-9 206,1 0 0,0-1 1,2 0-1,0 0 0,2-1 0,0-1 1,1 0-1,5 5-206,-13-18 16,-1 0 0,1 0 1,0-1-1,1 0 0,0 0 0,0 0 0,0-1 0,0 0 0,0 0 1,1-1-1,0 0 0,0 0 0,0-1 0,0 0 0,0 0 1,0-1-1,0 0 0,1 0 0,-1-1 0,0 0 0,0-1 0,1 0 1,-1 0-1,0 0 0,0-1-16,-1-1 19,1 0-1,-2-1 1,1 1 0,0-2 0,-1 1-1,1 0 1,-1-1 0,-1 0 0,1-1-1,-1 1 1,0-1 0,0 0 0,4-7-19,6-9-30,-1-1 0,-1 0 1,4-12 29,-8 16-77,-2-1 0,0 0 0,-2 0 0,0 0 0,-1-1 1,0-12 76,-2 23-18,-2 1 1,1-1-1,-1 1 1,-1-1-1,1 0 1,-2 1-1,1-1 1,-1 1-1,-1 0 1,0-1-1,0 1 1,-1 0 0,0 1-1,0-1 1,-2-1 17,-7-7-4,-1 2 0,0-1 1,-2 2-1,1 0 0,-2 0 1,1 2-1,-11-6 4,16 11 71,-2 0 0,1 1-1,-1 0 1,0 0 0,0 2-1,-1-1 1,0 2 0,1 0 0,-1 1-1,0 0 1,-7 0-71,9 2 152,4 0 12,-1 0 0,1 0 0,-1 1 1,1 0-1,-8 2-164,12-1 24,1-1-1,0 0 1,0 1 0,0 0 0,0-1-1,0 1 1,0 1 0,0-1 0,0 0-1,1 1 1,0-1 0,-1 1-1,1 0 1,0-1 0,0 1 0,0 2-24,-10 15 20,1 1 0,1 1 0,1 0 1,1 0-1,1 1 0,1 0 0,0 4-20,-1 17-764,2 0 0,2 0 0,2 21 764,1-59-252,4 42-3029,-3-46 2819,0 1 0,0-1 0,0 0-1,0 1 1,0-1 0,0 0 0,1 0 0,-1 1-1,1-1 1,0 0 0,0 0 462,32 19-9420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29.5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9893,'0'0'2582,"0"0"-733,0 0 237,0 0-466,0 0-844,8 10-363,-5-6-379,0 0-1,0-1 0,0 1 0,1-1 0,-1 0 1,1 1-1,0-2 0,0 1 0,0 0 0,0-1 0,1 0 1,-1 0-1,1 0 0,3 1-33,0-2 34,0 1-1,0-1 1,0 0-1,0-1 1,0 0 0,1-1-1,-1 1 1,0-1-1,0-1 1,5-1-34,26-10 133,-33 10-108,1 0-1,-1 0 1,1 1 0,-1 0-1,1 0 1,0 1-1,-1 0 1,1 0-1,0 0 1,0 1 0,0 0-1,0 1 1,0-1-1,3 2-24,-8-1 30,0 1 0,0-1 0,0 1 0,-1-1 0,1 1-1,0 0 1,-1 0 0,0 0 0,1 0 0,-1 0 0,0 0 0,0 0-1,0 0 1,0 0 0,0 0 0,0 1 0,-1-1 0,1 0-1,-1 1 1,0-1 0,1 0 0,-1 1 0,0 0-30,2 8 148,12 90 878,-5 1 0,-4 0 0,-8 97-1026,1-46 391,2-58-146,0-93-296,-7 3-7185,6-4 6807,0-1 1,-1 0 0,1 0 0,-1 0-1,1 0 1,-1 0 0,1 0-1,-1 0 1,1-1 0,0 1 0,-1 0-1,1-1 1,0 1 0,-1-1 0,1 1-1,-1-2 429,-25-21-8281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29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80 11861,'0'0'3202,"0"0"-1938,0 0 513,0 0-544,0 0-417,255-18-400,-170-3-15,-14 8-337,-17-2-64,-20 9-32,-14 6-257,-9 0-63,-8 0-800,4 0-1217,3-6-2113,4 6-2642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30.6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57 5442,'0'0'3085,"0"0"-970,0 0-85,0 0-461,0 0-182,6 9-141,12 25-730,-2 1-1,-1 1 0,-1 0 1,-2 1-1,-2 1 0,-2-1 0,2 19-515,4-3 68,-10-39-126,-17-41-69,4 6 73,1-1 1,0 0-1,2-1 0,0 1 1,2-1-1,0 0 0,2 0 0,0-18 54,1 21-14,1 6 42,0 0 0,1 1 1,0-1-1,1 1 1,1-5-29,-2 14 17,1-1 0,-1 1 0,1 0 0,0 0 0,0 1 0,0-1 0,0 0 0,1 1 1,0-1-1,0 1 0,0 0 0,0 0 0,0 0 0,0 0 0,1 1 0,-1-1 0,1 1 0,2-1-17,0-1 18,0 1 0,1 0 0,-1 0 0,1 0 0,0 1 0,0 0 0,0 1 0,0-1-1,0 1 1,0 1 0,0-1 0,0 1 0,0 0 0,0 1 0,0 0 0,0 0 0,0 0 0,2 2-18,-2 0 24,1 0-1,0 1 1,-1 0 0,0 1 0,0 0 0,0 0 0,0 0 0,-1 1 0,0 0-1,0 0 1,0 0 0,-1 1 0,3 4-24,3 8 83,0 1-1,0 0 1,-2 1 0,-1-1-1,0 2 1,-2-1 0,0 1-1,-2 0 1,0 0 0,0 18-83,-2-11 103,-1-37-104,-1-52-145,0 43 94,0 14 41,-1-19-88,1 0 0,2 0-1,0 0 1,1 0 0,2-3 99,-2 17-16,-1 1 0,1 0 1,0 0-1,0 0 0,1 1 1,0-1-1,0 1 0,1 0 0,-1 0 1,1 0-1,1 1 0,-1-1 1,1 1-1,0 1 0,0-1 1,0 1-1,1 0 16,1 0 5,0 0 1,0 1 0,0 0-1,1 0 1,-1 1-1,1 0 1,-1 1-1,1-1 1,0 2-1,-1-1 1,1 1-1,0 1 1,0-1-1,-1 2 1,1-1-1,0 1 1,-1 0-1,0 1 1,1 0-1,-1 0 1,0 1 0,-1 0-1,1 1 1,-1-1-1,1 1 1,-1 1-1,-1-1 1,4 4-6,5 13 159,0 1 1,-1 0-1,-2 1 1,0 0 0,-2 1-1,0 0 1,-2 0-1,-1 1 1,-1 0 0,-1 1-1,0 5-159,-5-27 743,0-3-3420,0-2-3016,0-13-1033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31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145 177 11605,'0'0'2441,"0"0"-1371,-7 28 640,-74 376 1492,74-347-3174,-27 151 101,28-195 168,2-24-139,1-25-210,2-8-226,0-21-97,2-1 1,3 0-1,3 0 0,15-61 375,-9 72 4,2 0-1,3 1 1,3 1 0,1 1-1,3 1 1,11-15-4,-36 65 14,1 0 0,0-1 0,-1 1 0,1 0 0,0 0 0,0 0 0,0 0 0,0 0 1,0 0-1,0 0 0,0 0 0,0 0 0,1 0 0,-1 1 0,0-1 0,0 0 0,1 1 0,-1-1 1,0 1-1,1 0 0,-1-1 0,1 1 0,-1 0 0,0 0 0,1 0-14,0 0 14,0 1 0,0 0 0,0 0 0,0 0 0,-1 0 0,1 0 0,0 0 0,-1 1 0,1-1 0,-1 0 0,1 1 0,-1-1 0,1 1 0,-1 0 0,0-1 0,0 1 1,0 0-1,0 0 0,0 0-14,27 56 433,-3 1 1,-3 1 0,-2 1-1,5 36-433,17 47 1030,-37-129-908,3 15 92,2-1 1,1 0-1,1 0 0,2-1 1,1-1-1,2 2-214,-16-27-98,0-1 0,0 1-1,0-1 1,0 0 0,1 0-1,-1 0 1,0 0 0,0 0-1,1 0 1,-1 0 0,1 0-1,-1 0 1,1 0 0,-1-1-1,1 1 1,0-1 0,-1 1 0,1-1-1,-1 0 1,2 1 98,-2-1-1457,-1 0-653,-4-2-1388,-21-8-1784,-21-12-1724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31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0 138 13478,'0'0'3250,"0"0"-1474,0 0 482,0 0-1154,0 0-448,255-49 225,-153 21-273,-17 4-272,-21 3-336,-26 11 0,-25 7-128,-6 0-128,-7 3-640,0 0-609,0 0-1056,-14 0-1921,-20 0-4755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34.6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1 822 5651,'0'0'1286,"0"0"-321,0 0 559,0 0 26,0 0-534,0 0-103,2 15 1050,9 4-1114,1 0 0,1 0-1,1 0-848,32 48 906,-21-18-610,-3 0-1,-1 2 1,-3 0-1,-2 2 1,-2 0-1,-1 8-295,13 99 1640,-2 67-1640,11 79 893,20-11-805,-52-280-119,0-1 0,1 1 0,1-1-1,0 1 1,1-1 0,0-1 0,2 2 31,-4-10 18,0 0 0,1-1 1,0 1-1,0-1 0,0 0 0,0 0 1,1-1-1,0 1 0,0-1 1,-1-1-1,2 1 0,-1-1 1,0 0-1,0 0 0,1-1 1,-1 0-1,4 1-18,23 1 77,0 0 0,0-3 0,2 0-77,-6 0 29,164 1 256,224-3-298,-304-9-3,0-5 1,48-16 15,-37 8-103,95-7 103,-48 15-249,-2-8-1,93-27 250,-32 1-370,191-15 370,-181 28-216,-38 5 138,475-88-47,-595 108 66,0 3 0,1 5 0,-1 2 0,11 5 59,28-1-34,151 10 58,293-20-386,-358-4 124,149-29 238,-125 2 81,524-71-1168,107-27 1133,-812 128-33,-44 8-3,0 0 0,1 0 0,-1-1 1,0 1-1,0-2 0,-1 1 0,1-1 0,0 1 0,0-2-10,-3 1 62,0 1 0,-1-1-1,1-1 1,0 1 0,-1 0 0,0-1-1,0 1 1,0-1 0,0 0-1,0 1 1,-1-1 0,0 0 0,1-4-62,5-22-14,-2 0 1,-1 0 0,-1-1 0,-2 1 0,-1-1 0,-3-23 13,3 52-4,-1-10 4,-1 0 0,0 1 0,-1-1 0,0 1 0,-1-1 0,0 1 0,-4-7 0,-44-78 113,9 18 107,-2-30-91,-19-70-129,-23-58-183,68 193 283,-1 1 1,-3 1-1,-1 1 0,-12-13-100,4 8 495,20 26-487,-1 1 0,0 0 0,-2 1-1,0 1 1,0 1 0,-18-14-8,11 13-36,-10-8-75,-1 1 0,-25-11 111,46 27-9,0 2-1,-1 0 1,1 0-1,-1 1 1,0 1-1,0 0 1,0 1 0,-1 0-1,1 1 1,-2 0 9,-58 1-85,1 3 1,0 3-1,-51 13 85,-953 157 61,1037-170-58,-401 41 32,187-24-35,-113 30 0,-599 113 83,743-132-72,-151 17-17,253-41 4,-30 3-7,-21-6 9,-287 5-5,0 1 32,-279-4-97,478-22 60,173 5 2,-1 4 1,0 4 0,0 4-1,-30 7 8,-37 5 176,94-6-305,-1-3 0,-55 0 129,95 24-7161,5-10 1521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57.7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13 656,'0'0'683,"0"0"272,0 0-64,0 0-202,0 0-206,0 0 8,0 0-22,-7 1 5308,-6 1-4449,12-2-1227,1 0-48,0 0 33,0 0 13,-3 2 3175,13 2-2725,17 2-774,49-1 341,-1-3-1,17-4-115,-27 0 68,-319-7-337,155 9 1483,432-3-499,-332 3-713,-1 0-31,0 0-40,0 0-49,-5-1 28,0 0 0,0 0-1,1 0 1,-1 1 0,0 0-1,0 0 1,-4 1 90,-1-1-64,-318-4-607,200 5 1097,127-1-314,1 0-48,0 0 21,17 0 200,424-9 396,-440 9-551,-1 0 121,0-1-77,0-1-132,0 2-71,0 0-32,0 0-219,0 0-435,0 0-841,-4 1-1523,-13 7-2216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58.8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16 880,'0'0'761,"0"0"311,0 0-47,0 0 39,0 0-53,0 0-96,-5 0-96,0 0-503,3 0-187,0 0 1,0 0-1,0 0 0,0 0 0,0 0 0,0 0 0,0 1 1,0-1-1,0 1 0,1-1 0,-1 1 0,0 0 0,0-1 1,1 1-1,-1 0 0,-1 1-129,2-1 547,1-1-43,7 6 2757,14-3-3355,-16-3 451,128 6 1243,64-7-1600,-55-1 321,507-16-238,-598 17-155,1-2 0,44-9 72,-186 12-1304,32-3 1287,-546 3-218,543 4 237,1 1 0,0 4 0,-1 2-2,-15 2 13,-32 0-13,92-10-653,17 2-974,26 2-2565,-14-6-210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1:59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4 5122,'0'0'1716,"0"0"-230,0 0 117,0 0-533,0 0-598,42 0 2671,208 0-2068,-250 0-1134,0 0-218,-3 0-241,-57 2-2670,-46 9 3188,44-3 1785,-48-2-1785,108-6 352,2 0-29,0 0-67,0 0-48,0 0 51,0 0-8,0 0 64,4 0 61,102-3 258,-1-6-1,4-5-633,-57 10 390,-51 4-129,-1 0 22,0 0-136,0 0-91,0 0-240,0 0-446,0 0-757,-15 2-5489,-7 11 1301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0.7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1 2753,'0'0'440,"0"0"318,0 0 40,0 0-537,0 0 49,4 0 259,18 0 6809,19 2-6396,0 1 0,15 5-982,-14-1 376,0-3 0,17-1-376,18-3 474,388-11 1691,-17 1-2371,-392 10-1157,-1323 0-608,1069 12 1915,198-9-3431,0 0-641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3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6341 12 208,'0'0'2046,"0"0"-669,0 0 200,0 0-158,0 0-461,0 0-779,0 0 0,0-1 0,0 1 1,0-1-1,0 1 0,0 0 0,0-1 1,0 1-1,0-1 0,0 1 0,0-1 1,0 1-1,0 0 0,0-1 0,1 1 0,-1 0 1,0-1-1,0 1 0,0-1 0,1 1 1,-1 0-1,0-1 0,0 1 0,1 0 0,-1 0 1,0-1-1,1 1 0,-1 0 0,0 0 1,1-1-1,-1 1 0,0 0 0,1 0 1,-1 0-1,1 0 0,-1-1 0,0 1 0,1 0 1,-1 0-180,5 6 126,0-1 1,-1 1 0,0 0 0,0 0 0,0 0-1,-1 1 1,0 0 0,0-1 0,-1 1 0,0 0-1,0 1-126,17 86 711,-15-75-610,22 125 980,-6-49-455,-5 1 0,-3 1 0,-4 38-626,2 71 659,-44-201-985,-41 1 280,1-3 0,-1-3 0,1-4 0,-29-6 46,-13-5 37,-52-10 49,21 3-97,-1 5 0,-113 4 11,239 12-24,-123-10 49,-77-19-25,86 9 45,-117-1-45,-938 6-27,718 7 27,229 2 62,-313-7 42,362 13-131,-298 5-64,312 13 74,-16 0-73,-231 4-123,375-15 176,-46 3 114,17-8-96,0 5 1,0 2-1,-2 5 19,74-8-1305,17-10-5420,6-20 2093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4.2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0 896,'0'0'166,"0"0"-14,0 0 165,0 0 276,0 0 55,0 0-176,0 0-48,0 0 41,0 0-124,0 0-104,0 0 121,0 0 253,0 0 48,0 0-53,0 0-236,0 0-188,0 0-62,0 0 21,0 0-34,0 0 160,0 0 194,0 0 140,0 0-25,0 0-69,0 7 37,-1 143 1174,2 181 1793,3-291-3022,1-2 0,10 37-489,4 30 655,4 138 769,-14-119-1002,5-1-1,12 31-421,-16-108 41,-3-11 72,1 1 0,7 15-113,-14-50-49,-1-1 0,0 1 0,1 0-1,-1-1 1,1 1 0,-1-1 0,1 1-1,-1 0 1,1-1 0,-1 1 0,1-1-1,-1 1 1,1-1 0,0 0 0,-1 1-1,1-1 1,0 0 0,-1 1 0,1-1-1,0 0 1,0 0 0,-1 1 0,1-1-1,0 0 1,0 0 0,-1 0 49,23-2-5489,-18 1 3348,23-4-7405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5.8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1 8228,'0'0'1235,"0"0"-507,0 0 446,0 0-387,0 0-416,0 0-214,-5 2 54,0 0-99,-18 6 715,22-8-266,-1 0 597,1 0-4589,1 0-1452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7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1 80,'0'0'987,"0"0"14,0 0-102,0 0-51,0 0-146,-19-1 2725,14 3 3249,35 3-6507,0 0 0,1-2 0,0-2 0,27-1-169,-52 0 15,-5 0-12,-1 0-102,0 0-56,-16 0-170,-71 5 150,26-2 728,1 2 0,-52 12-553,228-8 1715,43-8-1552,-88-1 2329,-71 15-9762,0-3 235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7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77 2625,'0'0'2583,"0"0"-409,0 0-45,0 0-61,0 0-268,-5 0-647,-2-1-294,10 0-241,26-2 91,56-4 11,-72 6-438,20-2 30,7 1-98,-1-2 0,1-2 1,-1-1-1,21-8-214,-60 15-228,17-8 1545,-13 3-3125,-10-1-8881,-12-2 4409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8.2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5426,'0'0'1470,"0"0"-549,0 0 400,0 0-188,0 0-199,1 26-93,21 202 1909,-13-152-1599,-1-14 1140,-1 56-2291,-7-118 149,0 0-34,0 0-86,0 0-88,0 0-330,0 0-844,0 0-1533,-1-3-2306,-5-12-2852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9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140 116 1585,'0'0'2638,"0"0"-1080,0 0-202,0 0-65,0 0-355,-20-8 3266,21 7-4152,-1 0 0,1 0 0,0 0 0,-1 0 0,1 0-1,0 1 1,0-1 0,0 0 0,0 0 0,0 1 0,0-1 0,0 1 0,0-1-1,0 1 1,0-1 0,0 1 0,0 0 0,0 0 0,0-1 0,0 1 0,1 0-1,-1 0 1,0 0 0,0 0 0,0 0-50,7-1 130,140-37 368,80-17 444,-250 57-1199,1-1 0,-1-1-1,-4-1 258,-3-1-285,0 1 0,0 2-1,0 1 1,0 1 0,1 2 0,-1 0 285,14 0 34,0 0 0,1 1 0,-1 1 0,2 0 0,-1 0 1,1 2-1,0 0 0,0 0 0,1 1 0,1 1 0,-11 10-34,15-11 29,-1 0-1,2 0 1,-1 0-1,2 1 1,-1 0-1,1 0 1,1 0-1,0 1 1,1 0-1,0 0 1,0 0-1,1 0 1,1 0-1,0 0 1,1 6-29,0 0 10,2 27 149,-1-44-150,-1 1 0,1 0 0,0-1 1,0 1-1,-1-1 0,1 1 0,0-1 1,0 1-1,0-1 0,1 0 0,-1 1 1,0-1-1,0 0 0,1 0 0,-1 0 1,1 0-1,-1 0 0,1 0 0,-1 0 1,1-1-1,-1 1 0,1 0 0,1-1-9,18 5 42,0-2 0,0 0 1,0-2-1,1 0 0,-1-1 0,1-2-42,21 2 102,-14-2-23,0 0 1,-1-2-1,4-2-79,-3 1 14,0 0 0,0 3 0,3 0-14,-8 2 10,-12-1-12,1 1-1,-1 0 0,0 1 1,0 1-1,0 0 0,3 1 3,-11-2-5,-1 0 1,0 1-1,1-1 0,-1 1 1,0 0-1,0 0 0,0 0 0,0 0 1,0 0-1,-1 1 0,1-1 0,-1 1 1,1 0-1,-1 0 0,0 0 1,0 0-1,0 0 0,-1 0 0,1 0 1,-1 1-1,0-1 0,0 0 0,0 2 5,2 3 9,-1 0 0,0 1-1,0-1 1,-1 1-1,0-1 1,-1 1 0,0-1-1,0 1 1,-1-1-1,0 1 1,-1-1 0,0 1-1,-2 7-8,1-10 16,0 1 0,-1-1 0,0 1 0,0-1 0,0 0 0,-1-1 0,0 1 0,0-1 0,0 0 0,0 0 1,-1 0-1,0-1 0,0 0 0,0 0 0,-1-1 0,0 1-16,-11 4 42,0-1 1,0-1-1,0-1 1,-1 0-1,0-1 1,1-2-1,-1 1 1,-1-2-43,-32 1 402,0-3 0,-17-3-402,51 1 411,16-2-1472,26-8-2365,-15 9 2751,32-16-3538,8-4-1219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2:09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0 118 3474,'0'0'1494,"0"0"-406,0 0 454,0 0 75,0 0-262,18 18-189,130 132 1974,-104-100-2043,-3 1-1,-2 2 1,7 15-1097,-31-49 458,-14-18-433,-1-1-1,0 0 1,0 0-1,0 0 1,0 0-1,1 0 1,-1 1-1,0-1 1,0 0-1,1 0 1,-1 0-1,0 0 1,0 0-1,0 0 1,1 0-1,-1 0 1,0 0-1,0 0 1,1 0-1,-1 0 1,0 0-1,0 0 1,1 0-1,-1 0 1,0 0-1,0 0 1,1 0-1,-1 0 1,0-1-1,0 1 1,0 0-1,1 0 0,-1 0 1,0 0-1,0 0 1,0-1-1,0 1 1,1 0-1,-1 0 1,0 0-1,0 0 1,0-1-25,6-40 1047,-5 37-1140,20-399-17,-11 325 324,-4 110-334,-9 44 181,-4 0 0,-3 0 1,-3-1-1,-4 1-61,14-61-103,0 1 0,0 0 0,1 13 103,-21-6-2967,-35 12-5135,27-22-1292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58.7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1 1201,'0'0'1368,"0"0"-77,0 0 481,0 0-97,0 0-210,-1 0 4460,-4 13-4953,-12 291 1970,-1-62-1669,-8 72 821,25-313-2292,1-1 0,0 1-1,-1 0 1,1 0 0,-1 0 0,1-1 0,-1 1-1,0 0 1,1 0 0,-1-1 0,1 1 0,-1-1-1,0 1 1,0 0 0,1-1 0,-1 0 0,0 1-1,0-1 1,0 1 0,0-1 0,1 0 0,-1 0-1,0 1 1,0-1 0,0 0 0,0 0 0,0 0-1,0 0 1,0 0 198,-37 0-6761,22-1 3634,-14 1-3215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59.1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190 37 2465,'0'0'6099,"-29"0"-3175,-63 0-1215,25 0 1429,67 0-3094,0 1-1,0-1 0,0 0 0,0 0 0,-1 0 0,1 0 1,0 1-1,0-1 0,0 0 0,0 0 0,0 0 0,0 1 1,0-1-1,0 0 0,-1 0 0,1 1 0,0-1 0,0 0 0,0 0 1,0 1-1,0-1 0,0 0 0,0 0 0,1 0 0,-1 1 1,0-1-1,0 0 0,0 0 0,0 1 0,0-1 0,0 0 1,0 0-1,0 0 0,0 1 0,1-1 0,-1 0 0,0 0 1,0 0-1,0 0 0,0 1 0,1-1 0,-1 0 0,0 0 0,0 0 1,0 0-1,1 0 0,-1 0 0,0 0 0,0 0 0,1 1 1,-1-1-1,0 0 0,0 0 0,0 0 0,1 0 0,-1 0 1,0 0-1,0 0 0,1 0 0,-1 0 0,0 0 0,0-1-43,28 9 146,-1-2 0,1-2-1,0 0 1,0-2-1,0 0 1,6-3-146,6 2 143,569-1 161,-394-14-324,92-23 20,-298 35 7,1 2 10,-10 0-10,1 0-1,0 0 1,0 0-1,0 0 1,-1 0-1,1 0 1,0 0-1,0 0 1,0 0-1,0 0 1,-1 0 0,1 0-1,0 0 1,0-1-1,-1 1 1,1 0-1,0-1 1,0 1-1,-1-1 1,1 1-1,0 0 1,-1-1-1,1 0 1,0 1 0,-1-1-1,1 1 1,-1-1-1,1 0 1,-1 1-1,1-1 1,-1 0-1,0 1 1,1-1-1,-1 0 1,0 0-1,0 0 1,1 1 0,-1-1-1,0 0 1,0 0-1,0 0-6,0 1-205,0 0-545,-31 5-5362,-13 15 2163,22-9 1265,-34 14-4044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59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28 5218,'0'0'3754,"0"0"-1662,0 0-27,0 0 29,0 0-656,-13 5-542,11-4-860,-34 17 587,36-17-618,-1-1 0,1 0 0,0 0 0,0 0 0,0 1 0,0-1 0,0 0 0,0 0 0,0 1 0,0-1 0,0 0 0,0 0 0,0 0 0,0 1 0,0-1 0,0 0 0,0 0 0,0 0 0,0 1 0,0-1 0,0 0 0,1 0 0,-1 0-1,0 1 1,0-1 0,0 0 0,0 0 0,0 0 0,0 0 0,1 1 0,-1-1 0,0 0 0,0 0 0,0 0 0,0 0 0,1 0 0,-1 0 0,0 1 0,0-1 0,0 0 0,1 0 0,-1 0 0,0 0 0,0 0 0,1 0 0,-1 0 0,0 0 0,0 0 0,0 0-1,1 0 1,-1 0 0,0 0-5,36 4 225,61-1 73,0-5 0,0-3-1,-1-5 1,0-5 0,13-6-298,-84 14 131,0 0-969,-39 18-918,-53 28-1796,29-16-1177,-2-1-1,-23 9 4730,-1-6-4666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6:59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0 848,'22'59'2991,"10"52"-2991,-31-109 78,-1 0 0,0 0-1,1 0 1,-1 0 0,0 0-1,0 0 1,0 0 0,0 0-1,0 0 1,0 0 0,-1 0 0,1 0-1,-1 0 1,1 0 0,-1 0-1,0-1 1,0 1 0,0 0 0,0 0-78,0-1 203,0 0 1,-1 0 0,1 0 0,-1 0 0,1 0-1,-1 0 1,1-1 0,-1 1 0,1 0 0,-1-1-1,1 1 1,-1-1 0,-1 0-204,-9 4 3109,11-4-1433,19 4 442,15 0-1510,0-1 0,0-2 0,0-1 1,0-2-1,21-4-608,23-7 1516,59-19-1516,-41 13 971,-94 18-395,-1 1-2,0 0-73,0 0-239,0 0-113,0 0-165,0 0-256,0 0-510,-1 0-3806,-12-7 399,-7-1-4660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7:0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1921,'0'0'760,"0"0"-392,0 0 179,0 0-120,0 0 11,0 0 237,0 0 330,0 0 247,0 3 3068,5 12-4326,0-15 67,-1 5 7351,-5-2-8554,1 2-7033,0 3 3306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8:58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0 392 7491,'0'0'1572,"0"0"-406,0 0 664,0 0-216,0 0-718,0 0-415,5 6 55,60 73 1685,-4 3 1,40 74-2222,44 61 1456,-132-200-1353,108 139 427,-98-129-496,2-1 0,0-1-1,2-2 1,12 9-34,-36-30 13,0 0-1,0 0 1,-1 0 0,1-1-1,0 1 1,0-1 0,0 0-1,1 0 1,-1 0 0,0 0 0,0 0-1,1 0 1,-1-1 0,0 0-1,1 0-12,-2 0 21,0-1-1,0 1 0,0-1 0,0 0 0,0 0 0,0 1 0,0-1 0,0-1 0,-1 1 0,1 0 0,0 0 0,-1-1 0,1 1 0,-1-1 1,0 1-1,1-1 0,-1 0 0,0 1 0,0-1 0,0 0 0,0 0 0,0 0 0,0 0 0,0-1-20,19-48-35,-2-2 1,-3 0-1,-2-1 0,-2-1 0,-2 0 1,-1-26 34,0-95-40,-9-66 40,0 219 27,-15-351 397,10 370-864,6 4 328,-1 0-1,1 0 0,0 0 0,-1 0 1,1 0-1,0 0 0,-1 0 1,1 0-1,0 1 0,-1-1 0,1 0 1,0 0-1,-1 1 0,1-1 1,0 0-1,0 0 0,-1 1 0,1-1 1,0 0-1,0 0 0,-1 1 1,1-1-1,0 0 0,0 1 0,0-1 1,0 1-1,0-1 0,-1 0 1,1 1-1,0-1 0,0 0 0,0 1 1,0-1 112,-3 31-5899,0 1 0,3 23 5899,0-7-6259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8:59.1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82 221 5587,'0'0'2662,"0"0"-1184,0 0 160,0 0-258,0 0-663,2 9-183,8 71 3129,0 52-3663,-2-10 1811,-3-28-779,-3-47-731,2-1-1,3 15-300,-7-60 6,0 0 1,0 1-1,0-1 0,1 1 1,-1-1-1,0 0 0,0 1 1,1-1-1,-1 0 0,1 0 0,-1 1 1,1-1-1,0 0 0,0 0 1,-1 0-1,1 1 0,0-1 1,0 0-1,0 0 0,0 0 1,0-1-1,0 1 0,0 0 1,0 0-1,1 0 0,-1-1 0,0 1 1,0-1-1,1 1 0,-1-1-6,0-30 184,-1 17-199,1-28-160,-2-1 1,-2 0-1,-1 1 1,-3-1-1,-3-9 175,-42-111-400,22 74 355,-7-46 45,27 67 65,10 64-65,-1 0-1,1 0 0,0 1 0,0-1 0,0 0 1,1 0-1,-1 0 0,1 1 0,-1-1 0,1 0 0,0 1 1,0-1-1,0 1 0,0-1 0,1 1 0,-1-1 1,1 1-1,-1 0 0,1-1 0,0 1 0,0 0 1,1 0 0,7-4-24,0 2 1,1-1-1,0 1 0,0 1 1,0 0-1,0 1 1,0 0-1,1 1 1,3-1 23,111 2-162,-88 1 114,-26 0 22,0 0 0,0 1 0,0 0 1,0 0-1,-1 1 0,1 1 0,-1 0 0,0 1 0,0 0 0,0 0 1,-1 1-1,0 1 0,0 0 26,-3-2-59,-1 0-1,1 1 1,-1 0 0,-1 0 0,1 0-1,-1 1 1,0 0 0,0 0 0,-1 0-1,0 0 1,-1 1 0,1 0 0,-1-1-1,-1 1 1,1 1 0,-2-1 0,1 0-1,-1 0 1,0 1 59,0 1-31,-1 0-1,0 0 0,-1 0 1,0 0-1,0 0 1,-1 0-1,0-1 1,-1 1-1,0 0 1,-1-1-1,-2 5 32,-3 2-9,-1-1-1,0 0 0,-1-1 1,-1 0-1,-12 12 10,-1 0 8,0-2-1,-2 0 0,0-2 1,-1-1-1,-2-1 0,0-2 1,-1 0-1,-29 10-7,39-18 69,38-6-9,1-2-82,5 2 51,175 30 33,-168-27-75,0 1 0,0 2 0,-1 1 0,0 1 0,9 6 13,20 35 1278,-56-53-1233,2 2-2257,3-2-3771,2 0 258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8:59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190 417 4482,'0'0'1382,"0"0"-253,0 0 666,0 0-408,0 0-106,1-29 256,2-7-979,0-7 576,-1 1-1,-2-1 1,-3-8-1134,0 19 1023,-7-104 2695,10 136-3700,0-1 0,0 1 1,0 0-1,0 0 0,-1-1 1,1 1-1,0 0 1,0 0-1,0-1 0,-1 1 1,1 0-1,0 0 1,0 0-1,-1-1 0,1 1 1,0 0-1,0 0 0,-1 0 1,1 0-1,0 0 1,-1 0-1,1 0 0,0-1 1,-1 1-1,1 0 0,0 0 1,0 0-1,-1 0 1,1 0-1,0 0 0,-1 0 1,1 1-1,0-1 0,-1 0 1,1 0-1,0 0 1,-1 0-1,1 0 0,0 0 1,0 0-1,-1 1 0,1-1 1,0 0-1,0 0 1,-1 0-1,1 1 0,0-1 1,0 0-1,0 0 1,-1 1-1,1-1 0,0 0 1,0 1-1,0-1-18,0 11-44,-1 10 16,1 1 1,1-1-1,1 0 1,0 1-1,2-1 1,1-1-1,0 1 1,4 6 27,2 1-7,15 34 167,4 24-160,-24-64-6,0 1 0,-1 0 0,-2 0 0,0 0 0,-1 19 6,-2-23 74,0-12-193,1 0 1,-2 0-1,1 1 1,-1-1-1,0 0 1,-1 5 118,1-10-31,0 0 0,0 0 0,0 0 0,0 1 1,-1-1-1,1 0 0,0 0 0,-1-1 0,0 1 0,1 0 1,-1 0-1,0-1 0,0 1 0,0-1 0,0 0 0,0 0 1,0 1-1,0-1 0,0 0 0,-1-1 0,1 1 0,0 0 31,-27 5-59,1 0-1,-1-2 1,0-1-1,0-2 1,0 0-1,-7-3 60,0 2 51,35 0 63,1 0 150,27 0 70,96-1-106,-1-6 0,38-9-228,-155 15-345,38-4 694,-22 5-5526,-13 0-71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0.2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1 196 13014,'0'0'811,"0"0"133,0 0 761,0 0-1081,32 0-410,-2 0-141,3 0 33,0-1 0,1-2 0,-1-1 0,0-1 0,17-6-106,-23 4 84,5 0 119,0-2 0,-1-1 0,0-2 0,-1 0 0,15-10-203,-43 21-2,-1 0 0,0 1 0,1-1 0,-1 0 0,0 0 0,1 0 0,-1 0-1,0 0 1,0 0 0,0-1 0,0 1 0,0 0 0,0 0 0,0-1 0,0 1 0,-1-1 0,1 1 0,0-1 0,-1 1 0,1-1 0,-1 0 2,0 1-114,0 0 1,0-1 0,-1 1 0,1 0 0,-1 0 0,1 0 0,-1 0 0,1 0 0,-1-1 0,0 1-1,1 0 1,-1 0 0,0 1 0,0-1 0,0 0 0,0 0 0,0 0 0,0 0 0,0 1 0,0-1-1,0 0 114,-8-4-1152,-1 1-1,0-1 0,0 1 0,0 1 1,-6-1 1152,-49-14-5454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0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3458,'0'0'5599,"0"0"-2843,0 0-88,0 0-309,0 0-1455,16-1-530,346 2 3147,-265-19-1520,-97 16-1418,0 1-1851,0 1-3825,0 0-1628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1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96 193 7299,'0'0'1022,"0"0"-48,0 0 741,0 0-159,0 0-486,10 37-6,29 124-45,-31-125-528,-2 0 0,-2 0-1,-2 0 1,-1 27-491,0-12 486,-1 18 140,-1-35-331,1-1 1,2 0-1,1 0 1,1 0-1,2-1 1,10 32-296,-9-102 408,-6-204-1486,-2 222 1011,-1 0-1,-1 0 1,0 1-1,-1-1 1,-2 1 0,0-1-1,-3-4 68,-18-39-199,-19-30 199,-19-46-33,58 121 37,1 1-1,1-1 1,1 0 0,0-1 0,1 1 0,1-1-1,1-17-3,2 33 2,-1 0 0,1 0 0,0 1 0,0-1 0,0 0 0,0 0 0,1 1 0,-1-1 0,1 1 0,0-1 0,-1 1 0,1 0 0,0 0 0,0 0 0,1 0 0,-1 0 0,0 0 0,1 0 0,-1 1 0,1-1 0,-1 1 0,1 0-1,0-1 1,0 1 0,0 1 0,-1-1 0,1 0 0,2 0-2,15-4 27,0 1 0,0 1 0,15 0-27,-31 2 3,38-3 25,0 2 0,-1 2-1,1 1 1,-1 2 0,1 2 0,23 7-28,-49-9-14,-1 2 0,0-1 0,-1 2 0,1 0 0,-1 1 1,0 0-1,0 1 0,-1 1 0,0 0 0,-1 1 0,0 0 1,0 1-1,-1 0 0,-1 1 0,0 0 0,0 1 0,-2 0 0,8 14 14,-10-17-7,-2 0 0,0 0-1,0 0 1,0 1-1,-2 0 1,1-1-1,-1 1 1,-1 0 0,0 0-1,0 0 1,-1 0-1,-1 0 1,0 1-1,0-2 1,-1 1-1,-1 0 1,0 0 0,0-1-1,-2 4 8,-4 1 1,-1-1 1,-1 0-1,0-1 0,-1 0 0,0-1 1,-1 0-1,0-1 0,-7 4-1,-11 7 7,-1-1-1,0-2 0,-16 6-6,16-12 14,0 0 0,-1-2-1,0-2 1,-1-1 0,0-1-1,0-2 1,-1-1 0,1-2-1,-25-2-13,64 7-83,9 0 26,1-1 0,0-1-1,0 0 1,0-1-1,1-1 1,4 0 57,19 6 14,101 20 231,-65-14-55,0 2-1,0 4 0,-2 3 1,10 7-190,-71-22-605,1 0-5716,3-8-802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2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280 351 1793,'0'0'4039,"0"0"-2494,0 0 37,0 0 88,0 0-499,-4-28-50,0 1-724,0-6 524,-1 0 0,-2 1 0,-1 0 0,-11-30-921,14 51 327,0-3 317,-1 0 1,-1 1-1,0-1 0,-1 1 1,-9-12-645,17 26 15,0-1 0,1 1 0,-2-1-1,1 0 1,0 1 0,0-1 0,0 0 0,0 1 0,0-1 0,0 1 0,0-1 0,0 0 0,0 1 0,-1-1 0,1 0 0,0 1 0,0-1-1,-1 0 1,1 1 0,0-1 0,0 0 0,-1 0 0,1 1 0,0-1 0,-1 0 0,1 0 0,0 0 0,-1 1 0,1-1 0,0 0 0,-1 0-1,1 0 1,0 0 0,-1 0 0,1 0 0,0 0 0,-1 0 0,1 0 0,-1 0 0,1 0 0,0 0 0,-1 0 0,1 0 0,-1 0 0,1 0-1,0 0 1,-1 0 0,1 0 0,0-1 0,-1 1 0,1 0 0,0 0 0,-1 0 0,1-1 0,0 1 0,0 0 0,-1 0 0,1-1 0,0 1-1,0 0 1,-1-1 0,1 1 0,0 0 0,0-1 0,0 1 0,-1 0-15,2 39 138,-1-32-10,0 7-63,1 0 1,1 0-1,0 0 0,1-1 1,0 1-1,1-1 0,1 0 1,3 6-66,8 15 23,2 0 0,9 9-23,-11-17 28,-1 0 1,-1 1-1,-1 1 1,5 17-29,-15-32-30,0 0 0,-1 0 0,-1 0 0,0 1-1,-1-1 1,-1 0 0,0 8 30,0-19-26,0 1-1,0-1 1,0 1-1,-1-1 0,1 0 1,0 0-1,-1 0 1,0 1-1,1-1 1,-1-1-1,0 1 1,0 0-1,0 0 1,0-1-1,0 1 0,-1-1 1,1 0-1,0 0 1,-1 0-1,1 0 1,-1 0-1,1 0 1,-1 0-1,1-1 1,-1 1-1,-1-1 27,-12 3-166,0 0 1,0-1-1,-15 0 166,-167-1 550,351 3 507,1-6-1057,-136 2 44,127-18 853,-141 13-279,-4 4-3699,0 1-3450,0 0-2283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2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28 2769,'0'0'11365,"0"0"-9524,0 0 993,0 0-593,0 0-1665,0 0-576,-17 0 0,17 0-1057,0-9-1840,10-10-2561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3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6835,'0'0'1929,"0"0"-133,0 0 413,0 0-502,0 0-731,2 0-490,434-25 3744,-141 4-3650,-176 12-363,-16 2-1136,-33 5-4358,-70 2 1254,0 0-1393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3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316 0 8308,'0'0'2638,"0"0"-1426,0 0 794,0 0-814,0 0-805,0 20 205,0 11-50,1 0 0,2-1-1,1 0 1,2 0-1,1 0-541,12 52 1374,-4 0 1,-3 0-1,-2 28-1374,8 63 418,-8-141-355,-8-29-41,0 1-1,-1-1 1,0 1 0,1-1 0,-1 1 0,-1 0-1,1-1 1,0 1 0,-1 0 0,0 0 0,0 0-1,0-1 1,0 1 0,-1 0 0,0 3-22,-3-5-14,0 1 0,0-1 1,-1 0-1,1 0 1,-1-1-1,1 0 1,-1 1-1,0-1 0,1-1 1,-1 1-1,0-1 1,0 0-1,-3 0 14,-2 1-37,-75 4-1311,-80-5 1348,63-2 833,101 2-579,1 0-70,24 0-123,57 1 125,28 1-18,1-5 1,-2-5-1,62-14-168,-61 1 232,-107 20-69,-2 1 56,0 0 146,0 0-95,0 0-11,0 0-17,0 0-10,0 0-18,0 0-155,0 0-94,0 0-184,-13 0-2211,-50 2-5945,20 6-1365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5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0 128 3378,'0'0'2326,"0"0"-32,0 0 222,0 0-171,0 0-264,15 6-283,-6-3-1579,1 1 0,-1 0 0,0 1 0,0-1 0,-1 2 0,0-1 0,1 1 0,-2 1 0,1-1 0,-1 1 0,0 1 0,5 6-219,81 128 2055,3 6-1026,-80-126-916,1-1 1,2 0 0,0-2 0,0 0 0,8 4-114,-25-21 18,1 0 0,0 0 0,-1 0 0,1-1 0,0 1 0,0-1 1,0 0-1,0 0 0,0 0 0,0 0 0,0 0-18,-2-1 20,1 0 0,-1 0 0,0 0-1,1 0 1,-1 0 0,0 0 0,0 0 0,1-1 0,-1 1 0,0 0-1,0-1 1,0 1 0,1-1 0,-1 1 0,0-1 0,0 0-1,0 0 1,0 1 0,0-1-20,3-4 26,0 0 0,0-1 0,-1 1 0,1-1 0,-1 0 0,-1 0 0,1 0 0,-1 0 0,0 0-26,-1 4-21,21-61 117,-2 0 0,-4-1-1,-2-1 1,-3 0 0,-3-1-1,-3 0 1,-3-60-96,-2 125-88,0 1-211,0 0-304,0 0-491,1 7-6242,-2 9 4202,1-14 1519,0 19-7974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6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41 4626,'0'0'2799,"0"0"-940,0 0 393,0 0 208,0 26-251,0-16-1992,0 32 821,1 0-1,3 0 0,7 31-1037,13 57 1670,-6-27-803,4-2 1,6 3-868,-24-171-14,-4 39-70,1-11-251,-1 0 0,-3 0 0,0 0 0,-3 0 0,-1 1 0,-3-4 335,-31-64-623,27 74 570,1 0 0,2-2 0,-3-18 53,13 50 23,1 0 0,0 0-1,0 0 1,0 0 0,0 0 0,1 0-1,-1 0 1,0 0 0,1 0 0,0 0-1,-1 0 1,1 0 0,0 0 0,0 1-1,0-1 1,0 0 0,0 0 0,1 1-1,-1-1 1,0 1 0,1-1 0,-1 1-1,1 0 1,-1 0 0,1-1 0,0 1-1,0 0 1,-1 0 0,1 1 0,0-1-1,0 0 1,0 0 0,0 1 0,1-1-23,12-3-35,0 0 1,1 1 0,-1 0 0,7 1 34,-5 0 38,93-8-153,0 4 1,13 6 114,-116 0-8,0 0 0,-1 0 0,1 1 0,0-1 0,0 2 0,-1-1 0,1 1 0,-1 0 0,5 2 8,-9-3-10,1 1 0,-1 0 0,1 0 0,-1 0 1,0 0-1,0 0 0,0 0 0,0 0 0,0 1 1,0-1-1,-1 1 0,1-1 0,-1 1 0,0 0 0,0 0 1,0 0-1,0-1 0,0 1 0,0 0 0,-1 0 0,1 0 1,-1 1 9,1 7-8,-1 0 1,0 0 0,0 1 0,-1-1 0,-1 0 0,1 0 0,-2 0 0,0 0 0,0 0-1,-1-1 1,0 1 0,-1-1 0,0 0 0,-1 0 0,0-1 0,0 0 0,-1 0 0,0 0-1,-5 3 8,-11 11-23,-1 0 0,-1-2 0,0-1-1,-2-1 1,-1-1 0,-5 1 23,3-3-27,0-2-1,-1-2 1,-1 0 0,0-2 0,-14 1 27,33-3 221,18 1 45,24 3-156,41 0 8,2-2-1,0-4-117,-26-3 111,-1 1-1,0 3 0,0 1 0,-1 3 1,0 1-1,32 14-110,-54-19-14,13-6-6437,-21-2 2871,21 1-4992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7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176 449 4386,'0'0'3041,"0"0"-615,0 0 76,-4-27-453,-29-204 923,31 222-2781,-3-25 875,-1 1 0,-2 1 0,-2 0 0,-7-18-1066,12 74 1465,3 21-1590,3-18 255,1 0 0,2-1 0,0 1 0,2-1 0,1 0 0,1 0 0,10 21-130,18 31 666,37 60-666,-57-110-37,3 14-15,-18-41 28,0 1 0,-1-1 1,1 1-1,-1 0 0,1-1 0,-1 1 0,1 0 0,-1-1 0,0 1 1,0 0-1,0 0 0,0-1 0,0 1 0,0 0 0,0 0 0,-1-1 1,1 1-1,-1 0 0,1-1 0,-1 1 0,0-1 0,1 1 0,-1 0 1,0-1-1,0 1 24,-7 3-117,0 1 0,-1-2 1,1 1-1,-1-1 0,0 0 1,0 0-1,0-1 1,-9 1 115,-84 12-426,15-3 1086,153-9 547,394-4-131,-448-3-342,-8-3-3394,8-4-5784,7 4 1069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7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0 141 400,'0'0'10448,"0"0"-6644,0 0-2019,0 0 435,0 0-1055,21 3-660,38 6-51,-1-3-1,13-2-453,-48-3 43,1-1 0,-1-1-1,0-1 1,0-1-1,0-2 1,0 0 0,-1-1-1,4-2-42,-17 4-119,63-31-21,-70 34-9,1 0-1,0-1 1,-1 0 0,1 1 0,-1-1 0,1 0 0,-1 0 0,0-1 0,0 1 0,0 0-1,0-1 1,0 1 0,-1-1 0,1 0 0,-1 1 0,0-1 0,1 0 0,-1 0 0,0 0-1,-1 0 1,1 0 149,-1 1-188,-1 1 0,1-1-1,-1 1 1,0-1-1,1 1 1,-1-1 0,0 1-1,0 0 1,0-1 0,0 1-1,0 0 1,0 0-1,0-1 1,0 1 0,0 0-1,-1 0 1,1 0 0,0 1-1,-1-1 1,1 0-1,-1 0 1,1 1 0,-1-1-1,1 1 1,-1-1-1,0 1 1,1 0 0,-2-1 188,-53-8-3867,48 9 2958,-71-5-5624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7.6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10837,'0'0'3484,"0"0"-1197,0 0-129,0 0-872,36-1-601,11 1-459,188-7 1048,-102-6 709,90-24-1983,-190 31 298,-32 6-282,0 0 0,0 0 1,0 0-1,0 0 0,0 0 1,0 0-1,0 0 0,0-1 0,0 1 1,-1 0-1,1-1 0,0 1 1,0-1-1,0 1 0,0-1 0,-1 1 1,1-1-1,0 0 0,0 0-16,0-12-7531,-1 7 2902,0-5-7046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6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43 6755,'0'0'3698,"0"0"-1281,0 0-168,0 0-478,0 0-912,0 0-472,18 0-75,97-4 265,0-4-1,12-7-576,-103 8-595,-21 5-2916,-2 1-3401,-7-5 954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06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6515,'0'0'4445,"0"0"-2813,0 0-220,0 0-348,0 0-538,33 1-158,241 7 379,-240-8-506,-20 0-2659,-19 0-2958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18.4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474 1 4674,'0'0'3226,"0"0"-921,0 0-611,0 0-827,0 0-419,0 0 355,-10 29 187,-34 96-48,35-106-611,0 0 0,-1-1 0,-1 0 0,-1-1 1,0 0-1,-2-1 0,-12 13-331,-4 5 496,-33 34 1027,-38 31-1523,-12 11 182,112-109-233,0 1 0,0-1 0,1 0 0,-1 0 0,0 0 0,0 0 0,1 1 0,-1-1 0,1 0 0,-1 1 0,1-1 0,0 0 0,-1 1 0,1-1 0,0 0 0,0 1 0,0-1 0,0 1 0,0-1 0,0 0 0,0 1 0,1-1 0,-1 0 0,0 1 0,1-1 0,-1 0 0,1 1 0,0-1 0,-1 0 0,1 0 0,0 1 0,0-1 0,-1 0 0,1 0 0,0 0 0,0 0 0,0 0 0,1 0 0,-1-1 0,0 1 51,8 6 51,0 0-1,0-1 0,0 0 0,10 4-50,-11-5-95,136 71 495,66 21-400,-206-95 45,0 0 0,0 0 0,0-1 0,0 0 0,1 1 0,-1-1 0,1-1 0,-1 1 0,1 0 0,-1-1 1,1 0-1,-1 0 0,3-1-45,-4 0 35,0-1 0,0 1 0,-1-1 0,1 1 0,0-1 1,-1 0-1,0 0 0,1 0 0,-1 0 0,0-1 1,0 1-1,0 0 0,-1-1 0,1 0 0,0 1 0,-1-1 1,0 0-1,0 0 0,1-1-35,6-17 37,0 0 0,-2 0-1,0 0 1,-2-1 0,0 1 0,0-14-37,0-36 834,-3-26-834,-1 61 490,0 36-245,1 5-232,0 1-1,-1 0 1,1 0 0,-1 0-1,0-1 1,-1 1 0,0 1-13,0 19-17,-9 425 609,10-213 713,0-237-1358,0-1-169,0 0-439,0 0-967,0 0-1677,0 0-2413,0 0-3040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18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 7555,'0'0'2898,"0"0"-1362,0 0 1202,-14 220-545,4-153-865,0-3-591,-1-9 47,5-9-336,-1-6-16,3-19-400,4-9-32,0-6-176,0-6-592,0 0-1169,4 0-1440,20-36-2034,6-10-2657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19.1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1777,'0'0'5685,"0"0"-2729,0 0-232,0 0-392,0 0-1046,12 0 21,32-1-460,-21 0-597,0 1 1,0 0-1,0 2 1,-1 1-1,19 4-250,-34-5 28,0 0-1,-1 1 0,1 0 1,0 0-1,-1 0 0,0 1 1,0 0-1,0 0 0,-1 0 1,1 1-1,-1 0 0,0 0 1,0 0-1,-1 1 0,1-1 1,-1 1-1,0 0 0,-1 1 1,0-1-1,0 1 0,1 1-27,3 12 115,-1 0-1,-1 1 1,-1 0 0,0 0-1,-2 0 1,0 5-115,-2 134 554,-2-76-363,0-21 45,-11 59-236,-2 14 124,16-134-229,-1-1 0,0 1 0,0 0 1,0-1-1,0 1 0,0 0 0,0-1 0,-1 1 1,1 0-1,-1-1 0,1 1 0,-1 0 0,0-1 0,1 1 1,-1-1-1,0 1 0,0-1 0,0 1 0,-1 0 105,1-3-263,-1 0 1,1 1-1,-1-1 0,1 0 0,0 0 1,-1 0-1,1 0 0,0 0 0,0 0 0,0 0 1,0-1-1,0 1 0,0 0 0,0 0 1,0-1-1,0 1 0,0-1 0,1 1 0,-1-1 1,1 1-1,-1-1 263,-19-33-4637,-6-4-1731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19.5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77 7732,'0'0'4322,"0"0"-2514,0 0 770,0 0-738,0 0-703,207 43-369,-128-40-95,-12-3-177,-5 0-432,-22 0 0,-9-3-64,-11-10-240,-6 1-417,-1-6-783,1-4-1426,0-2-2688,-1-7-4867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0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6355,'0'0'1758,"0"0"-123,0 0 761,0 0-699,0 0-390,0 27 145,0-3-1099,0 51 1716,7 35-2069,6 159 4459,-14 106-4459,-1-133 895,5 31-1081,-4-406-603,3-165-343,-1 284 1106,0 1 0,1-1 0,0 1 0,1-1 0,0 1 0,1 0 0,1 1 1,0-1-1,0 1 0,1 0 0,1 0 0,0 0 0,1 1 0,0 0 0,1 1 0,0 0 0,0 0 0,1 1 0,1 0 1,-1 1-1,1 0 0,1 1 0,-1 0 0,1 0 0,1 2 0,-1-1 0,1 2 0,2-1 26,11-3-37,0 2-1,0 0 1,1 2 0,0 1-1,0 1 1,23 2 37,-45 0-18,-1 0 1,1 0-1,-1 1 0,0-1 0,1 1 1,-1 0-1,0 1 0,1-1 0,-1 0 1,0 1-1,0 0 0,0 0 0,-1 0 1,1 1-1,0-1 0,-1 1 0,1 0 1,-1 0-1,0 0 0,0 1 0,0-1 1,-1 1-1,1-1 0,-1 1 0,0 0 1,0 0-1,0 0 0,0 0 0,-1 0 1,1 1 17,3 14-55,-1 0 1,-1 0-1,-1 1 1,0-1-1,-2 1 1,0 6 54,-1-13-38,0-1 1,-1 0-1,-1 0 0,1 0 0,-2 0 1,0 0-1,0 0 0,-1-1 0,-1 0 1,0 0-1,0 0 0,-1-1 0,0 0 1,-6 6 37,0-1-40,-1 0 1,0-1 0,-1-1-1,-1 0 1,0-1 0,-1-1-1,0 0 1,-14 6 39,14-11-7,-1-1 0,1 0 0,-1-1 0,1-1 1,-1-1-1,0 0 0,0-1 0,0-1 0,-12-2 7,-1 2 67,30 1-76,0 1-1,0-1 0,1 0 0,-1 1 0,1-1 0,-1 0 1,1 1-1,0-1 0,-1 1 0,1-1 0,0 1 1,0-1-1,0 1 0,0-1 0,0 1 0,1-1 1,-1 1-1,0-1 10,1 4-58,-2 16-106,1-6 114,0 0 1,1 1-1,0-1 1,3 10 49,-2-20 2,-1 1 1,1 0-1,1-1 1,-1 0-1,1 1 0,0-1 1,0 0-1,0 0 0,1-1 1,-1 1-1,1-1 1,1 0-1,-1 0 0,1 0-2,2 2 53,0 0 0,0-1 0,1 0-1,0-1 1,0 0 0,0 0 0,0-1 0,1 0-1,-1 0 1,1-1 0,5 1-53,66 3 3264,-79-6-3398,-1 0-711,-5-1-4622,-4-4-266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 1 3249,'0'0'3509,"0"0"-1463,0 0 62,0 0-241,0 0-704,0 0-280,-3 3-13,0 1-580,1 1-1,-1 0 1,1 0-1,0 1 1,0-1-1,1 0 0,-1 1 1,1-1-1,0 1 1,1-1-1,-1 1 1,1 0-1,0-1 1,1 1-1,-1-1 1,2 4-290,2-8 59,0 1 1,0-2-1,0 1 1,0 0-1,1-1 1,-1 0-1,0 0 1,1 0-1,-1 0 1,0-1-1,0 0 1,0 0-1,2 0-59,-5-3-35,1 0 0,-1 1-1,0-1 1,0 0 0,0 0 0,0 0-1,-1 0 1,1 0 0,-1 0 0,0 0-1,0 0 1,-1 0 0,1 0-1,-1 0 1,0 0 0,0 1 0,0-1-1,-1-2 36,-4 3 33,0 0 0,0 0-1,0 1 1,0 0-1,-1 0 1,1 0-1,-1 1 1,1 0 0,-1 0-1,1 1 1,-1-1-1,0 2 1,1-1 0,-4 1-33,-1-1 146,10 0-122,0 0-1,-1 0 0,1 0 1,0 0-1,0 0 0,0 0 1,-1 1-1,1-1 0,0 0 1,0 1-1,0-1 0,-1 1 1,1-1-1,0 1 0,0 0 1,0-1-1,0 1 1,0 0-1,0 0 0,0 0 1,1 0-1,-1 0 0,0 0 1,0 0-1,1 0 0,-1 0 1,0 0-1,1 0 0,-1 1-23,-3 39-1670,4-40 1615,0-1-2013,0 0-2270,0 0-3081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2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15 295 8644,'0'0'1454,"0"0"221,0 0 30,0 0-747,0 0-489,-12 0 732,11-5-1049,1 1 0,-1-1 0,1 1 0,0 0 0,0-1 0,0 1 0,1-1 0,-1 1 0,1 0 0,0 0 0,1-4-152,0-1 166,0-2-25,1 0 1,0 1-1,0-1 0,1 1 0,0 0 1,1 0-1,0 0 0,0 1 0,1 0 1,0 0-1,1 0 0,0 1 0,1 0 1,-1 0-1,1 1 0,1 0 0,0 0 1,7-4-142,-1 3-12,1 0-1,-1 1 1,1 1 0,1 0 0,-1 1 0,1 1 0,0 0 0,0 2 0,0 0-1,0 1 1,11 0 12,-21 1-6,0 0-1,0 0 0,0 1 0,0 0 1,0 0-1,0 0 0,0 1 1,0 0-1,4 3 7,-6-2-5,-1 0 1,1 0 0,-1 0-1,0 1 1,0-1 0,0 1-1,-1 0 1,0 0-1,1 1 1,-1-1 0,-1 1-1,1-1 1,0 3 4,4 8-10,-1 0 0,0 0 0,-1 1 0,-1-1 1,0 1-1,-2 0 0,1 1 0,-2 3 10,1 23-9,-2 0 1,-3 24 8,0-48 10,-1 0-1,0 0 1,-2 0 0,0-1 0,-1 0-1,-1 0 1,0-1 0,-1 0 0,-1 0 0,-1-1-1,-1-1 1,-5 7-10,-32 35 253,-3-2 0,-32 25-253,58-56 151,-7 4 120,25-22-158,0 0 1,1 0-1,0 1 0,0-1 0,1 2 1,-1-1-1,-2 6-113,9-13 13,0 1 0,0-1 1,-1 1-1,1 0 0,0-1 0,0 1 1,0 0-1,0-1 0,0 1 0,-1 0 0,1-1 1,0 1-1,1 0 0,-1-1 0,0 1 1,0 0-1,0-1 0,0 1 0,0-1 0,1 1 1,-1 0-1,0-1 0,1 1 0,-1-1 0,0 1 1,1 0-1,-1-1 0,0 1 0,1-1 1,-1 0-1,1 1 0,-1-1 0,1 1 0,0-1 1,-1 0-1,1 1 0,-1-1 0,1 0 1,0 1-1,-1-1 0,1 0 0,-1 0 0,1 0 1,0 0-1,-1 0 0,1 0 0,0 1 0,0-2-13,38 6 75,-34-5-8,81 3 694,1-3-1,0-4 0,9-6-760,-93 10-1012,1-2-1,-1 1 0,1 0 0,-1 0 0,0-1 0,0 0 0,1 0 0,-1 0 1,0 0-1,-1 0 0,1 0 0,0-1 1013,36-38-7975,-6 7 3613,-10 12 4002,21-16 2096,-42 36-899,0 1 0,0-1 0,1 1 0,-1 0 0,1 0 0,-1 0 0,1 1 1,-1-1-1,1 1 0,-1-1 0,3 1-837,-4 24 3465,0-14-3144,5 175 4121,-7-155-3916,-1-1 0,-2 0 0,-1-1 0,0 1 0,-6 10-526,9-30-87,-1-3-139,1 1-1,0-1 1,1 1-1,0 0 1,0 0-1,0 4 227,1-10-2350,0-2-1898,0-7-2107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3.0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41 228 4706,'0'0'4047,"0"0"-1947,0 0 21,-6 30-563,-4 7-1206,3-11-104,1-1 0,2 1-1,0 0 1,2 0 0,1 1-1,1 0-247,0-12 169,0-1 0,1 1-1,1 0 1,1-1 0,0 1 0,0-1 0,2 0-1,0 0 1,0 0 0,5 7-169,-7-16 48,1 1 1,0 0 0,0-1-1,0 0 1,0 0 0,1 0-1,0-1 1,0 0-1,0 1 1,0-2 0,1 1-1,-1-1 1,1 0 0,0 0-1,0 0 1,1-1-1,-1 0 1,0 0 0,1 0-1,-1-1 1,1 0 0,-1-1-1,1 1 1,3-1-49,0-1 33,0 0 0,-1-1-1,1 0 1,-1 0 0,0-1 0,1 0 0,-1-1 0,-1 0-1,1 0 1,0-1 0,-1 0 0,0 0 0,0-1 0,-1 0 0,1-1-1,-1 1 1,5-8-33,10-12-78,-1-1 0,-1-1-1,-1 0 1,6-16 78,-14 22-81,0-1 0,-1-1-1,-1 1 1,-2-1 0,0-1 0,-2 0-1,0 1 1,-2-1 0,-1-1 0,-1 1-1,-1 0 1,-1 0 0,-1-6 81,1 25-1,0 0 0,0 1 0,0-1 1,-1 1-1,0-1 0,0 1 0,0 0 1,-1 0-1,0 0 0,0 0 0,0 0 1,0 1-1,-1-1 0,1 1 0,-5-4 1,1 3 48,0-1 0,0 2 1,0-1-1,-1 1 0,1 0 0,-1 0 0,0 1 0,0 0 0,-9-1-48,-13-2 230,0 2 0,0 1 0,0 1 0,-1 1 0,-13 3-230,37-1 27,0-1 0,0 2 0,0-1 0,0 1 0,0 0 0,0 0 0,0 1 0,1 0 0,-1 0 0,1 0 0,0 1 0,0 0 0,0 0 0,0 1 0,1 0 0,-1 0 0,1 0 0,1 0 0,-1 1 0,1 0 0,0 0 0,0 0 0,-2 6-27,-1 3-147,0 0 0,1 0 0,1 1 0,1 0 0,0 0 1,1 0-1,0 1 0,2-1 0,0 0 0,0 2 147,1-17-236,0 1-1,0 0 1,-1 0 0,1-1 0,0 1 0,1 0-1,-1 0 1,0 0 0,0-1 0,1 1 0,-1 0-1,1 0 1,-1-1 0,1 1 0,0-1 0,0 1-1,0 0 1,0-1 0,0 1 0,0-1-1,0 0 1,0 1 0,1-1 0,-1 0 0,0 0-1,1 0 1,-1 0 0,1 0 236,29 8-6792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3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10085,'0'0'2430,"0"0"-845,0 0 707,0 0-908,0 0-821,17 7-131,114 45 217,-126-51-640,0 1 1,0 1 0,0-1 0,0 1 0,-1 0-1,1 0 1,-1 0 0,0 1 0,1-1 0,-2 1-1,1 0 1,0 0 0,-1 0 0,0 1 0,0-1-1,0 1 1,0 0 0,-1 0 0,0 0 0,0 0-1,0 0 1,0 4-10,2 11 87,-1 0-1,-1 1 0,0-1 1,-2 1-1,-1 9-86,1 2 140,-1 58 580,-3-1 0,-7 27-720,-5 11 1057,5 1-1,6 51-1056,5-177-259,0-2-234,0 0-412,0-4-557,1-20-1267,-1 10 884,0 0-1,0 0 1,-1 0-1,-2-7 1846,-14-27-6336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3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10757,'0'0'2657,"0"0"-704,0 0 560,0 0-1808,0 0-33,176 21 96,-94-21 17,-8 0-241,-13 0-128,-20 0-336,-14-3-48,-13 0-32,-7 0-368,-4 3-320,0 0-977,8 0-2257,-1 0-2881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4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10213,'0'0'1771,"0"0"337,0 0-14,0 0-923,0 0-269,10 31-6,5 14-597,15 45 784,3 28-1083,-29-93 339,0 0 0,-2 1 0,-1-1 0,-1 14-339,0-38-104,0-6-19,0-231-501,0 226 609,1 0 0,0 0 0,1 0 0,0 0 0,0 0 0,1 1-1,0-1 1,1 1 0,0 0 0,1 0 0,0 0 0,0 0 0,4-4 15,-4 7 6,0 0 0,0 0 0,1 0 0,-1 1 0,1 0 0,1 0 0,-1 1 0,0-1 0,1 2 0,0-1 0,0 1 0,0-1 0,1 2 0,-1-1 0,0 1 0,1 1 0,6-2-6,-7 2-7,0 0 0,0 1 0,0 0 0,0 0 0,0 0 0,0 1 0,0 0 0,0 0 0,0 1 0,0 0 0,-1 0 0,1 1 0,-1-1 0,1 1 0,-1 1 0,0-1 0,0 1 0,-1 0 0,1 1 0,-1-1 0,0 1 0,0 0 0,0 0 0,-1 1 0,0 0 0,0-1 0,0 1 0,-1 1 0,1 1 8,5 7-17,-1 1 1,-1 0-1,-1 0 1,0 0-1,-1 1 1,-1 0-1,2 16 16,-1 11-22,-2 1 0,-2 22 22,-1-65-37,1-36-64,1 19 39,2-1 1,-1 0 0,2 1 0,0 0 0,1 0-1,0 1 1,2-1 0,-1 1 0,2 1-1,0 0 1,4-6 61,0 2-59,1 1 0,0 1 1,1 0-1,1 1 0,0 0 0,1 2 0,0 0 0,10-5 59,-16 11-2,0 1-1,1 0 0,0 0 1,0 2-1,0-1 1,1 1-1,-1 1 1,1 0-1,-1 1 0,5 1 3,-12-1 10,0 2 0,1-1-1,-1 0 1,0 1-1,0 0 1,0 0-1,0 1 1,0-1-1,0 1 1,0 0 0,-1 1-1,1-1 1,0 1-1,-1 0 1,0 0-1,0 0 1,0 1 0,0-1-1,0 1 1,-1 0-1,0 0 1,0 0-1,0 0 1,0 1 0,0 0-10,2 7 38,0 0 0,0 1 0,-1 0 0,-1 0 0,0 0 1,-1 1-1,1 10-38,-2 98 432,-2-66-120,-6 87 1208,2-142 998,-10-5-3552,12 3 959,-57-12-6563,21 1-1208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8.6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438 13 2017,'0'0'3594,"0"0"-1786,0 0-356,0 0-318,0 0-449,7-5 68,-6 5-741,-1-1 0,1 0 1,0 1-1,-1-1 0,1 1 0,-1-1 1,1 1-1,0-1 0,0 1 1,-1 0-1,1-1 0,0 1 1,0 0-1,-1 0 0,1-1 1,0 1-1,0 0 0,0 0 0,-1 0 1,1 0-1,0 0 0,0 0 1,0 0-1,-1 0 0,1 0 1,0 1-1,0-1 0,0 0 1,-1 0-1,1 1 0,0-1 0,0 0 1,-1 1-1,1-1 0,0 1 1,-1-1-1,1 1 0,-1-1 1,1 1-1,0 0 0,-1-1 1,1 1-1,-1-1 0,0 1 0,1 0 1,-1 0-1,1-1 0,-1 1 1,0 0-1,0 0 0,1-1 1,-1 1-1,0 0 0,0 0 1,0 0-13,1 9 63,0 0 1,-1 1 0,0-1-1,-1 1 1,0-1 0,-1 1-64,-6 36 190,-2-1 0,-2 0 0,-2-1 0,-15 34-190,-89 174 457,84-185-327,-40 78 285,22-47 615,4 3 1,-14 48-1031,59-140-84,0 0 0,0 1 0,1-1 0,0 1 0,0-1 0,1 6 84,1-14-1132,24-10-3413,11-19 1882,-23 17 993,32-24-4141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29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710 0 80,'0'0'4730,"-20"35"-2622,0-1-1642,-122 204 3038,52-100-2397,-35 51 1604,9 6-1,-6 32-2710,100-190-1723,21-35 1518,-1-1 1,1 1-1,-1-1 1,1 0-1,-1 0 1,1 0-1,-1 0 1,0 0 0,0 0-1,1 0 1,-1 0-1,0-1 1,0 1-1,0-1 1,0 1-1,0-1 1,0 0 0,0 0-1,-1 0 205,-14 0-4557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30.8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843 282 6131,'0'0'712,"0"0"177,0 0 623,0 0-647,0 0-369,-2-4 254,-26-44 4010,19 38-4500,0-1-1,0 1 1,-1 1 0,0 0-1,-6-3-259,-20-16 44,0 3-1,-2 1 1,-31-14-44,49 29 63,0 0 1,0 2-1,-1 0 0,0 1 1,0 1-1,-1 1 1,1 1-1,-17 0-63,12 2 178,0 1 1,0 1-1,-18 4-178,35-3 39,0 0 1,0 0-1,1 1 1,-1 0-1,0 1 1,1 0-1,0 0 1,0 1-1,0 0 1,1 1-1,-1-1 0,0 2-39,-5 5 75,1 1 0,0 0 0,0 1 0,2 0 0,0 1-1,0 0 1,1 1 0,1 0 0,1 0 0,0 1 0,1 0 0,1 0-1,1 0 1,0 1 0,1-1 0,1 1 0,1 0 0,0 9-75,1-23 8,0 1 1,0-1-1,0 1 1,1-1 0,-1 1-1,1-1 1,0 1-1,1-1 1,-1 0 0,1 0-1,-1 0 1,1 1-1,3 2-8,-3-4-4,1-1-1,-1 1 0,1-1 0,0 0 0,0 0 0,0 0 1,0 0-1,0-1 0,0 1 0,1-1 0,-1 0 0,0 0 0,1 0 1,-1 0-1,1 0 0,-1-1 0,3 0 5,12 2-27,0-1 0,1-1 0,-1-1 0,1 0 1,-1-1-1,0-2 0,0 1 0,0-2 0,0-1 0,-1 0 0,0-1 0,0-1 0,0 0 1,-1-1-1,10-8 27,2-3-37,-1-2 1,-1 0 0,-1-2 0,-1-1-1,-1-1 1,-2 0 0,0-2-1,0-4 37,-5 9-19,-5 8-24,-1 0 0,-1-1-1,-1 0 1,4-8 43,-12 22 51,0 2 37,1 25 26,-2-17-95,5 32 110,1 0 0,3 0 0,0-1 0,3 0-1,1 0 1,9 16-129,12 44 209,-23-67-202,-2 0 0,-1 0-1,-2 0 1,-1 1 0,-2 0-1,0 3-6,-3-29 18,1-1-1,-1 0 1,0 0-1,-1 0 1,1 0-1,-1 0 1,0 0-1,-1 0 1,0-1-1,1 1 1,-2-1-1,1 0 1,-1 0-1,1 0 1,-1 0-1,-1 0 1,1-1-1,-1 0 1,0 0-1,0 0 1,0-1-1,0 1 1,0-1-1,-1 0 1,0-1-1,1 1 1,-6 0-18,-12 5 84,0-1 1,0-1 0,-1-1 0,0-2 0,0 0 0,-19-1-85,-16 1 58,0-4 0,0-2 1,1-2-1,-1-3 0,1-3 0,-11-4-58,34 7 121,34 8-175,1 0-317,0 0-893,2 0-2977,11 0 62,23 0-4102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31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8852,'0'0'2945,"0"0"-928,0 0 913,0 204-769,0-139-1025,0-4-496,0-13-287,0-11-305,0-15-48,0-13-513,0-6-1327,0-3-1682,7-6-2801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31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5282,'0'0'3271,"0"0"-1347,0 0 231,0 0-207,0 0-657,9 24-360,-3-6-682,0 0 0,2 0 0,0-1-1,7 10-248,-13-24 34,0-1 1,0 0-1,0 0 0,1 0 0,-1 0 0,0 0 0,1-1 0,0 1 0,-1-1 0,1 1 0,0-1 0,-1 0 0,1 0 0,0 0 0,0-1 0,0 1 0,2 0-34,49-2 380,-31 0-229,21-1 93,-1-2 0,9-3-244,32-4 390,-81 11-380,0-1 0,1 1 1,-1-1-1,0 1 0,0 0 0,1 1 0,-1-1 0,0 0 0,0 1 1,1 0-1,-1 0 0,0 0 0,0 0 0,0 0 0,0 1 0,0-1 1,0 1-1,1 1-10,-1 0 9,-1 1 0,1 0 0,-1 0 1,1 0-1,-1 0 0,0 1 0,-1-1 1,1 0-1,-1 1 0,0-1 0,0 1 1,0 4-10,10 70 444,-4 0 1,-3 0-1,-7 68-444,2-31 731,-1-77-71,-1-1-1,-6 20-659,3-21 156,2 1 0,1 19-156,2-57-194,0 1 1,0-1 0,1 1 0,-1-1 0,0 1 0,0-1 0,0 0 0,0 1 0,0-1 0,1 0-1,-1 0 1,0 0 0,0 0 0,0 0 0,0 0 0,0 0 0,0 0 0,0 0 0,1 0 0,-1 0-1,0-1 1,0 1 0,0 0 0,0-1 0,0 1 0,1 0 0,-1-1 0,0 1 0,0-1 193,-32-37-5932,23 24 3705,-20-22-4058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32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1 511 9812,'0'0'3103,"0"0"-1401,0 0 459,0 0-736,0 0-755,38 5-227,129 15 13,-147-18-418,1-1 0,0-2 0,-1 0 0,1-1 0,-1-1 0,0 0 0,1-2 0,4-2-38,12-7 12,-1-1 0,-1-2 0,8-6-12,-24 13 1,6-4-39,0-1 0,-1-1 1,7-8 37,-22 18-88,-1-1 1,-1 0 0,1 0 0,-1-1 0,0 0 0,-1 0 0,0-1 0,0 0 0,-1 0 0,3-8 87,2-1 311,2 38-67,4 19 37,1-1-1,3 0 1,1-2 0,1 0 0,2-1 0,2-2 0,13 14-281,-18-24 122,-4-4 97,1 0 0,0-2-1,18 14-218,-29-26 70,0-1 0,0 1-1,1-2 1,-1 1 0,1-1-1,-1 0 1,1 0-1,0-1 1,1 0 0,-1 0-1,0-1 1,0 0-1,7-1-69,-14 0 19,0 0-1,0 0 1,0 0 0,0-1-1,0 1 1,0 0-1,0-1 1,-1 1-1,1-1 1,0 1 0,0-1-1,0 1 1,0-1-1,-1 0 1,1 1-1,0-1 1,-1 0 0,1 1-1,0-1 1,-1 0-1,1 0 1,-1 0-1,1 0 1,-1 0 0,1 0-19,8-28 264,-7 20-187,27-95 91,-4 8-58,4 2-1,4 1 0,5 1 1,7-6-110,2 5 1176,-50 93-1553,0-1-1,-1 1 0,1 0 1,0 0-1,-1 0 0,1 0 1,0 1-1,0-1 0,-3 2 378,-41 14-3676,-9 5-2508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11 685 6259,'0'0'2649,"0"0"-891,0 0 72,0 0-338,0 0-526,0 0-300,-2 3-129,1 0-447,-1 0 1,1 0 0,0 0 0,0 1-1,0-1 1,0 0 0,1 1 0,-1-1-1,1 1 1,0-1 0,0 1-1,0-1 1,1 0 0,0 3-91,12 57 886,-4-20-454,3 66 471,-6 1 1,-8 108-904,0-66 266,1-80-125,-1-33-88,2 1 0,1-1 0,2 1 0,2-1-1,1 0 1,12 36-53,24 54 32,-40-127-38,1 1-1,-1-1 0,1 1 0,0-1 0,0 0 0,0 0 1,0 0-1,0 0 0,0 0 0,1-1 0,-1 0 0,1 1 7,8 4 10,17 8-1,1-1 0,0-1 0,1-1 0,0-2-1,0-1 1,1-1 0,0-2 0,15 0-9,64 1 51,92-7-51,-73-1-28,-121 2 27,113 1 71,0-6 0,56-12-70,33-12-67,1 9 0,91 8 67,359 0-109,148-20-193,550-13-714,-1252 50 569,91 16 447,-74-6-97,24-5 97,766-3-344,162 6 130,93 17 35,-1076-28 172,-31 0 32,1-3 0,12-3-25,-71 3 48,0 0 1,0-1 0,0 1-1,-1-1 1,1 0 0,0-1-1,-1 1 1,0-1-1,1 0 1,-1 0 0,0 0-1,2-2-48,43-48 751,-37 40-692,14-17-68,-7 11 2,-2-1 0,0 0-1,0-2 1,-2 0 0,-1 0-1,-1-2 1,-1 1 0,7-20 7,-6-1 165,-2 0 1,-3 0-1,-1-1 1,1-35-166,-4-185-103,-4 175 141,0 76-44,1-37-11,-3 0-1,-1 0 0,-3 0 0,-5-16 18,7 51 2,-114-538-735,114 530 693,-1 1 0,-1 0 0,-1 0 0,-5-7 40,11 29-10,0-1-1,-1 1 1,1-1-1,0 1 1,-1-1 0,0 1-1,1 0 1,-1 0-1,0 0 1,1 0-1,-1 0 1,0 0 0,0 0-1,0 1 1,0-1-1,0 0 1,0 1 0,0 0 10,-38-6-69,-361-16-318,75 7 351,-78 16 36,141 1-89,118-2 86,-522 15 64,239 1-36,-57 4 4,-87 15-2,95-9-6,-9-13-29,69-4 13,-103 41 46,38-2-57,184-24 0,-222 11 2,52-20-103,335-6 74,-23 8 33,-118 9 17,163-25 18,54-2 0,0 3 1,0 3-1,-8 3-35,-30 1 43,95-9-56,0 0-17,0 0-58,0 0-109,0 0-329,0 0 388,0 0 0,0 1 0,0-1 0,1 0 0,-1 1 0,0-1 0,0 0 0,0 1 0,0-1 0,0 0 0,0 1 0,0-1 0,0 1 0,0-1 0,0 0 0,0 1 0,0-1 0,0 0 0,-1 1 0,1-1 0,0 0 0,0 0 0,0 1 0,0-1 0,-1 0 0,1 1 0,0-1 0,0 0 0,-1 0 0,1 1 0,0-1 0,0 0 0,-1 0 0,1 0 0,0 1 0,-1-1 0,1 0 0,0 0 0,0 0 0,-1 0 0,1 0 138,-14 10-659,-47 17-3829,15-17 126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23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91 20231,'1'-1'0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1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59 6995,'0'0'1593,"0"0"-553,0 0 356,0 0 207,0 0-373,0 0-435,-5 0-120,4 0-652,0 0-1,1 0 1,-1 1 0,0-1-1,0 0 1,1 0 0,-1 0 0,0 0-1,0 1 1,1-1 0,-1 0-1,0 1 1,1-1 0,-1 1-1,1-1 1,-1 1 0,1-1-1,-1 1 1,0-1 0,1 1-1,0-1 1,-1 1 0,1-1 0,-1 1-1,1 0 1,0-1 0,-1 1-1,1 0 1,0 0 0,0-1-1,-1 1-22,6 30 675,36 47 528,-23-46-700,94 206 1672,47 89-706,-150-310-1438,1-1-1,1 0 0,0-1 1,1 0-1,0-1 1,1 0-1,1-1 0,8 6-30,-21-18 5,0 0 0,0 0 0,0 0 0,0-1 0,0 1 0,0 0 0,0-1 0,1 1 0,-1-1-1,0 1 1,0-1 0,0 0 0,1 1 0,-1-1 0,0 0 0,0 0 0,0 0 0,1 0 0,-1 0 0,0 0 0,0 0 0,1 0-1,-1-1 1,0 1 0,0 0 0,0-1 0,1 1 0,-1-1 0,0 1 0,0-1 0,0 0 0,0 1 0,0-1 0,0 0 0,0 0-1,0 0 1,0 0 0,-1 0 0,1 1 0,0-2-5,3-5 12,0 1 1,-1-1-1,0 0 0,0 0 1,0-1-1,-1-2-12,0 4-4,12-41-38,-3-1 0,-3 0 1,-1-1-1,-1-20 42,0-201 200,-7 204 66,-12-191 534,13 256-859,0 1-87,-1 0 7,1 0 0,-1 1 1,0-1-1,1 1 0,-1-1 0,1 0 1,-1 1-1,1-1 0,-1 1 1,1-1-1,-1 1 0,1 0 1,-1-1-1,1 1 0,0-1 0,-1 1 1,1 0-1,0-1 0,0 1 1,-1 0-1,1-1 0,0 1 0,0 0 1,0 0-1,0-1 0,0 1 1,0 0 138,0 0-182,-8 39-4279,-1 13-2670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2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96 2081,'0'0'3652,"0"0"-1045,0 0-131,0 0-94,0 0-781,-3-3-657,3 2-915,-1 1 1,1 0-1,0-1 0,0 1 0,-1 0 0,1-1 1,0 1-1,-1 0 0,1 0 0,0-1 0,-1 1 1,1 0-1,0 0 0,-1-1 0,1 1 0,0 0 1,-1 0-1,1 0 0,-1 0 0,1 0 0,-1 0 0,1 0 1,0 0-1,-1 0 0,1 0 0,-1 0 0,1 0 1,0 0-1,-1 0 0,1 0 0,-1 0 0,1 0 1,0 0-1,-1 0 0,1 1 0,-1-1 0,1 0 1,0 0-1,-1 0 0,1 1-29,-5 20 558,10 44 150,-4-60-578,12 102 1050,4 17 1260,-3 58-2440,-15-137 289,0-31-190,1 0-1,1-1 0,0 1 0,0 0 0,1-1 0,1 2-98,4-11 92,-1-14-283,0-38-385,-3 1 0,-3-1-1,-2-21 577,0-21-864,1 68 698,-1 1 0,0 0 0,-2-1 0,0 1 0,-2 1 0,0-1 0,-1 1-1,-2 0 1,-4-9 166,-4-3-24,-2 0 0,-1 1-1,-2 1 1,0 1-1,-6-3 25,4 9 433,23 22-188,16 1-221,308 0-203,-310 0 171,-1 0 1,1 1-1,-1 0 0,1 1 0,-1 0 0,0 1 0,8 3 8,-16-4-13,-1-1 1,1 1-1,-1 0 1,1 0-1,-1 0 1,0 1-1,0-1 1,0 1-1,0 0 1,0 0-1,-1 0 1,1 0-1,-1 0 1,0 0-1,0 1 1,0-1-1,0 1 1,0-1-1,-1 1 1,0 0-1,0 0 1,0 0-1,0-1 1,0 1-1,-1 3 13,1 7-14,-1-1 0,-1 1 0,0 0 0,-1-1 0,-1 1 0,0-1 0,0 1 0,-1-1 0,-1 0 0,0-1 0,-1 1 0,-1-1 0,1 0 0,-2-1 0,-8 11 14,-12 13-37,-2-1-1,-1-1 1,-2-2-1,-7 4 38,26-23 14,0 0 1,-1-1-1,0 0 0,-1-1 1,0-1-1,-1-1 0,1 0 1,-4 0-15,165 1 539,-115-7-499,-2 2 0,1 1 0,0 1 0,-1 2 0,1 1-40,-17-5 30,0 0 0,-1 1 0,0 1 0,0 0 0,0 0 0,0 1 0,-1 0 0,0 1 0,-1 0-1,0 1 1,0 0 0,-1 0 0,0 1-30,19 24 1566,-26-33-1478,-1-1-245,0 0-577,0 0-1205,0-3-1908,0-10-2436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2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45 183 3474,'0'0'3348,"0"0"-1662,0 0 35,0 0-1,0 0-602,0 0-565,0 0 71,0 0 102,0 0 50,0 0 83,0-4-67,1-2-707,0 0 1,1 0-1,-1 0 0,1 0 0,1 0 0,-1 0 0,1 1 0,0-1 0,0 1 0,0 0 0,1-1 1,0 2-1,0-1 0,0 0 0,0 1 0,1 0 0,0 0 0,0 0 0,4-2-85,6-4-14,0 0 0,1 1-1,0 0 1,0 2 0,1 0 0,7-2 14,-5 5-90,1 0 0,-1 2 0,1 0 0,-1 1 1,1 1-1,19 3 90,-36-2-11,0-1 1,0 1 0,0 0-1,0 1 1,0-1-1,0 0 1,0 1 0,0 0-1,0-1 1,-1 1 0,1 1-1,-1-1 1,1 0-1,-1 0 1,0 1 0,0-1-1,0 1 1,0 0-1,-1 0 1,1-1 0,-1 1-1,1 0 1,-1 1 0,0-1-1,0 0 1,0 0-1,0 3 11,3 12 18,-1 0 1,0 0-1,-1 1 0,-1 9-18,0-9 18,1-5 10,-1 0 0,-1 0 1,0 0-1,0 0 0,-2 0 0,0 0 1,0 0-1,-2 0 0,1-1 1,-2 1-1,0-1 0,-4 9-28,-4-2 18,-1-1 0,-1-1 0,0 0 0,-1-1-1,-1-1 1,0 0 0,-2-1 0,-2 1-18,8-7-5,0-1 0,0 0 0,-1-1 0,0-1 0,0 0 0,-1 0 0,0-2 0,1 0 0,-1 0 0,-1-2 0,1 0 0,-14 0 5,22-2-8,1 1-15,0-1 0,0 0 0,0-1 0,0 1 0,0-1 1,1 0-1,-1-1 0,-4-1 23,8 2-12,1 0 1,-1 0-1,0 0 1,1-1-1,-1 1 1,1-1-1,0 1 1,0-1-1,-1 0 0,1 1 1,0-1-1,0 0 1,0 0-1,1 0 1,-1 0-1,0 0 1,1 0-1,-1 0 1,1 0-1,0 0 1,0 0-1,0 0 1,0 0-1,0 0 0,0 0 1,0-1 11,0-4-36,0 0-1,0 0 1,1 1-1,0-1 1,0 0-1,1 0 1,0 1-1,0-1 1,0 1-1,1-1 1,0 1 0,3-5 36,-3 8-4,0-1 1,0 1-1,0-1 1,1 1 0,-1 0-1,1 1 1,0-1 0,0 1-1,0-1 1,0 1-1,0 0 1,0 1 0,0-1-1,1 1 1,-1 0 0,1 0-1,-1 0 1,1 0-1,3 1 4,-2-1-1,0 0 0,0 1 0,0 0 0,0 0 0,0 1 0,0 0-1,-1 0 1,1 0 0,0 1 0,0-1 0,-1 1 0,1 1 0,-1-1-1,1 1 1,2 2 1,1 2 1,-1 0 1,-1 0-1,1 1 0,-1 0 0,-1 1 0,1 0 0,-1 0 0,0 1-1,15 25 63,-11-18 17,1 0-1,0 0 1,1-1-1,1-1 1,5 6-80,-12-17 35,-1 1 0,1-1 1,0 1-1,0-2 1,1 1-1,-1-1 1,1 0-1,0 0 1,0-1-1,0 1 0,0-2 1,0 1-1,0-1 1,0 0-1,1 0 1,6-1-36,-10 0 9,4 1 33,0-1 0,0 0 0,1 0 0,-1 0 0,0-1 0,0 0 0,0-1-1,0 0 1,0 0 0,-1-1 0,1 0 0,-1 0 0,1-1 0,-1 0 0,0 0 0,2-2-42,5-5 104,0-1 1,-1-1 0,0 0-1,6-9-104,-15 17 69,0-1 0,0 1 0,-1-1-1,1 0 1,-1 0 0,-1 0 0,1 0 0,-1-1 0,0 1-1,-1-1 1,1 1 0,-1-1 0,-1 0 0,1 0-69,-1 6-198,-4 0-238,-1 1-1,1-1 0,0 1 1,0 0-1,-1 0 0,1 0 1,0 1-1,-4 0 437,2 0-1111,-21 4-4249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3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4226,'0'0'5517,"0"0"-2190,0 0-766,0 0-306,0 0-1031,33 7-445,88-1-213,116-8-566,-216 1 28,-1-1 0,0 0 1,1-2-1,-1-1 0,3-1-28,-22 6-113,-1 0 0,1 0-1,0 0 1,-1 0 0,1 0 0,0 0 0,-1 0-1,1 0 1,0-1 0,-1 1 0,1 0-1,-1 0 1,1-1 0,0 1 0,-1 0-1,1-1 1,-1 1 0,1 0 0,-1-1 0,1 1-1,-1-1 1,0 1 0,1-1 0,-1 1-1,1-1 1,-1 1 0,0-1 0,1 0 0,-1 1-1,0-1 1,0 1 0,0-1 0,1 0-1,-1 1 1,0-1 113,-21-10-3260,-38 1-3307,13 4 769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4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83 7603,'0'0'2767,"0"0"-1054,0 0 184,0 0-774,0 0-758,28-4-183,195-26 493,-160 19-332,-11 1-181,1 3-1,0 2 0,3 2-161,-52 3-388,-2 0 520,-1 0 1,0 1-1,0-1 1,1 0-1,-1 0 1,0 0-1,1 0 1,-1-1-1,0 1 1,0 0-1,1-1 1,-1 1-1,0 0 1,0-1 0,0 1-1,0-1 1,0 0-1,1 1 1,-1-1-1,0 0 1,0 0-1,0 0 1,-1 1-1,1-1 1,0 0-1,0 0-132,-1-1-309,0 2-532,0 0-1098,0 0-2015,0 0-2889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6.8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2449,'0'0'3989,"0"0"-1620,0 0-528,0 0-201,0 0-565,0 0-426,5 12 55,15 44 133,-2 0-1,-3 1 1,-2 1-1,-2 0 1,-3 0 0,-3 1-1,-2 36-836,-1 79 1171,-1-88-4305,-3-106 1436,-1 0 0,-1-1 0,-1 1 1,0 1-1,-8-17 1698,0-3-2853,-6-14-1261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7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1 228 5603,'0'0'2046,"0"0"-397,0 0 55,0 0-316,0 0-487,8-13-439,-3 5-392,0 0-1,1 0 1,0 1 0,1 0 0,0 0-1,0 0 1,0 1 0,1 0 0,0 1-1,0 0 1,0 0 0,1 0 0,0 1-1,0 0-69,49-20 346,0 3 1,1 2-1,1 3 0,1 2 0,0 3 0,1 3 0,25 0-346,-68 8 25,1-1 19,0 1-1,0 0 0,0 2 0,0 0 0,17 5-43,-32-6-3,1 1-1,-1 0 1,1 1 0,-1-1 0,1 1 0,-1 0-1,0 0 1,-1 1 0,1 0 0,0 0-1,-1 0 1,0 0 0,0 0 0,0 1 0,-1 0-1,1 0 1,-1 0 0,0 0 0,-1 0-1,1 1 1,1 4 3,0 2-9,0 1 1,-1 0-1,0-1 0,-1 1 0,0 0 0,-1 0 1,0 0-1,-2 0 0,1 0 0,-1 0 0,-1 0 0,0 0 1,-1-1-1,-1 1 0,0-1 0,0 0 0,-1 0 0,-1 0 1,0 0-1,-1-1 0,0 0 0,0-1 0,-1 1 0,0-1 1,-1-1-1,-7 7 9,1-4 12,-1-1-1,0 0 1,0-1 0,-1 0 0,0-2 0,-1 0-1,0 0 1,-14 2-12,11-3 16,-2-1 0,1-1 0,-1-1-1,1-1 1,-6-1-16,56-2-7,0 1 0,0 2-1,0 1 1,0 1 0,-1 1 0,0 2-1,5 2 8,-14-3 24,0 1 0,-1 1 0,0 0-1,0 1 1,-1 1 0,0 0 0,-1 1 0,-1 1-1,0 1 1,0 0 0,-1 1-24,-7-8 11,7 7 157,-1 1 0,0 0 0,0 0 0,-2 1 0,0 1 0,-1 0 0,-1 0 0,0 1 0,2 10-168,1-3 109,-9-22-7530,-2-26 980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8.1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121 245 7732,'0'0'2113,"0"0"-558,0 0 464,0 0-650,0 0-670,0 0-686,0 0-1,0 0 1,-1 0-1,1 0 1,0 0 0,0 0-1,0 0 1,0 0-1,0 0 1,-1 0 0,1 0-1,0 0 1,0 0-1,0 0 1,0 0 0,-1 0-1,1 0 1,0 0-1,0 0 1,0 0-1,0 0 1,0 0 0,0 0-1,-1 0 1,1-1-1,0 1 1,0 0 0,0 0-1,0 0 1,0 0-1,0 0 1,0 0 0,0 0-1,0-1 1,-1 1-1,1 0 1,0 0-1,0 0 1,0 0 0,0-1-1,0 1 1,0 0-1,0 0 1,0 0 0,0 0-1,0 0 1,0-1-1,0 1 1,0 0 0,0 0-1,0 0 1,0 0-1,1 0 1,-1-1 0,0 1-1,0 0 1,0 0-1,0 0 1,0 0-1,0 0 1,0 0 0,0-1-1,0 1 1,1 0-13,7-16 194,1 0 0,0 0 1,1 1-1,1 1 0,1 0 1,7-7-195,-7 6 260,2 1 0,0 0 0,0 1 0,1 1 0,16-10-260,-23 17 57,2 0 0,-1 0-1,0 1 1,1 1-1,0-1 1,0 1 0,0 1-1,0 0 1,0 1 0,0 0-1,11 0-56,-17 1-2,1 1-1,-1 0 0,1 0 0,-1 1 1,1-1-1,-1 1 0,0 0 1,0 0-1,0 0 0,0 1 1,0-1-1,0 1 0,-1 0 0,1 0 1,-1 1-1,0-1 0,0 0 1,0 1-1,0 0 0,-1 0 1,0 0-1,1 0 0,-1 0 0,-1 0 1,1 1-1,0 0 3,3 10 1,1 0 1,-2 0-1,0 1 0,-1-1 0,0 1 1,-2 0-1,0 1-1,0-4 21,-1-1 0,0 1 0,-1-1 0,-1 0 0,0 0 0,0 1 0,-1-1 0,-1-1 1,0 1-1,-1 0 0,0-1 0,0 0 0,-1 0 0,-1-1 0,0 0 0,0 0 0,-1 0 0,0-1 0,-1 0 0,-6 4-21,1 2 17,-1-1-1,-1 0 1,-1-1-1,0-1 1,0-1-1,-1 0 1,0-2-1,-1 0 1,0 0-1,-1-2 1,0-1-1,0 0 1,0-1-1,0-2 1,-1 0-1,0-1 1,-11-1-18,15 0-8,10-1-2,1 1 0,-1-2-1,0 1 1,1-1 0,-1 0-1,0 0 1,0-1 11,5 2-4,1-1 1,-1 0-1,1 1 0,-1-1 0,1 0 0,0 0 0,-1 0 1,1 0-1,0 0 0,0-1 0,0 1 0,0 0 1,0 0-1,0-1 0,0 1 0,0-1 0,0 1 1,1-1-1,-1 1 0,1-1 0,-1 1 0,1-1 0,-1 0 1,1 1-1,0-1 0,0 0 0,0 1 0,0-1 1,0 0-1,0 1 4,0-1-5,-1-1 0,1 1 0,0 0 0,0 0 0,0 0 0,0 0 0,0 0 0,0-1 0,1 1 0,-1 0 0,1 0 0,-1 0 0,1 0 0,0 0 0,0 0 0,0 0 1,0 0-1,0 0 0,0 1 0,0-1 0,1 0 0,-1 1 0,1-1 0,-1 1 0,1-1 0,0 1 0,-1 0 0,1 0 0,0 0 0,0 0 0,0 0 0,0 0 0,0 0 0,0 0 0,0 1 0,0-1 0,0 1 0,0 0 0,1-1 1,-1 1-1,0 0 0,2 1 5,4-2-13,0 0 1,1 1-1,-1 1 1,0 0 0,1 0-1,-1 0 1,0 1-1,0 0 1,0 0-1,0 1 1,-1 0 0,1 1-1,3 2 13,3 3-29,-1 1-1,0 0 0,-1 1 1,0 0-1,0 1 1,3 6 29,3 3-37,-7-8 24,-1 0 0,2-1 0,0 0 0,0-1 0,1-1 1,8 6 12,-17-14 25,1 1 1,-1-1-1,1 0 1,-1-1 0,1 1-1,0-1 1,0 0 0,0 0-1,0 0 1,0-1 0,0 0-1,0 0 1,0 0 0,0 0-1,0-1 1,0 0 0,-1 0-1,1 0 1,0 0 0,0-1-1,-1 0 1,1 0 0,-1 0-1,3-3-25,11-6 142,0-1-1,-1-1 1,-1-1-1,0-1 0,-1 0 1,-1-1-1,12-15-141,-9 8 64,-1 0 0,-1-1 0,-1-1 0,-1-1 0,7-19-64,-19 33-89,-3 11-6302,-12 6 511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48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1425,'0'0'2668,"0"0"-617,0 0-37,0 0-258,0 0-510,-2 6-419,-2 4-471,2 0 0,-1 1 0,1 0 0,1-1 1,0 1-1,0 0 0,1 0 0,1 0 0,0-1 0,1 5-356,-2-13 21,1-1 0,0 0 0,0 1 0,0-1 0,1 0 0,-1 0 0,0 0 0,0 0 0,1 0 0,-1 0 0,0 0 0,1 0 0,-1-1 0,1 1 0,-1 0 0,1-1 0,-1 0 0,1 1 0,-1-1 0,1 0 0,0 1 0,-1-1 0,1 0 0,0 0 0,-1 0 0,1-1 0,-1 1 0,2-1-21,0 1-2,0 0 0,-1 0 0,1-1 1,0 1-1,0-1 0,0 0 1,-1 0-1,1 0 0,-1 0 1,1 0-1,-1 0 0,1-1 1,-1 0-1,0 1 0,1-1 1,0-1 1,-1-2 59,0-1 1,1 0-1,-2 0 1,1 0 0,-1 0-1,0-1 1,0 1-1,-1 0 1,1 0 0,-1-1-1,-1 1 1,1 0-1,-1 0 1,0 0-1,-1-1-59,1 6 49,0 0 0,0 0-1,-1 0 1,1 0-1,0 0 1,-1 0-1,1 0 1,-1 1-1,1-1 1,-1 1-1,1-1 1,-1 1-1,1-1 1,-1 1-1,0 0 1,1 0 0,-1 0-1,1 0 1,-1 0-1,0 0 1,1 0-1,-1 0 1,1 1-1,-1-1 1,0 1-49,0-1-25,0 0-1,-1 1 1,1-1 0,0 1-1,0 0 1,0 0 0,0-1-1,0 1 1,0 1 0,0-1-1,0 0 1,0 0 0,0 1-1,1-1 1,-1 1 0,0 0-1,1-1 1,-1 2 25,-5 27-2130,7-9-2456,0-18 3787,0 12-7301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50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0 129 9012,'0'0'2833,"0"0"-864,0 0 208,0 0-707,0 0-877,0 0-383,24-1-92,115-11 215,45-12-333,-41-4 312,99-35-312,-240 63-66,-2 0-262,0 0-275,0 0-515,-4 3-755,-50 37-5277,23-16 1758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51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381 0 4866,'0'0'1614,"0"0"-693,0 0 546,0 0-218,0 0-513,-1 3 5179,-2 18-4944,9 103 88,5-1 1,14 50-1060,-6-49 593,-5 0 0,-4 55-593,-10-178-34,-1 0-1,1 0 0,-1 0 1,0 0-1,1 1 1,-1-1-1,0 0 0,1 0 1,-1 0-1,0 0 1,0-1-1,0 1 0,0 0 1,0 0-1,0 0 1,0-1-1,0 1 0,0-1 1,0 1-1,-1-1 0,1 1 1,0-1-1,0 0 1,0 1-1,-1-1 0,1 0 1,0 0-1,-1 0 35,-45 6-387,41-5 305,-103 3-16,-80-8 98,107-1 2259,81 5-1859,1 0-106,9 0-9,88 0 79,63 1 123,94-15-487,-202 11-69,-36 2 65,1 0 0,-1-1 0,1 0 0,10-4 4,-27 6-109,1 0 1,-1 0-1,1-1 1,-1 1-1,1 0 0,0 0 1,-1-1-1,1 1 0,-1 0 1,1-1-1,-1 1 1,1 0-1,-1-1 0,0 1 1,1-1-1,-1 1 0,0-1 1,1 1-1,-1-1 0,0 1 1,1-1-1,-1 1 1,0-1-1,0 0 0,1 1 1,-1-1-1,0 1 0,0-1 1,0 0-1,0 1 1,0-1-1,0 1 0,0-1 1,0 0-1,0 1 0,0-1 1,-1 1-1,1-1 0,0 0 1,0 1-1,0-1 1,-1 1 108,0-8-1715,0-13-4283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53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79 5442,'0'0'3029,"0"0"-871,0 0 224,0 0-341,0 0-523,1 6-400,0-1-1000,1 1-1,0-1 0,0 0 1,1 0-1,-1 0 1,1 0-1,0-1 0,1 1 1,-1-1-1,1 0 1,0 0-1,2 2-117,59 47 712,-24-22-322,41 44 16,-2 4 1,-5 3 0,-2 3 0,47 78-407,-111-150 57,-6-8-42,0 0 0,0 0 0,0 0 0,0-1 0,1 0 0,0 1 0,0-1 0,0-1 0,0 1 0,1-1 0,-1 1 0,4 1-15,-7-5 13,-1 0-1,1 0 0,-1 0 0,1 0 0,-1 0 1,1 0-1,-1 0 0,1 0 0,-1 0 0,1 0 1,-1 0-1,1 0 0,-1-1 0,1 1 0,-1 0 0,1 0 1,-1 0-1,0-1 0,1 1 0,-1 0 0,1 0 1,-1-1-1,0 1 0,1-1 0,-1 1 0,0 0 1,1-1-1,-1 1 0,0-1 0,0 1 0,1 0 1,-1-1-1,0 1 0,0-1 0,0 0-12,6-20 64,-5 14-5,21-115-23,-6-1 1,0-116-37,2-16 325,-16 246-4117,-1 20 1626,-1 25-2862,0-35 4576,0 37-6799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39:53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25 2721,'0'0'1740,"0"0"-745,0 0 184,0 0-96,0 0-253,-7-12 4031,6 12-5270,-6 0 3285,5-2-7470,5-8-1886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27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0 4786,'0'0'2089,"0"0"-320,0 0 58,0 0 30,0 0-347,0 0-309,1 14-115,13 138 3650,-6 11-4736,-4 166 1421,-4-327-1426,0-2-14,0 0-29,0-12-19,0-83-1164,-5 0 0,-4-9 1231,5 73-121,-2 0 0,-1 0 0,-1 1 0,-2 0 0,0 0 0,-3 1 0,0 0 0,-7-8 121,20 37 10,-1-1 0,1 0 0,0 0 0,-1 1 0,1-1 1,0 0-1,0 0 0,0 1 0,0-1 0,0 0 0,0 0 1,0 0-1,0 1 0,0-1 0,0 0 0,0 0 1,0 1-1,1-1 0,-1 0 0,0 0 0,0 1 0,1-1 1,-1 0-1,0 1 0,1-1 0,-1 0 0,1 1 0,-1-1 1,1 1-1,0-1 0,-1 0 0,1 1 0,-1 0 0,1-1 1,0 1-1,-1-1 0,1 1 0,0 0 0,0-1 1,-1 1-1,1 0 0,0 0 0,0 0 0,-1-1 0,1 1 1,0 0-1,0 0 0,0 0 0,0 0-10,55-7-215,-39 6 286,136-9 111,61 7-182,-203 3-6,-8 0 10,0 0 0,0 1 0,-1-1 0,1 1 0,0 0-1,0 0 1,0 0 0,0 0 0,-1 1 0,1-1-1,0 1 1,-1-1 0,1 1 0,-1 0 0,0 0 0,0 0-1,0 0 1,0 0 0,0 1 0,0-1 0,0 1-1,-1-1 1,1 1 0,-1 0 0,0-1 0,0 1-1,0 0 1,0 0 0,0 0 0,-1 0 0,1 0 0,-1 0-1,0 0 1,0 0-4,2 8 54,-2 0-1,1 1 1,-2-1-1,1 0 1,-1 0-1,-1 0 0,0 0 1,-1 0-1,-2 4-53,-1 0 30,-1-1-1,-1 0 0,0-1 1,-1 1-1,-1-2 0,0 1 0,0-1 1,-1-1-1,-1 0 0,0-1 0,-1 0 1,-2 2-30,-15 8 21,-1 0-1,0-2 1,-1-2 0,-32 12-21,36-12-40,30-7-45,19 2 10,89 21 129,-75-24 108,0 3 1,0 0 0,1 4-163,-30-12 109,0 1 0,-1-1 0,1 2 0,-1-1 0,0 1 1,0-1-1,0 1 0,1 2-109,-2-2-138,0 0 0,0-1 0,1 1 1,0-1-1,0 0 0,0-1 0,0 1 0,2-1 138,10-2-5880,-7-1-669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28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92 185 6243,'0'0'2863,"0"0"-1225,0 0-267,0 0-53,0 0-723,-8 0-368,-21-1 149,29 1-355,-1 0 0,1 0 0,0-1 0,-1 1 0,1 0 0,0 0 0,-1-1 0,1 1 0,0 0 0,0 0 0,-1-1 0,1 1 0,0 0 0,0-1 0,0 1 0,-1 0 0,1-1 0,0 1 0,0 0 0,0-1 0,0 1-1,0 0 1,0-1 0,0 1 0,0 0 0,0-1 0,0 1 0,0-1 0,0 1 0,0 0 0,0-1 0,0 1 0,0 0 0,0-1 0,0 1 0,0 0 0,1-1 0,-1 1 0,0 0 0,0-1 0,0 1 0,1 0-21,7-18 229,-6 15-120,4-8 32,0 1 1,1-1-1,0 1 0,1 1 1,0-1-1,1 1 1,0 0-1,0 1 0,1 0 1,0 1-1,1 0 0,6-3-141,-8 5 42,-1 1-1,1 0 0,0 0 1,0 1-1,0 0 1,1 1-1,-1 0 0,1 1 1,-1 0-1,1 0 0,0 1 1,-1 0-1,1 1 1,0 0-1,-1 0 0,9 3-41,-11-1 11,-1 0-1,1 0 1,-1 1-1,0 0 1,0 0-1,0 0 1,0 1-1,-1 0 0,0 0 1,0 0-1,0 1 1,0 0-1,-1 0 1,0 0-1,0 0 1,-1 1-1,0-1 0,0 1 1,-1 0-1,1 0 1,-1 0-1,-1 0 1,1 2-11,0 2 77,1 1 0,-2-1 1,1 1-1,-2 0 0,1-1 1,-2 1-1,0 0 1,0-1-1,-1 1 0,0-1 1,-1 1-1,0-1 0,-1 0 1,-2 3-78,-3 1 59,0 0 0,-1-1 0,-1 0 0,0 0 0,-1-2 0,-1 1 0,0-2 0,0 1 1,-12 6-60,12-9 8,1-1 1,-1-1 0,0 0 0,-1-1 0,0 0 0,0-1 0,0-1 0,-1 0-1,1-1 1,-1 0 0,-10 0-9,14-3-26,0 1-1,-1-1 1,1-1-1,0 0 1,0 0-1,0-1 1,-6-3 26,15 4-12,-1 0 1,1 0-1,-1 0 0,1 0 1,0-1-1,0 1 0,0-1 1,0 0-1,0 0 0,0 0 1,0 0-1,1 0 0,-1 0 1,0 0-1,1 0 0,0-1 1,0 1-1,0 0 0,0-1 1,0 1-1,0-1 0,0 1 1,1-1-1,-1 0 1,1 1-1,0-1 0,0 0 1,0 1-1,0-1 0,0 0 1,1 1-1,-1-1 0,1 1 1,0-2 11,0 3-9,0 0 1,-1 0-1,1 0 1,0 0-1,0 1 1,0-1 0,0 0-1,0 1 1,1-1-1,-1 0 1,0 1-1,0-1 1,0 1 0,0 0-1,1-1 1,-1 1-1,0 0 1,0 0-1,1 0 1,-1 0 0,0 0-1,1 0 1,-1 0-1,0 0 9,44 1 21,-33-1-31,-5 1 12,1-1 1,-1 1-1,1 0 1,-1 1-1,0 0 1,0 0-1,1 0 1,-1 1-1,-1 0 1,1 1-1,0-1 0,-1 1 1,1 1-3,12 10 44,1 1 0,-2 1 0,6 7-44,-13-11 32,1-1-1,0-1 1,0 0 0,2 0 0,-1-2 0,1 0 0,1 0-1,10 4-31,-20-11 42,0 0 0,0-1 0,1 0-1,-1 0 1,0 0 0,1 0-1,-1-1 1,1 0 0,-1 0 0,1 0-1,-1-1 1,1 0 0,-1 0 0,0 0-1,0-1 1,1 0 0,-1 0-1,0 0 1,0 0 0,-1-1 0,1 0-1,0 0 1,-1 0 0,0-1 0,0 1-1,0-1 1,0 0 0,0-2-42,8-8-22,-1 0 1,-1-1 0,-1 0-1,0-1 1,-1 0 0,-1-1 0,0 0-1,-1-1 22,1-13-1616,-6 10-3566,-1 17-1012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28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10533,'0'0'3169,"0"0"-2112,0 0 1168,0 0-1153,0 0-896,184 6-128,-110-6-48,-19-6-208,-18-6-256,-13 3-272,-24-3-769,0-10-48,-31 4-2272,-33-7-545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29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7363,'0'0'5008,"0"0"-2626,0 0-546,34 1 103,229 4-295,-193-5-1419,71 0-2254,-145-2-2386,-8-5-3375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0.7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101 256 1409,'0'0'2521,"0"0"-400,0 0 395,0 0-54,0 0-218,-4 3-454,0 0-1112,-8 6 57,-1-6 2670,12-3-3085,1-9 233,0-7-482,0-1 0,1 0 0,1 1 0,0-1 0,4-10-71,-4 19-1,1 1 0,0 0 0,1 0 0,-1 0 0,1 1 1,1-1-1,-1 1 0,1 0 0,0 0 0,1 1 0,-1-1 1,1 1-1,4-3 1,3 0-2,-1 0 0,1 1 0,1 0 1,-1 1-1,1 0 0,0 1 0,1 1 0,-1 0 1,1 1-1,0 1 0,-1 0 0,1 1 1,0 0-1,0 2 0,15 1 2,-27-2-5,1 1 0,-1 0-1,0 0 1,1 0 0,-1 0 0,0 0-1,0 0 1,0 1 0,0 0 0,0-1-1,0 1 1,0 0 0,-1 1 0,1-1-1,-1 0 1,1 1 0,-1-1 0,0 1 0,0 0-1,0 0 1,-1 0 0,1 0 0,0 0-1,-1 0 1,0 0 0,0 1 0,0-1-1,0 0 1,-1 1 0,1-1 0,-1 2 5,3 13 26,-2 1 1,0 0-1,-1-1 1,-1 1-1,-1 1-26,2-19 1,-3 13 6,0-1 1,0 0 0,-1 0 0,-1 0 0,0-1 0,-1 1-1,0-1 1,-1-1 0,0 1 0,-1-1 0,0 0-1,-1-1 1,-1 1-8,-27 29 39,-3-2-1,-24 18-38,62-55 0,-82 63 100,55-44 321,2 1 0,0 1 1,-21 24-422,47-45 40,0 0-1,-1 0 1,1 1 0,0-1 0,0 1 0,0-1 0,0 1 0,0 0-1,1-1 1,-1 1 0,0 0 0,1-1 0,-1 1 0,1 0 0,0 0-1,-1 0 1,1 0 0,0-1 0,0 1 0,0 0 0,0 0 0,1 0-1,-1 0 1,0-1 0,1 1 0,-1 0 0,1 0 0,0-1 0,0 1-1,-1 0 1,1-1 0,0 1 0,0-1 0,0 1 0,1-1 0,-1 0-1,0 1 1,1-1 0,-1 0 0,0 0 0,1 0 0,0 0 0,-1 0-1,1 0 1,-1 0 0,1 0 0,0-1 0,0 1 0,-1-1 0,3 1-40,28 5 277,0-2 0,1-1 0,0-2 1,-1-1-1,21-3-277,22 2 220,12 1-12,-69-5-747,10-14-11074,-13 0 4257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1.0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9893,'0'0'3537,"0"0"-1904,0 0 624,0 0-672,24 156-849,-24-107-448,0-1-176,0-2-112,0-18-448,-7-7-1105,3-15-1776,4-6-2322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1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95 353 8868,'0'0'1606,"0"0"-355,0 0 235,0 0-680,0 0-400,0-9 151,-1-7-467,-2-15 315,2 0-1,1 0 0,2 0 1,3-16-405,-4 38 108,1 1-1,-1 0 1,2 0 0,-1 0 0,1 0 0,1 0 0,-1 0-1,1 1 1,0-1 0,1 1 0,0 1 0,0-1 0,0 0-1,1 1 1,0 0 0,0 1 0,1-1 0,0 1 0,7-4-108,-9 7 8,1-1 0,-1 2 1,1-1-1,0 0 1,0 1-1,0 0 0,0 1 1,0-1-1,0 1 0,0 1 1,0-1-1,0 1 1,0 0-1,-1 0 0,1 0 1,0 1-1,0 0 1,-1 0-1,1 1 0,-1-1 1,0 1-1,0 0 0,0 1 1,0-1-1,0 1 1,-1 0-1,1 0 0,1 4-8,0 0 45,-1 0 1,-1 1-1,1-1 0,-1 1 0,-1 0 0,0 0 0,0 1 0,-1-1 0,0 1 0,-1 1-45,2 19 259,-1 1-1,-2 16-258,0-23 73,-1-11-65,-1 1 0,0-1 0,-1 0 0,0 0 1,-1 0-1,0 0 0,-1 0 0,-1-1 0,0 0 0,0 0 0,-2 0 1,1-1-1,-4 2-8,-20 27-13,-2-2 0,-35 31 13,-1-6 20,28-26 75,-20 25-95,59-60 17,-1 1 1,1-1-1,1 0 1,-1 1 0,0 0-1,1-1 1,-1 1 0,1 0-1,0 0 1,0 0-1,0-1 1,0 1 0,0 0-1,1 1 1,-1-1-1,1 0 1,0 0 0,0 0-1,0 1-17,0-2 20,1 0 0,0-1-1,-1 1 1,1 0 0,0-1 0,0 1-1,0-1 1,0 1 0,0-1-1,0 1 1,1-1 0,-1 0-1,0 1 1,1-1 0,-1 0 0,1 0-1,-1 0 1,1 0 0,-1 0-1,1-1 1,0 1 0,-1 0-1,1-1 1,0 1 0,0-1 0,0 0-1,-1 1 1,1-1 0,0 0-1,0 0-19,41 2 305,0-2-1,0-1 1,0-2-1,0-2 1,0-3-1,-1 0 1,20-9-305,-33 10 45,-25 6-222,0 1 0,0-1 0,1 0 0,-1 0 0,0 0 0,0-1 0,-1 1 0,1-1 0,0 0 0,0 0 0,-1-1 0,1 1 0,-1-1 0,0 1 0,0-1 0,0 0-1,0 0 1,0-1 0,-1 1 0,1-1 0,-1 1 0,1-3 177,31-58-10164,-17 25 1394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2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86 7988,'0'0'712,"0"0"46,0 0 1171,0 0-190,0 0-712,0-15-13,0-42 232,0 43-278,0 18-309,4 52 646,1-1 0,4 0 0,12 45-1305,8 43 727,-17-56-507,-3-20 276,3 1 0,12 36-496,-33-300-2578,8 169 2482,1 2 15,0 1-1,5-25 82,-4 41-2,1 0 0,0 0 0,0 0 0,1 0-1,0 1 1,0-1 0,1 1 0,0 0 0,0 0 0,1 0 0,0 0 2,6-6-16,0 2 1,0-1-1,1 2 1,1 0-1,0 0 0,0 1 1,1 0-1,0 2 1,0-1-1,1 2 1,0 0-1,0 0 1,0 2-1,1 0 1,0 1-1,0 0 1,0 1-1,0 1 1,0 1-1,0 0 1,0 1-1,14 2 16,-26-1-7,1-1 0,0 1 1,0 0-1,-1 0 0,1 0 0,-1 0 0,0 1 0,0 0 1,0 0-1,0 0 0,0 1 0,0-1 0,-1 1 0,0 0 1,0 0-1,0 0 0,0 0 0,0 0 0,-1 1 0,0-1 1,0 1-1,0 0 0,-1-1 0,1 1 0,-1 0 0,0 0 1,0 2 6,0 2-1,1 1 1,-1 0 0,-1 0-1,0 0 1,0 0 0,-1-1-1,0 1 1,-1 0-1,0 0 1,0-1 0,-1 1-1,0-1 1,-1 0 0,0 1 0,-7 6-15,0 0 1,0 0-1,-2-1 1,0 0-1,-1-1 0,0-1 1,-1 0-1,-1-1 15,-6 5-37,0-2-1,-1 0 1,-1-2-1,0 0 1,-14 4 37,-24-3-52,53-12 48,-1-1-1,0 1 0,1 1 1,-1 0-1,0 1 5,9-2-34,0 1 0,0 0 0,0 0 1,0 0-1,1 0 0,-1 0 0,1 0 0,0 0 1,0 0-1,0 0 0,0 0 0,0 0 0,1 0 0,0 1 34,-1 2-41,1-2 32,1 0 0,-1 0 0,1 0 0,0 0 1,0-1-1,0 1 0,0 0 0,1-1 0,-1 0 0,1 1 0,0-1 0,0 0 0,0-1 1,1 1-1,-1 0 0,0-1 0,1 0 0,0 1 0,0-2 0,-1 1 0,1 0 0,0-1 1,2 1 8,13 5 135,0-1 0,0 0 0,1-1 0,9 0-135,9-1 525,1-1 1,0-2-1,3-2-525,16 1 1204,-57-1-1342,0 1-1,0-1 0,0 1 1,-1-1-1,1 1 1,0-1-1,0 1 1,-1-1-1,1 1 1,-1-1-1,1 0 1,0 1-1,-1-1 1,1 0-1,-1 0 0,1 1 1,-1-1-1,0 0 1,1 0-1,-1 0 1,0 0-1,0 0 1,0 0 138,3-5-1371,10-14-3399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2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5442,'0'0'2735,"0"0"-1017,0 0 206,0 0-398,0 0-857,3 6-338,-3-3-221,1-1-71,-1-1 0,0 1 0,1-1 0,-1 1 0,0-1 0,1 1 0,0-1 0,-1 1 0,1-1 0,0 0 0,0 1 0,0-1 0,0 0 0,0 0 0,0 0 0,0 0 0,0 1 0,0-2 0,1 1 0,-1 0 0,0 0 0,1 0 0,-1 0 0,1 0-39,-1-1 784,0-15 2254,-2 15-3174,1 0 0,0 0 0,0 1 0,-1-1 0,1 0 0,0 0 0,0 0 0,-1 0 0,1 0 0,0 0 0,0 0 0,0 0 0,-1 0 0,1 0 0,0 1 0,0-1 0,0 0-1,-1 0 1,1 0 0,0 0 0,0 1 0,0-1 0,0 0 0,0 0 0,-1 0 0,1 1 0,0-1 0,0 0 0,0 0 0,0 0 0,0 1 0,0-1 0,0 0 0,0 0 0,0 1 0,0-1 0,0 0 0,0 0-1,0 1 1,0-1 0,0 0 0,0 0 0,0 0 0,0 1 0,0-1 0,0 0 0,0 0 0,0 1 0,1-1 0,-1 0 0,0 0 0,0 0 0,0 1 0,0-1 0,1 0 136,-1 1-7969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4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167 306 6339,'0'0'2476,"0"0"-523,0 0 464,0 0-598,0 0-778,0 0-946,-1 0 0,1 0 0,-1 0 1,0 0-1,1 0 0,-1 0 0,1 0 0,-1 0 1,1-1-1,-1 1 0,1 0 0,-1 0 0,1 0 1,-1-1-1,1 1 0,-1 0 0,1 0 0,0-1 1,-1 1-1,1 0 0,-1-1 0,1 1 1,0-1-1,-1 1 0,1-1 0,0 1 0,0 0 1,-1-1-1,1 1 0,0-1 0,0 1 0,0-1-95,0-18 182,1-1-1,0 1 0,2-1 0,0 1 0,2 0 0,0 0 0,2-1-181,-4 11 2,1 0-1,0 0 0,0 0 1,1 1-1,0 0 1,1 0-1,0 0 0,0 0 1,1 1-1,0 0 0,0 1 1,0 0-1,1 0 1,0 0-1,5-2-1,-6 5-17,0 0 0,1 0 0,-1 0 1,0 1-1,1 0 0,0 1 0,-1 0 0,1 0 0,0 0 0,-1 1 1,1 0-1,2 1 17,-6-1-1,0 1 1,1-1-1,-1 1 1,0 0-1,0 0 0,1 1 1,-1-1-1,0 1 1,0 0-1,-1 0 1,1 0-1,0 0 1,-1 1-1,1 0 1,-1-1-1,0 1 1,0 0-1,0 1 1,0-1-1,0 1 1,1 2 0,4 12 13,-1 0 0,0 1 0,-1 0 0,-2 0 1,0 1-1,0 0 0,-2-1 0,-1 1 0,0 0 1,-1 0-1,-1 0 0,-1 0 0,-1-1 0,-1 1 1,-1-1-1,0 0 0,-1 0 0,-1 0 0,-1-1 1,-9 16-14,-25 26 60,-3-2 0,-2-2 0,-3-2 1,-2-2-1,-2-2 0,-2-3 0,-22 12-60,58-39 215,20-20-191,0 0 1,0 1-1,-1-1 0,1 1 1,0-1-1,0 1 1,0-1-1,-1 0 0,1 1 1,0-1-1,0 1 1,0-1-1,0 1 0,0-1 1,0 1-1,0-1 0,0 1 1,0-1-1,0 1 1,0-1-1,0 1 0,1-1 1,-1 1-1,0-1 1,0 1-1,0-1 0,1 0 1,-1 1-25,3 1 31,-1-1 1,1 1-1,0-1 1,-1 0 0,1 0-1,0 0 1,0 0-1,0 0 1,0 0-1,0-1 1,0 0-1,0 1 1,0-1-1,2-1-31,68 5 313,-1-4-1,19-3-312,-55-1 305,0-1 1,0-1 0,-1-2 0,0-2-1,19-8-305,-51 16-35,0 1-1,0-1 1,-1 0-1,1 0 0,-1 0 1,1-1-1,-1 1 0,0 0 1,0-1-1,0 0 0,0 1 1,0-1-1,0-1 36,23-47-1133,-11 21 646,-8 18 288,-2 5 82,-1 0 0,2 0 0,-1 0 0,1 1-1,0-1 1,4-3 117,-6 38 334,-2 56 230,-4 1 1,-4-1 0,-6 18-565,8-41 77,5-60-304,0-1-349,0-3-675,2-57-5587,6 7-2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4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92 306 7411,'0'0'2364,"0"0"-176,0 31 154,0 99-741,0-119-1414,1 0 0,0 0 0,0 0 0,1 0 1,0 0-1,1 0-187,-1-6 62,-1-1 1,1 0 0,0 0 0,0 0 0,0-1 0,0 1 0,1 0 0,-1-1-1,1 0 1,0 1 0,2 0-63,0 0 49,1 0-1,0-1 1,0 0-1,0 0 1,0-1-1,0 0 1,1 0 0,-1 0-1,1-1 1,-1 0-1,1 0 1,0-1-1,-1 1 1,1-1-1,3-1-48,-2 1 46,0-1-1,0 1 1,0-2-1,0 1 1,0-1-1,0 0 0,0-1 1,-1 1-1,1-1 1,-1-1-1,0 0 0,0 0 1,0 0-1,-1-1 1,1 0-1,-1 0 0,0-1 1,0 1-1,-1-2 1,0 1-1,0 0 1,0-1-1,2-5-45,1-3-19,-1 0 0,0-1 1,-1 0-1,-1 0 0,-1 0 0,0-1 0,-1 1 1,-1-1-1,0 0 0,-1 0 0,-1 0 19,0-7 50,1-6 13,-1 0 1,-2 0-1,-1 0 1,-2 0-1,-3-13-63,6 36 57,0 0-1,-1 0 0,0 0 1,0 0-1,-1 1 1,0-1-1,0 1 1,0 0-1,-1 0 0,1 0 1,-2 0-57,2 3 82,0-1-1,-1 1 1,1 0 0,0 1 0,-1-1 0,0 1 0,0 0-1,0 0 1,0 0 0,0 1 0,0-1 0,0 1 0,0 1 0,-1-1-1,1 1 1,-5 0-82,2 0 55,-1 1 1,1 1-1,-1 0 0,1 0 0,0 0 1,0 1-1,0 1 0,0-1 0,1 1 1,-1 0-1,1 1 0,0 0 0,0 0 1,0 0-1,1 1 0,0 0 0,-3 4-55,-12 15 54,0 1 1,2 0-1,-15 28-54,24-37-110,0 0-1,1 1 1,1 0-1,1 1 1,1-1-1,-5 19 111,5 29-4891,6-58-459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5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8788,'0'0'2551,"0"0"-793,0 0 235,0 0-441,0 0-562,6 6-80,-2-2-827,1 0 1,0-1-1,-1 0 1,1 0-1,0 0 1,1-1-1,-1 1 1,0-1-1,1 0 0,-1-1 1,1 0-1,-1 1 1,1-2-1,0 1 1,0-1-84,26 2 375,0-1 0,13-3-375,4 1 338,88 1 115,-133 0-448,0 0 1,-1 0-1,1 1 1,0-1-1,0 1 0,0 0 1,0 0-1,-1 1 1,1-1-1,0 1 0,-1 0 1,1 0-1,-1 0 1,0 0-1,0 0 0,0 1 1,0-1-1,0 1 0,0 0 1,-1 0-1,1 0 1,-1 0-1,0 1 0,0-1 1,0 0-1,0 1 1,-1 0-1,1-1 0,-1 1 1,0 0-1,0 0 0,0 0 1,-1 0-6,4 18 137,-2 1-1,0-1 1,-2 1 0,0 0-1,-3 10-136,2-13 169,-2 7-22,0-1 0,-2 0 0,-1 0 0,-1 0 0,-9 20-147,-17 35 1014,-9 9-1014,5-11 495,1 7-495,36-85-72,-1 0 1,1 0 0,-1-1 0,1 1-1,0 0 1,-1-1 0,0 1-1,1 0 1,-1-1 0,1 1 0,-1-1-1,0 1 1,1 0 0,-1-1-1,0 0 1,0 1 0,1-1 0,-1 1-1,0-1 1,0 0 0,0 0 0,0 0-1,1 1 1,-1-1 0,0 0-1,0 0 1,0 0 0,0 0 0,0 0-1,1 0 1,-1 0 0,0-1 0,0 1-1,0 0 1,0 0 0,1-1-1,-1 1 72,-33-18-4758,-2-15-479,-10-8-1329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5.9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62 9845,'0'0'2838,"0"0"-357,0 0-306,0 0-986,44 0-393,12 1-545,30 0 298,0-3 0,21-6-549,-30-4 881,36-11-881,-33 6 411,-72 15-3846,-16 3-2180,-13-1-2530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6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0 141 8420,'0'0'3207,"0"0"-622,0 0 160,0 0-611,0 0-693,2 0-488,56 1-732,0-3 0,-1-2 1,0-3-1,0-3 1,-1-2-1,0-2 1,7-5-222,-43 6-1554,-20 13 1437,0-1 0,1 1 0,-1 0 0,0-1 0,0 1 0,0-1 1,0 1-1,0-1 0,1 1 0,-1-1 0,0 1 0,0-1 0,0 1 1,0-1-1,0 1 0,0-1 0,-1 1 0,1-1 0,0 1 0,0-1 1,0 1-1,0-1 0,-1 1 0,1 0 0,0-1 0,0 1 0,-1-1 117,-1-1-385,0 0-1,0 0 0,0 1 0,0-1 0,0 1 0,0-1 0,-1 1 0,1 0 1,-1 0-1,1 0 0,-1 0 0,1 0 0,-1 0 0,0 1 386,-53-12-4621,-13-4-1104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37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14 257 8148,'-6'-73'969,"0"2"400,5 4 4585,33 67-2948,28 1-2131,155-6 888,-180 2-1284,0-1 1,-1-2-1,0-1 0,0-2 1,4-3-480,-34 11 393,-4 1-4980,-5 0-493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5.1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252 232 6163,'0'0'1803,"0"0"230,0 0 384,0 0-517,0 0-507,0 0 154,-4 6 171,-9 16-251,9-16-122,9-28 440,10-2-1679,1 0 0,1 1 0,1 0 0,1 2 0,10-10-106,24-27 70,-46 49-69,-6 6-5,1 1-1,0-1 1,0 1-1,0 0 1,0-1-1,0 1 1,0 0 0,0 0-1,1 1 1,-1-1-1,1 0 1,0 1-1,-1-1 1,3 0 4,-6 29-577,-2-13 511,-1 0 0,-1-1 0,0 1 0,0-1 0,-1 0 0,-1-1 0,0 1 0,-1-1 0,0-1 1,-9 10 65,-20 22-31,-2-1 1,-6 1 30,-202 184 123,247-226-135,-1-1 0,1 0 0,0 0 0,0 0 0,0 0 0,0 0 0,0 0 0,0 1 0,0-1 0,0 0 0,0 0 0,0 0 0,0 0 0,0 1 0,0-1 0,0 0 0,0 0 0,0 0 0,0 0 0,0 0 0,0 1 0,0-1 0,0 0 0,1 0 0,-1 0 0,0 0 0,0 0 0,0 0 0,0 1 0,0-1 0,0 0 0,0 0 0,0 0 0,1 0 0,-1 0 0,0 0 0,0 0 0,0 0 0,0 0 0,0 0 0,1 1 0,-1-1 0,0 0 0,0 0 0,0 0 0,0 0 0,0 0 0,1 0 0,-1 0 0,0 0 0,0 0 0,0 0 0,0 0 0,0 0 1,1 0-1,-1-1 12,19 4-282,25-2 150,-41-1 102,57 0-11,-1 4 1,4 1 40,-43-2-28,0 0 1,-1 2-1,1 0 1,-1 1-1,0 0 0,0 2 1,-1 1-1,3 1 28,-18-8 7,0 0-1,0 0 0,0-1 0,1 1 1,-1-1-1,1 0 0,-1 0 1,1 0-1,-1-1 0,1 1 1,-1-1-1,1 0 0,0 0 1,-1 0-1,1 0 0,-1 0 1,1-1-1,-1 0 0,1 0 1,0 0-7,1-1 9,0-1 0,1 0 0,-1 0 0,0 0 0,0-1-1,-1 1 1,1-1 0,-1-1 0,1 1 0,-1 0 0,1-4-9,11-14 11,-2-1-1,-1 0 1,-1-1-1,0-1 0,-2-1-10,-4 13-10,8-28 230,-2 0 0,-2-1 0,-1 0 0,1-26-220,-15 122 109,-1 1-1,-4-2 1,-1 1-1,-15 39-108,-10 52 588,22-74-21,4 0-1,2 1-566,5-27-3496,3-2-4023,0-73-1181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5.4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177 0 10997,'0'0'2241,"0"0"-1473,0 0 2114,-82 193-481,55-135-1505,7-6-816,-1 0-80,8-15-48,6-7-768,0-9-1057,7-14-1040,0-7-2802,0 0-2497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6.3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39 1505,'0'0'1811,"0"0"-397,0 0 790,0 0 218,0 0-301,-8 0 5247,6 0-6046,7 0 548,532-6-1627,-588-7-1351,43 12 1049,-58-8-351,-1 3 0,-3 3 410,52 3-17,-1 0-1,1 2 1,-1 0 0,1 1-1,-1 0 1,1 2 0,1 0 0,-1 1-1,-13 7 18,12-3 0,0 1 0,1 0-1,0 1 1,0 1-1,-12 14 1,25-24 3,1 2 0,0-1 0,0 0 0,0 1 0,1 0 0,0 0 0,-1 0 0,2 0 0,-1 0 0,1 1 0,-1-1 0,1 1 0,1-1 0,-1 1 0,1 0 0,0 0 0,1 0 0,-1 0 0,1 0 0,0 0 0,1-1 0,-1 1 0,2 6-3,0-9 0,-1 0-1,1 0 1,0 0 0,0 0 0,0-1-1,0 1 1,1 0 0,-1-1 0,1 0-1,0 1 1,-1-1 0,1 0 0,0 0-1,0-1 1,0 1 0,1-1 0,-1 1 0,0-1-1,0 0 1,1 0 0,-1-1 0,4 1 0,11 3 16,1-1 1,0-1 0,15 0-17,23-2 65,-22-1-62,1 1-1,-1 3 1,1 0 0,-1 2 0,22 7-3,-49-10-1,-1 0 0,0 1 0,0-1 0,1 2 1,-2-1-1,1 1 0,0 0 0,-1 0 0,0 1 0,0-1 0,0 1 0,0 1 0,-1-1 0,0 1 0,0 0 1,-1 0-1,0 1 0,0-1 0,0 1 0,0 0 0,-1 0 0,-1 0 0,1 0 0,-1 1 0,0-1 0,-1 1 1,0-1-1,0 3 1,1 2 35,-1 0 0,-1-1 0,0 1 0,-1 0 0,0-1 0,-1 1 1,0-1-1,-1 1 0,0-1 0,-3 6-35,2-9 46,0 0 1,0-1-1,-1 0 0,0 0 1,0 0-1,-1 0 1,1-1-1,-2 0 0,1 0 1,-1-1-1,1 1 0,-2-2 1,1 1-1,-6 2-46,-2 0 72,-2-1-1,1 0 1,-1-1 0,0-1-1,0 0 1,0-2-1,-1 0 1,1-1 0,-1 0-1,1-2 1,-1 0-72,5 1 36,-4-1 13,-1-2 0,1 0 0,0-1 0,0-1-1,0 0 1,1-1 0,0-1 0,0-1 0,0 0-1,1-1 1,1 0 0,-1-1 0,2-1-1,-13-12-48,25 22-170,1 1-609,2 5-5883,10 8-805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6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0 410 4258,'0'0'3049,"0"0"-885,0 0 555,0 0-372,0 0-903,3 2-348,21 17-349,0 1 0,-1 2 0,-1 0 0,-1 1 0,-1 2 0,7 12-747,29 47 1065,13 34-1065,-9-15 491,-60-102-476,0 0 1,1 0-1,-1 0 1,0-1-1,1 1 1,-1 0-1,1 0 1,0 0 0,-1 0-1,1-1 1,0 1-1,-1 0 1,1-1-1,0 1 1,0 0 0,-1-1-1,1 1 1,0-1-1,0 1 1,0-1-1,0 0 1,0 1-1,0-1 1,0 0 0,0 0-1,0 0 1,0 1-1,0-1 1,0 0-1,0 0 1,0 0-1,0-1 1,0 1 0,0 0-1,0 0 1,0 0-1,0-1 1,-1 1-1,1 0 1,0-1-1,0 1 1,0-1 0,0 1-1,0-1 1,-1 0-1,1 1 1,0-1-1,0 0 1,-1 0-1,1 0-15,4-5 77,0 0 0,0-1-1,-1 0 1,0 0-1,3-6-76,22-52 5,-2-1 1,-3-1-1,6-33-5,3-38 3,0-38-3,-14 79 493,15-38-493,-34 133 107,0 2-187,0 0-160,0 0-360,0 4-652,0 39-5380,0-16-142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7.5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849 0 5282,'0'0'2527,"0"0"-1847,0 0 283,0 0 659,0 0-773,0 14-281,17 295 4416,-17 277-25,1-547-4526,1 0-1,5 28-432,-4-51 31,0-1 1,1 1-1,0-1 0,2 0 0,0 0 1,0-1-1,1 1 0,2 0-31,-9-14-1,0-1 0,0 0-1,1 1 1,-1-1-1,0 1 1,0-1-1,1 0 1,-1 1 0,0-1-1,1 0 1,-1 1-1,0-1 1,1 0-1,-1 0 1,0 1 0,1-1-1,-1 0 1,1 0-1,-1 0 1,0 0-1,1 1 1,-1-1 0,1 0-1,-1 0 1,0 0-1,1 0 1,-1 0-1,1 0 1,-1 0 0,1 0-1,-1 0 1,1 0-1,-1 0 1,0 0-1,1-1 1,-1 1-1,1 0 1,-1 0 0,1 0 1,-1-1-16,0 1 0,0 0 1,0 0-1,0-1 0,0 1 1,0 0-1,0 0 0,0-1 0,0 1 1,0 0-1,0-1 0,0 1 1,0 0-1,0 0 0,0-1 1,0 1-1,0 0 0,0 0 1,0-1-1,0 1 0,0 0 1,0-1-1,0 1 0,-1 0 1,1 0-1,0 0 0,0-1 0,0 1 1,0 0-1,-1 0 0,1-1 1,0 1-1,0 0 0,-1 0 1,1 0-1,0 0 0,0 0 1,-1-1-1,1 1 0,0 0 1,0 0-1,-1 0 0,1 0 1,0 0-1,0 0 0,-1 0 0,1 0 1,0 0-1,-1 0 0,1 0 1,0 0-1,0 0 0,-1 0 1,1 0-1,0 0 0,0 0 1,-1 1 15,-18-3-32,1 1 0,-1 0 0,0 2 0,0 0 0,0 2-1,1 0 1,-1 0 0,1 2 0,-4 2 32,-45 16 27,-54 27-27,62-24 48,10-6 47,-173 78 482,180-76-360,1 2-1,0 1 0,2 2 0,-1 3-216,35-26 23,-8 11-6,13-14-225,0-1-278,0 0-306,38-1-5885,-24 0 4896,0 0 0,0-1 1,0-1-1,-1 0 0,1-1 1781,55-18-6080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0:57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1030 1 7988,'0'0'867,"0"0"872,0 0 297,0 0-1092,0 0-682,1 2-190,0-2-65,-1 1 1,0 0-1,0-1 1,1 1 0,-1 0-1,0-1 1,0 1-1,0 0 1,0 0 0,0-1-1,0 1 1,0 0-1,0-1 1,0 1 0,0 0-1,0 0 1,0-1-1,0 1 1,-1 0 0,1-1-1,0 1 1,-1 0-1,1-1 1,0 1 0,-1 0-1,1-1 1,-1 1-1,1-1 1,-1 1 0,1-1-1,-1 1 1,1-1-8,-26 23 195,17-15-97,-30 24 280,-1-3 0,-2 0 0,-37 17-378,-142 64 1041,117-60-265,-43 18 629,53-26 542,1 5-1,-31 23-1946,117-65 93,6-4-133,2 0-427,1-1-1,0 0 1,-1 0-1,1 1 1,0-1-1,-1 0 0,1 0 1,0-1-1,-1 1 1,1 0-1,-1 0 1,1-1-1,0 1 0,-1-1 1,1 0-1,-1 1 1,1-1-1,-1 0 1,0 0-1,1 0 0,-1 0 1,0 0-1,1 0 1,-1 0-1,0 0 1,0-1-1,0 1 468,16-22-8505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3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4440 8308,'0'0'1518,"0"0"-592,0 0-286,0 0-472,0 0-104,13-2 123,4-1 611,0 0 1,-1-1-1,1-1 1,-1-1-1,0 0 1,-1-1-1,12-7-798,30-24 926,-1-3-1,-3-2 1,39-39-926,0-13 374,39-54-374,-83 90 186,-3-1 0,-3-2 1,-2-2-1,-3-2 0,-4-1 1,7-22-187,-21 31 129,-3-1-1,-2 0 1,5-57-129,-11 33 184,-4 0 0,-3-1 0,-4-2-184,0-48 638,3 93-609,1-66 1,-5 0-1,-13-71-29,-16-56 113,-17-100-82,28 240 100,-20-52-131,15 60 45,-14-84-45,13 29 139,-6 1 0,-6 2 0,-38-81-139,42 139 103,23 55-115,2-1-1,0 0 1,2 0-1,-1-9 13,-5-32-26,4 14-12,-2 2 1,-3-2 37,9 25 19,5 19-11,0 1 1,-1 0-1,0 0 1,0 0-1,-4-6-8,7 13-24,0 1-8,-1 1-7,0 0 0,1-1-1,-1 1 1,1 0 0,-1 0 0,0 0 0,1-1 0,0 1-1,-1 0 1,1 0 0,0 0 0,-1 0 0,1 0 0,0 0-1,0 0 1,0 0 0,0 0 0,0 0 0,0 0 0,0 0-1,0 0 1,0 0 39,0 386-157,0-441 114,-3 1 0,-2-1 1,-2 1-1,-15-51 43,18 223-589,-6 118 597,27-734-166,-17 496 198,0 1-5,0 0-43,0 0 18,0 0-31,0 0-14,11 16-95,75 59 196,-57-47-6,1-2-1,1-1 1,22 12-60,-51-36-45,0 0 1,-1 0-1,1 0 0,0 0 1,-1 0-1,1 1 0,-1-1 0,1 0 1,-1 1-1,1 0 0,-1-1 0,0 1 1,0 0-1,0-1 0,0 1 1,0 0-1,0 0 0,0 0 0,-1 0 1,1 0-1,-1 0 0,0 0 0,1 0 1,-1 0 44,0 1-35,-1 0 0,0 0 0,1 0 0,-1-1 0,0 1 0,0 0 0,-1 0 0,1-1 0,0 1 0,-1-1 0,0 1 0,1-1 0,-1 0 0,-2 2 35,-7 7-8,0-1-1,-1 0 0,0-1 1,-1-1-1,-7 4 9,-41 15 22,48-22 100,1 0 0,0 0-1,0 1 1,0 0 0,1 1-1,-6 5-121,139-147 953,-117 130-947,-1 0 0,0-1 0,0 1 0,0-1 0,0 0 0,1-4-6,3-6 4,-7 15-17,-1 1-35,0 0-56,0 0 31,-1 6-324,-4 3 392,0 0 0,0 0 0,0-1-1,-1 0 1,-1 0 0,0 0 0,0-1 0,0 0 0,-1 0 0,1 0-1,-2-1 6,-33 32 76,42-38-75,0 0 0,0 0 0,0-1 0,0 1 0,0 0 0,0 0-1,0 0 1,0 0 0,0 0 0,0 0 0,0 0 0,0 0 0,0-1 0,0 1 0,-1 0 0,1 0 0,0 0 0,0 0 0,0 0 0,0 0 0,0 0 0,0 0 0,0 0 0,0 0 0,-1 0 0,1 0 0,0 0 0,0 0 0,0 0 0,0 0 0,0 0 0,0 0 0,0 0 0,-1 0 0,1 0 0,0 0 0,0 0 0,0 0 0,0 0 0,0 0 0,0 0 0,0 0 0,-1 0 0,1 0 0,0 0 0,0 0 0,0 0 0,0 0 0,0 0 0,0 1 0,0-1 0,0 0-1,0 0 1,-1 0 0,1 0 0,0 0 0,0 0 0,0 0 0,0 0 0,0 1 0,0-1 0,0 0 0,0 0 0,0 0 0,0 0 0,0 0 0,0 0 0,0 0 0,0 1-1,3-15 123,8-18 47,-7 21-162,1 0 1,1 1-1,0 0 0,0 0 1,1 1-1,0 0 0,2-2-8,-5 10-24,-1 1-34,-2 0-44,-1 0-2,0 0-136,-2 21-237,1-19 479,0 1 1,0-1 0,0 1-1,0-1 1,-1 0 0,1 1-1,-1-1 1,1 0 0,-1 0-1,0 0 1,0 0 0,0-1-1,0 1 1,0 0 0,0-1-1,0 0 1,-1 1 0,1-1-1,0 0 1,-1 0 0,1 0-1,-1 0 1,0-1 0,1 1-1,-1-1 1,1 0 0,-2 1-3,3-2 3,0 0 0,1 0 0,-1 0 0,0 0 0,1 0-1,-1 1 1,1-1 0,-1 0 0,1-1 0,0 1 0,-1 0 0,1 0 0,0 0 0,0 0 0,-1 0 0,1 0 0,0 0 0,0 0 0,0 0 0,1-1 0,-1 1-3,0-36 106,0 30-69,1 5-40,-1 1 0,1 0 0,0 0-1,-1 0 1,1 1 0,0-1 0,0 0 0,0 0-1,0 0 1,0 1 0,0-1 0,0 0 0,0 1 0,0-1-1,0 1 1,0-1 0,0 1 0,1 0 0,-1-1-1,0 1 1,0 0 0,0 0 0,1 0 0,-1 0 0,0 0-1,0 0 1,0 0 0,1 0 0,-1 0 0,0 1 3,1-2-25,0 1 0,-1 0 1,1 0-1,0 0 1,-1 0-1,1 0 0,0 1 1,-1-1-1,1 0 1,0 1-1,-1-1 0,1 1 1,-1 0-1,1-1 1,-1 1-1,1 0 0,-1 0 1,0 0-1,2 1 25,-3 9-235,0-2 133,1 0-1,-2 0 1,1 0-1,-1-1 1,-2 9 102,3-16 1,-1 0 0,1 0 1,0 0-1,-1 0 0,1 0 1,-1 1-1,1-1 0,-1 0 1,1 0-1,-1 0 1,0 0-1,1-1 0,-1 1 1,0 0-1,0 0 0,0 0 1,0-1-1,0 1 0,0 0 1,0-1-1,0 1 0,0-1 1,0 1-1,0-1 0,0 1 1,0-1-1,0 0 0,0 0 1,-1 1-1,1-1 0,0 0 1,0 0-1,0 0 0,0 0 1,-1 0-1,1-1 0,0 1 1,0 0-1,0 0 1,0-1-1,0 1 0,0-1 1,0 1-1,0-1 0,0 0 1,-1 1-2,0-33 503,3 21-9232,-1 11 7865,0 1-4306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1:58.3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9 193 5539,'0'0'2721,"0"0"-560,0 0 293,0 0-391,0 0-604,0 0-349,-6-4 142,3 3-914,5 2 1855,37 31-1689,-2 1 0,-1 1 0,-2 2 0,-1 2 0,11 18-504,45 71 828,1 16-828,77 109 325,-150-224-332,-15-23 2,1 0 0,0 0 0,0-1 0,0 1 1,1 0-1,-1-1 0,1 0 0,0 0 0,0 0 0,1 0 5,-5-4 2,1 0-1,-1 0 1,0 0-1,0 0 0,1 0 1,-1 0-1,0 0 0,1 0 1,-1 0-1,0-1 0,0 1 1,1 0-1,-1 0 1,0 0-1,0 0 0,1 0 1,-1 0-1,0-1 0,0 1 1,1 0-1,-1 0 1,0 0-1,0-1 0,0 1 1,1 0-1,-1 0 0,0-1 1,0 1-1,0 0 1,0 0-1,0-1 0,1 1 1,-1 0-1,0-1 0,0 1 1,0 0-1,0 0 1,0-1-1,0 1 0,0 0 1,0-1-1,0 1 0,0 0 1,0 0-1,0-1 1,0 1-1,-1 0 0,1-1 1,0 1-2,0-23 108,0 18-86,0-76 2,1-82 72,-7 0 0,-9-11-96,6 65 183,4 0 1,5-9-184,0 60 308,0 58-429,1 0 0,-1 0 0,0 0 0,0-1 0,0 1 0,0 0 0,0 0 0,0 0-1,1-1 1,-1 1 0,0 0 0,0 0 0,0 0 0,0 0 0,1 0 0,-1 0 0,0-1 0,0 1 0,0 0 0,1 0 0,-1 0 0,0 0 0,0 0 0,1 0 0,-1 0 0,0 0 0,0 0 0,0 0 0,1 0-1,-1 0 1,0 0 0,0 0 0,1 0 0,-1 0 0,0 0 0,0 0 0,0 0 0,1 1 0,-1-1 0,0 0 0,0 0 0,0 0 0,1 0 0,-1 0 0,0 0 0,0 1 0,0-1 0,0 0 0,0 0 0,1 0 0,-1 1-1,0-1 1,0 0 0,0 0 0,0 0 0,0 1 0,0-1 0,0 0 121,12 11-2842,9 17-3937,11 5-1615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1:59.1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11 197 5699,'0'0'1835,"0"0"-656,0 0 222,0 0-451,0 0-611,0 0-318,0 0 0,0 0 1,-1 0-1,1-1 1,0 1-1,-1 0 0,1 0 1,0 0-1,-1 0 0,1 0 1,0 0-1,-1 0 1,1 0-1,0 0 0,0 0 1,-1 0-1,1 0 1,0 1-1,-1-1 0,1 0 1,0 0-1,-1 0 1,1 0-1,0 0 0,0 1 1,-1-1-1,1 0 1,0 0-1,0 0 0,0 1 1,-1-1-1,1 0 1,0 0-1,0 1 0,0-1 1,0 0-1,-1 1 1,1-1-1,0 0 0,0 0 1,0 1-1,0-1 0,0 0 1,0 1-1,0-1 1,0 0-1,0 1 0,0-1 1,0 0-1,0 1 1,0-1-1,0 0 0,0 1-21,0 3 197,0 40 2244,2 0-1,5 30-2440,-5-59 174,2 0-1,0 1 0,0-2 1,1 1-1,1 0 0,1-1 1,0 0-1,1-1 0,5 7-173,-5-8 37,0 0-1,2-1 0,-1-1 1,1 1-1,1-2 0,0 1 1,0-1-1,1-1 1,2 1-37,-5-4 13,1 0 1,0-1 0,0 0 0,0-1 0,1 0 0,-1-1-1,1 0 1,-1 0 0,1-1 0,0-1 0,0 0 0,4 0-14,-9-1 16,-1-1 0,1 1 1,-1-1-1,1 0 1,-1-1-1,0 1 1,0-1-1,0 0 0,0 0 1,0-1-1,-1 1 1,1-1-1,-1 0 0,0-1 1,0 1-1,-1 0 1,1-1-1,-1 0-16,9-12-22,-1 1 0,-1-2 1,-1 1-1,5-15 22,-7 12-37,-2 0 1,0 0-1,-1-1 1,-1 0-1,-1 0 0,-1 0 1,-1 0-1,-1 0 1,-1 0-1,-3-15 37,1 24 48,0-1 0,0 0 0,-2 1 1,0 0-1,0 0 0,-1 0 0,0 1 0,-1 0 0,0 0 0,-1 1 0,-5-5-48,1 3 36,1-1 0,-1 2 0,-1 0 0,0 1 0,-1 0 0,0 1 0,0 1 0,-11-4-36,20 9 19,1 1 0,-1 1-1,0-1 1,1 1 0,-1 0 0,0 0 0,0 1 0,0 0 0,-5 0-19,8 0-2,0 1 1,0 0-1,0-1 0,1 1 1,-1 0-1,0 0 0,0 0 1,1 1-1,-1-1 0,1 1 1,-1-1-1,1 1 0,0 0 1,-1 0-1,1 0 0,0 0 1,0 0-1,1 1 0,-2 0 2,-6 13-13,1 0 0,1 1-1,1 0 1,0 0 0,1 0-1,1 0 1,0 1 0,2 0-1,0 0 1,1-1 0,0 1-1,2 0 1,0 0 0,2 6 13,-2-17-121,0-1 1,1 0 0,0 0-1,0 0 1,0 0 0,1 0-1,0 0 1,0 0-1,0-1 1,1 0 0,0 1-1,0-1 1,3 2 120,3 3-1301,0 0 0,0-1 0,1 0-1,0-1 1,11 6 1301,15 3-5293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1:59.6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8420,'0'0'3151,"0"0"-494,0 0 5,0 0-946,0 0-892,20 3-360,411 7 980,-430-10-1444,42 0-910,-42 0-299,-4-2-877,-64-27-5333,11 5 218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0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0 183 8612,'31'-140'3442,"-31"140"-1233,0 0 752,30 0-1280,42 0-1025,26-6 80,7-3 65,-13 3-449,-17-4-176,-24 4-176,-24 3-112,-14 0-304,-9 3-305,-1 0-671,-3 0-945,0 0-2498,0 0-3056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6.6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 9636,'0'0'1534,"0"0"-274,0 0 647,0 0-746,0 0-777,0 0-80,21 13 254,-2-2-369,0 0 94,0 2 1,-1 0-1,0 0 0,-1 2 0,-1 0 1,8 10-284,14 21 878,-3 0 1,-1 3 0,11 24-879,80 162 1467,-30-54-1003,-10-31-459,-85-150-10,0 0 1,0 0-1,0 0 0,0 0 0,0 0 1,0 0-1,0 0 0,0 0 0,1 1 0,-1-1 1,0 0-1,0 0 0,0 0 0,0 0 0,0 0 1,0 0-1,0 0 0,0 0 0,1 0 0,-1 0 1,0 0-1,0 0 0,0 0 0,0 0 0,0 0 1,0 0-1,0 0 0,1 0 0,-1 0 0,0 0 1,0 0-1,0 0 0,0 0 0,0 0 0,0 0 1,1 0-1,-1 0 0,0 0 0,0 0 0,0 0 1,0 0-1,0 0 0,0 0 0,0 0 1,0-1-1,0 1 0,1 0 0,-1 0 0,0 0 1,0 0-1,0 0 0,0 0 0,0 0 0,0 0 1,0-1-1,0 1 0,0 0 0,0 0 0,0 0 1,0 0-1,0 0 0,0 0 0,0 0 0,0-1 1,0 1-1,0 0 0,0 0 5,3-17 41,0-18 154,-3-101-94,1-58 75,-15-103-176,6 200 606,5-2-606,3 14-7065,0 98 1380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1 6275,'0'0'2019,"0"0"-903,0 0 562,0 0-326,0 0-642,0 17 269,1 7-470,1 0-1,2 1 1,0-1-1,1-1 1,2 3-509,15 49 912,-4 2-1,-2 0 1,-5 0 0,-2 1 0,-3 79-912,-2-77 376,2-154-1240,-7 32 637,-2 1 1,-2-1 0,-1 1-1,-3 0 1,-1 0-1,-2 1 1,-13-30 226,4 18 165,10 29-90,2 0 0,0 0 0,2-1 0,1 0 0,0 0 1,2 0-1,1-1 0,1-1-75,2 25-2,0 0-1,1 0 1,-1 0 0,1 1-1,0-1 1,-1 0 0,1 0 0,0 0-1,-1 0 1,1 1 0,0-1-1,0 0 1,0 0 0,0 1 0,0-1-1,0 1 1,0-1 0,0 1 0,0-1-1,0 1 1,0 0 0,0 0-1,0-1 1,0 1 2,33-8-1,-29 7 1,35-6 5,0 2 0,1 1-1,-1 2 1,1 2 0,-1 2 0,21 4-5,-54-5-16,0 0 0,0 1-1,-1 0 1,1 0 0,0 1-1,-1 0 1,1 0 0,-1 0 0,0 1-1,0 0 1,-1 0 0,1 0-1,-1 1 1,0 0 0,0 0 0,0 0-1,-1 1 1,1 0 0,-1 0-1,-1 0 1,1 0 0,-1 0 0,2 7 16,0 2-24,-1 0 0,0 0 0,-1 1 0,-1-1 0,0 1 0,-1 0 0,-1 0 0,0-1 0,-1 1 0,-2 5 24,0-10-10,0 1 0,0-1 0,-1 0 0,-1-1-1,0 1 1,0-1 0,-1 0 0,0 0-1,-1 0 1,0-1 0,-1 0 0,0-1-1,0 1 1,-1-2 0,0 1 0,-5 3 10,-8 5 23,-1-1 0,0-1 1,-1 0-1,0-2 0,-1-1 0,-15 4-23,19-7 75,15-5-13,-1 0 0,1-1 1,-1 0-1,0 0 0,0-1 1,-5 1-63,36 0-133,0 0 1,0 2-1,21 6 133,34 5 152,-33-10-20,-8-2-120,0 2 0,5 2-12,-33-4 39,0-1 1,-1 1 0,0 0-1,1 1 1,-1 0 0,0 0-1,-1 1 1,1 0 0,-1 1-1,4 3-39,12 19 505,-20-17-6265,-4-10-320,0-1-2391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8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65 896,'0'0'4787,"0"0"-3112,0 0-149,0 0 152,0 0-741,12-7 5397,45-23-6279,-44 24-68,1 2 0,-1-1 1,1 2-1,0 0 0,0 0 0,1 1 0,6 1 13,-16 1-14,1 0 0,-1 0 0,1 0 0,-1 1 0,1 0 0,-1 0 0,0 0 0,1 1 0,-1-1 0,0 1 0,0 1 0,0-1 0,0 1 0,-1 0 0,1 0-1,-1 0 1,0 0 0,1 1 0,-1 0 0,1 2 14,1 2 9,0 0 0,-1 0 0,-1 0-1,1 1 1,-1 0 0,-1-1 0,0 1 0,0 1-1,0-1 1,-1 0 0,-1 1 0,0-1 0,0 1-1,-1-1 1,0 1 0,0 0 0,-1-1 0,-1 1-1,1-1 1,-3 6-9,-1 1 37,-1 0-1,0 0 1,-1 0 0,-1-1-1,0 0 1,-1-1 0,-1 1-1,0-2 1,-1 0 0,0 0-1,-2 1-36,-2 2 64,-1-1 0,0-1 0,-1 0 0,0-1 0,-1-1 0,-1-1 0,0 0 1,0-2-1,-1 0 0,0-1 0,-1-1 0,1-1 0,-1 0 0,-1-2 0,1-1 0,-1 0 0,0-2-64,21-1 18,-1 0 1,1 0-1,0 0 0,-1-1 1,1 1-1,0 0 1,0-1-1,-1 1 0,1-1 1,0 1-1,0-1 1,-1 0-1,1 0 0,0 1 1,0-1-1,0 0 1,0 0-1,0 0 1,0 0-1,1 0 0,-1 0 1,0-1-1,0 1 1,1 0-1,-1-1-18,-1-3 14,0 1 0,1-1 0,-1 0 1,1 0-1,0 0 0,1 0 0,-1 0 0,1-1-14,-1-4-7,1 0-1,1 0 0,0 1 1,0-1-1,1 0 0,0 1 1,1-1-1,1-2 8,-1 7 0,0 0 1,1 0-1,0 0 1,0 0-1,0 1 0,0 0 1,1 0-1,0 0 1,0 0-1,0 1 0,0 0 1,0 0-1,1 0 1,-1 1-1,1-1 0,0 1 1,0 1-1,0-1 1,0 1-1,0 0 0,0 0 0,2 0-24,-1 0-1,1 1 0,0-1 0,0 1 0,0 1 0,0-1 0,0 2 0,-1-1 0,1 1 0,0 0 0,-1 0 0,1 1 0,-1 0 0,0 1 1,7 3 24,58 56-174,-56-47 164,1-1 1,1-1-1,15 11 10,-26-21 23,1 0 0,0 0 0,0 0 0,0-1 0,1 0 1,-1-1-1,1 0 0,-1 0 0,1-1 0,0 0 0,-1-1 0,2 1-23,-1-1 95,-1 0 1,1-1-1,0 1 0,0-2 0,-1 1 0,1-1 0,-1-1 0,1 1 0,-1-2 1,0 1-1,4-3-95,-7 3 48,0-1 0,-1 0 0,1 0 0,-1 0 0,0 0 0,0-1 0,0 1 0,-1-1 0,1 0 0,-1 0 0,0-1 0,-1 1-1,1-1 1,-1 1 0,-1-1 0,1 0 0,0-2-48,11-68-89,-12 70-412,-1 0 0,0-1 0,0 1 0,-1-1 0,0 1 1,-1-5 500,-1 8-3461,-3 2-2128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09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 10261,'0'0'4127,"0"0"-1747,0 0 301,0 0-755,0 0-1176,-5 1-435,-2 1-94,11 0-56,29 1 53,58-2 120,-84-1-277,275 0-1019,-394 4-107,-15 7 1065,-30 2 310,134-12 66,24 0 156,37-1-6,-28 0-714,270 0 1095,-280 0-771,0 0 59,0 0-43,0 0 19,0 0-107,0 0 21,0 0 30,0 0 29,0 0 2,0 0-84,0 0-11,0 0-33,0 0-31,0 0-19,0 0-54,0 0-212,-8 7-8037,-1 2 1705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15.1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1 4162,'0'0'2364,"0"0"-1639,0 0 30,0 0 56,0 0-485,0 0-6,-5 0-231,-11 0 12132,322 0-12024,-201 0-3060,-248 5 2693,124-3 149,-1 1 1,1 1-1,0 0 1,0 2-1,1 0 1,-6 3 20,20-7 0,-25 11-40,0 0 0,2 2 0,0 1 1,-19 15 39,39-26-10,1 0 0,0 1 1,0-1-1,0 2 0,1-1 1,0 0-1,0 1 1,0 0-1,1 0 0,0 1 1,1-1-1,-1 1 0,2-1 1,-1 1-1,1 0 0,0 0 1,0 0-1,1 1 0,0-1 1,1 4 9,0-7-22,-1 1 0,2-1 0,-1 0 0,0 1 0,1-1 0,0 0 0,1 0 1,-1 1-1,1-1 0,0 0 0,0 0 0,0 0 0,3 3 22,-2-5-14,1 1-1,-1-1 1,1 0 0,0 0 0,0 0-1,0-1 1,0 1 0,1-1 0,-1 0-1,1 0 1,-1-1 0,1 1-1,0-1 1,-1 0 0,5 0 14,31 5 64,0-3 0,1-1 1,-1-2-1,12-2-64,30 0 154,-55 2-156,-7-1-5,0 1 0,0 1 1,0 0-1,0 2 1,0 0-1,9 4 7,-23-5-13,0 0 0,0 1 0,0 0 0,-1 0 0,0 0 0,1 1 1,-1 0-1,-1 0 0,1 0 0,0 0 0,-1 1 0,0 0 0,0 0 0,0 0 0,-1 0 0,0 0 0,0 1 1,0 0-1,-1-1 0,1 1 0,-1 0 0,-1 0 0,1 2 13,1 4-4,0 0 0,-1 1 0,0 0 0,-1-1 0,0 1 0,-1 0 0,-1 0 0,0-1-1,0 1 1,-2 0 0,1-1 0,-2 3 4,0-5 15,0-1 1,0 1-1,-1-1 0,0 0 0,0 0 0,-1-1 0,0 0 1,-1 0-1,0 0 0,0-1 0,0 0 0,-1 0 0,0-1 1,-1 0-1,0 0-15,-10 5 40,0-2 0,0 0 0,0-1 1,-1-1-1,0-1 0,-1-1 0,0 0 1,1-2-1,-8 0-40,-14 1 88,-1-3 0,0-1 0,1-2 1,-3-3-89,29 3 111,1 0 0,-1-1 1,1-1-1,0 0 1,0-1-1,1-1 0,-1 0 1,0-2-112,3-2 784,15 5-1206,23 1-2452,-16 4 1576,26-6-3606,4 0-2985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16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1 233 3874,'0'0'2505,"0"0"-630,0 0 121,0 0-483,0 0-497,0-2 5914,0 2-3672,0 3-4455,2 4 1281,0-1-1,1 1 1,-1-1 0,1 0 0,1 0-1,0 0 1,-1 0 0,2 0 0,-1-1-1,1 0 1,-1 0 0,4 2-84,14 19 228,283 393 1460,-303-416-1638,-1-2-36,-1-1 1,1 1-1,-1-1 1,1 1-1,-1 0 1,1-1-1,0 1 1,-1-1-1,1 1 1,0-1-1,-1 0 1,1 1-1,0-1 1,0 0-1,-1 1 1,1-1-1,0 0 1,0 0-1,0 0 1,-1 0-1,1 0 0,0 0 1,0 0-1,0 0 1,-1 0-1,1 0 1,0 0-1,0 0 1,0-1-15,-1 1 107,0 0-9,4-14 289,14-61-294,3 0 0,9-13-93,-8 21 33,53-145 222,-57 167-283,3 0 0,1 2 0,15-21 28,-32 57-7,20-24 40,-24 31-70,-1 0-24,0 0-129,0 0-15,-1 8 108,0 0 0,-1 1 0,0-1 0,-1 0-1,0 0 1,0 0 0,0 0 0,-4 4 97,-3 10-98,-42 84 149,-4-3 0,-36 47-51,-32 57 55,122-204-219,0 0-1,0 0 1,-1 0 0,1-1-1,-1 1 1,1 0-1,-1-1 1,0 0 0,-1 1 164,-49 23-6437,26-14 2521,-10 6-4936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1.9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1 167 6931,'0'0'2175,"0"0"-922,0 0 348,0 0-339,0 0-678,0 0-106,0 0 288,14 11 194,-4-4-738,5 4 119,-1 0 0,-1 1 0,0 0 0,0 1 0,-1 0 0,3 6-341,120 188 3063,-97-141-2538,4-2 0,2-1-1,3-3 1,43 42-525,-88-100 27,29 24-31,-29-25 23,-1 0-1,0 0 0,1 0 0,-1 0 0,1 0 1,0-1-1,-1 1 0,1-1 0,-1 1 0,1-1 1,0 0-1,0 0 0,-1 1 0,1-1 0,0 0 1,-1 0-1,1-1 0,0 1 0,-1 0 0,1-1 1,1 1-19,-1-4 17,0 0 1,0 1 0,-1-1-1,1 0 1,-1 0 0,0 0-1,0 0 1,0 0 0,0 0-1,-1 0 1,0 0 0,0-1-1,0 1-17,1-7 32,9-125-95,-7 0-1,-6-11 64,1-20 226,1 119-139,0 6 67,2 1 0,6-39-154,-6 72-4937,-3 14 1680,-3 17-1169,5-20 3197,-7 31-7634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2.5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41 129 5250,'0'0'2159,"0"0"-492,0 0 121,0 0-446,0 0-401,0 10-18,-2 35 1783,4 43-2706,-1-70 393,1 0-1,1 0 1,1-1-1,0 1 1,1-1-1,8 17-392,-6-19 164,0-1 0,1 1 0,1-1-1,1-1 1,6 8-164,-12-16 20,0-1-1,0 1 1,1-1-1,-1 0 1,1-1-1,0 1 1,0-1-1,0 0 1,1 0-1,-1 0 1,1-1 0,0 0-1,-1 0 1,1-1-1,0 1 1,5-1-20,-2 1-2,1-1 0,-1-1 0,1 0 0,-1 0 0,0-1 0,1 0 0,-1 0 0,0-1 0,1 0 0,-1-1 0,0 0 0,-1-1 0,1 0 1,-1 0-1,1-1 0,-1 0 0,-1 0 0,1-1 0,-1 1 0,0-2 0,0 1 0,0-1 0,-1 0 0,0-1 0,-1 0 0,0 1 0,0-2 1,0 1-1,-1-1 2,2-1-17,-1-1 1,0 0 0,0-1-1,-1 1 1,-1-1 0,0 1-1,-1-1 1,0 0 0,0 0-1,-2 0 1,1 0 0,-1-1-1,-1 1 1,-1 0 0,1 0-1,-2 0 1,1 1 0,-2-1-1,0 1 1,0-1 0,-1 1 0,0 0-1,-1 1 1,0-1 0,-1 1-1,0 0 1,-1 1 0,1 0-1,-2 0 1,0 1 0,0 0-1,0 0 1,-1 1 0,-1-1 16,-1 0 59,-1 1 0,0 0 0,-1 1 0,0 0 1,0 1-1,0 1 0,0 0 0,-1 1 0,1 0 1,-1 1-1,0 1 0,0 0 0,0 1 0,0 1 1,0 0-1,-6 3-59,15-3 1,1 1 0,-1 0 0,1 1 0,0 0 1,0 0-1,0 0 0,0 0 0,0 1 0,1-1 1,-1 1-1,1 1 0,0-1 0,0 0 0,1 1 0,-1 0 1,1 0-1,0 0 0,0 0 0,1 1 0,-1-1 0,1 1 1,1-1-1,-2 6-1,-13 65-1270,12-8-3317,4-38-882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3.1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 9989,'0'0'2966,"0"0"-879,0 0 490,0 0-864,0 0-1028,29 4-258,-4 0-336,26 4 259,0-3-1,39-1-349,111-4-118,-200 0-1138,-1 0-871,0-4-898,-4-14-857,-19-6-397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3.4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6467,'0'0'4359,"0"0"-1811,0 0-3,0 0-578,0 0-1218,17 0-525,182 3 1922,-47-1-3355,-56-1-6702,-99-1-1701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5.1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0 11861,'0'0'1748,"0"0"50,0 0 371,0 0-1046,0 0-803,0 4-237,1 66 114,1-6 407,-5 26-604,1-70 64,0-1 0,-2 1 0,0-1 0,-1 1 0,-1-1 0,-5 11-64,-93 157-222,104-186 192,-1-1 0,1 1-1,0 0 1,0-1-1,-1 1 1,1 0 0,0 0-1,0 0 1,0-1 0,0 1-1,0 0 1,0 0 0,0-1-1,0 1 1,0 0 0,1 0-1,-1 0 1,0-1 0,0 1-1,1 0 1,-1-1 0,0 1-1,1 0 1,-1-1 0,1 1-1,-1 0 1,1-1 0,-1 1-1,1-1 1,-1 1 0,1-1-1,0 1 1,-1-1 0,1 1 30,26 10-144,-20-8 63,361 121 219,-362-122-138,0-1 0,0 1 0,0-1 0,0 0 0,1-1-1,-1 1 1,1-1 0,2-1 0,-7 1 10,0-1 0,0 1 0,0-1 1,0 0-1,0 1 0,0-1 0,0 0 0,-1 0 0,1 0 0,0 0 0,0-1 0,-1 1 0,1 0 1,-1-1-1,1 1 0,-1-1 0,0 1 0,1-1 0,-1 0 0,0 0 0,0 1 0,0-1 0,-1 0 1,1 0-1,0 0 0,0-1-10,5-25 58,-1-1 1,-1 0-1,-2 0 1,0 0-1,-3 0 1,-1-21-59,0-22 212,2 66-185,1-10 131,-1 0 1,-1-1-1,0 1 0,-1 0 0,0 0 0,-1 0 1,-1 0-1,-1 0 0,-5-12-158,3 24 443,3 15-416,-3 159 244,9 29-271,0-37 526,0-121 158,1-1 1,6 18-685,0 9-1709,-5-1-9185,-4-64 1655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5.4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10373,'0'0'1985,"0"0"-1921,0 0 2609,0 0-672,0 0-1169,27 189-544,-17-155-16,-6 2-272,-4-5-80,0-3-832,0-7-1265,0-15-1953,0-6-3729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6.1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4466,'0'0'3834,"0"0"-1292,0 0-213,0 0-872,0 0-673,18 3-74,475 59 2924,-485-60-4929,-20-2 859,-24-4 195,6-5 95,1 2 0,-1 1 0,0 2-1,0 0 1,-10 2 146,21 2 19,-1 0 0,1 2 0,-1 0 0,1 1 0,0 1 0,0 0 1,-10 5-20,24-7 4,0 1 1,-1-1 0,1 1 0,0 0 0,0 0 0,0 0 0,1 1 0,-1 0 0,1 0 0,0 0 0,0 0 0,0 1 0,0-1 0,1 1 0,0 0 0,0 0 0,0 0-1,1 1 1,0-1 0,0 1 0,0-1 0,0 1 0,1 0 0,0-1 0,0 1 0,1 0 0,0 1-5,-1-2-9,1 1-1,-1 0 1,2 0-1,-1 0 1,1-1 0,-1 1-1,2 0 1,-1-1 0,1 1-1,0 0 1,0-1-1,0 0 1,3 5 9,-1-5-8,1 0-1,0 0 0,0 0 1,0-1-1,0 1 1,1-1-1,0-1 1,0 1-1,0-1 0,0 0 1,6 2 8,63 25 148,26 5-148,-17-7 254,11 9-254,-71-26 27,0 1-1,0 1 1,-1 1 0,-1 1 0,19 17-27,-34-26 0,0 1 0,-1 0 0,0 1-1,0 0 1,0 0 0,-1 0 0,0 0 0,-1 1-1,0 0 1,0 0 0,2 8 0,-4-11 4,-1-1-1,0 1 1,0 0 0,0 0 0,-1 0-1,1 0 1,-1 0 0,-1 0-1,1 0 1,-1 0 0,0 0-1,-1 0 1,1-1 0,-1 1 0,0 0-1,-1-1 1,1 1 0,-1-1-1,0 0 1,-1 1-4,-4 3 44,-1 0-1,0-1 1,0 0 0,-1 0 0,0-1-1,0 0 1,0-1 0,-1 0-1,0-1 1,-1 0 0,1-1-1,-1 0 1,1 0 0,-1-2 0,0 1-1,-13 0-43,-22 2 231,0-3 1,0-1-1,-37-4-231,65 1 87,0 0 1,0-1-1,0-1 1,0-1 0,-8-3-88,20 5-30,-1 0 0,1 0 1,-1 0-1,1-1 1,0 0-1,1-1 1,-1 1-1,1-1 1,0-1-1,0 1 0,0-1 1,1 0-1,0 0 1,-2-3 29,5 6-391,1 1 1,0-1 0,0 1-1,0-1 1,0 0-1,1 0 1,-1 1 0,1-1-1,-1 0 1,1 0-1,0 0 1,0-2 390,0-16-6184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6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 13814,'0'0'1729,"0"0"-624,0 0 1728,0 0-2289,0 0-512,0 0 0,231 37 160,-149-37-80,-18 0 16,-10 0-16,-16 0-80,-14-6-32,-4-1-656,-6-2-1345,-4-3-1889,-3 0-2977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7.2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235 1 8292,'0'0'3818,"0"0"-2162,0 0 628,0 0-734,0 0-1190,27 0-152,459 0 3541,-434 0-3592,-48 0-618,-6 0 15,-26 0 27,3 0 391,-11-1 36,0 2 0,1 1 0,-1 2 0,-27 7-8,53-9-13,0 1 0,0 0 1,1 1-1,-1 0 0,1 0 0,0 1 0,1 1 0,-1-1 1,1 1-1,0 0 0,0 1 0,1 0 0,0 0 0,0 1 0,1 0 1,0 0-1,0 1 0,1-1 0,-1 2 13,4-5-12,-1 0-1,1 0 1,1 0-1,-1 0 1,1 0-1,0 0 1,0 1-1,1-1 1,-1 0-1,1 1 1,0-1-1,0 0 1,1 1 0,0-1-1,0 0 1,0 0-1,1 0 1,-1 0-1,1 0 1,0 0-1,1 0 1,-1 0-1,1-1 1,0 0-1,3 4 13,9 10 40,0 0 0,2-1-1,0-1 1,1 0 0,7 3-40,3 4 52,0 0 99,-1 1 1,-1 2-1,-1 0 1,1 5-152,-19-22 42,0 1 0,-1 0-1,0 0 1,-1 0 0,0 1 0,-1-1 0,0 1 0,-1 0 0,0 0 0,0 1 0,-1-1-1,-1 1 1,0-1 0,-1 12-42,0-16 19,-1-1 0,0 1 0,0-1 0,-1 1 0,1-1 0,-2 0 0,1 0 0,0 0 0,-1 0 0,-1 0 0,1 0-1,-1-1 1,1 1 0,-3 0-19,-2 3 30,0-1-1,-1 0 0,0 0 1,0-1-1,-1 0 0,0 0 0,0-1 1,0-1-30,-11 5 54,1-1 0,-1-1 1,0-1-1,-1-1 0,0-1 0,0 0 1,0-2-1,-14 0-54,33-3 6,-33 2 126,0-2-1,0-1 0,-10-3-131,34 2 51,0 0 0,1-1 0,-1 0 0,1-1 0,0 0 0,0-1 0,0 0 0,0-1 0,1 0 0,0 0-1,-8-8-50,-25-12-1089,13 14-3980,24 10 3552,-14-7-6529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8.2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11 220 6419,'0'0'6470,"0"0"-3979,0 0-487,0 0 277,0 0-915,-4 4-848,3-3-505,1 0 0,-1 1 0,0-1 1,0 0-1,1 0 0,-1 1 0,1-1 1,-1 1-1,1-1 0,0 1 1,0-1-1,-1 1 0,1-1 0,0 1 1,0-1-1,1 0 0,-1 1 1,0-1-1,0 1 0,1-1 0,-1 1 1,0-1-1,1 0 0,0 1 0,-1-1 1,1 0-1,0 1 0,0-1 1,-1 0-1,1 0 0,0 0 0,0 0 1,1 0-1,-1 1-13,50 52 496,-29-32-222,90 98 662,34 35 204,19 6-1140,-165-160 0,4 2-12,-1 1 1,0-1-1,1 0 0,0 0 1,0 0-1,0 0 0,0-1 1,0 0-1,1 0 0,-1 0 1,1 0-1,-1 0 0,1-1 1,-1 0-1,1 0 0,4 0 12,-1-21 6,9-52-126,-2-1 1,-4 0-1,1-57 120,-6-222 327,-6 251 190,0 100-469,0 1-85,0 0-86,0 0-45,0 0-221,0 7-1965,0 55-4211,0-18 271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8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1 237 11253,'0'0'1214,"0"0"235,0 33 760,0 108-769,1-132-1401,0-1 0,0 0-1,1 1 1,0-1-1,0 0 1,1 0 0,0 0-1,1 0 1,-1 0-1,2-1 1,-1 0 0,1 0-1,0 0 1,0 0-1,1-1 1,0 0 0,0 0-1,0 0 1,1-1-1,0 0 1,0 0 0,0-1-1,1 0 1,-1 0-1,1-1 1,0 0 0,0 0-1,0-1 1,1 0-1,-1 0 1,0-1 0,1 0-1,-1-1 1,1 1-1,-1-2 1,1 1 0,-1-1-1,1-1 1,-1 1-1,0-1 1,0-1 0,0 0-1,0 0 1,0 0-1,0-1 1,-1 0 0,1-1-39,2-2 1,-1-1-1,-1 0 1,1 0 0,-1-1 0,-1 0 0,1 0 0,-2 0 0,1-1 0,-1-1 0,-1 1 0,0-1 0,0 1 0,-1-2 0,0 1 0,-1 0 0,0-2-1,1-10-9,-1 0-1,0-1 1,-2 1-1,-1 0 1,-1-1-1,0 1 1,-5-18 9,5 31 71,-1 1 0,0-1 1,-1 1-1,0 0 0,0 0 1,-1 0-1,0 1 0,-1-1 1,0 1-1,0 0 0,-1 0 0,0 0 1,0 1-1,0 0 0,-1 0 1,-1 1-1,1 0 0,-1 0 0,0 1 1,0 0-1,0 0 0,-1 1 1,1 0-1,-1 0 0,0 1 1,-1 0-1,1 1 0,0 0 0,-10-1-71,12 2 30,1 1 0,-1 0 0,0 0 0,0 0 0,1 1 0,-1 0 0,0 0 0,1 0 0,-1 1 0,1 0 0,-1 1 0,1-1 0,0 1 0,0 0 0,0 1 0,1-1 0,-1 1 0,1 0 0,0 1 0,0-1 0,0 1 0,0 0 0,1 1 0,0-1 0,-3 6-30,0-1-60,-1 1 1,2 0-1,0 1 0,0 0 1,1 0-1,1 0 0,0 0 0,-3 13 60,6-16-733,-1 1-1,1-1 0,1 0 1,0 0-1,0 1 1,1-1-1,0 0 0,1 2 734,9 18-6579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9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92 15575,'0'0'1473,"0"0"576,0 0 176,0 0-1825,0 0-240,0 0 96,248 7-96,-183-7-16,-15 0-128,-12-10-32,-14 1-272,-11 3-512,-6-3-1025,-7-6-944,0-4-961,0-11-3057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9.4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 14375,'0'0'1560,"0"0"22,0 0 96,0 0-1248,39 0-257,239 0 124,-247-1 26,1-1 1,0-1 0,12-5-324,-39 8-47,-1-1 244,0-3-6886,-1 2-555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39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37 14182,'0'0'2716,"0"0"-240,0 0-160,0 0-1035,13 0-756,90 2-264,-7 1 146,1-5 0,5-4-407,-45-6-1142,-57 4-5357,0-5 86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40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1 250 10901,'0'0'800,"0"0"182,0 0 870,0 0-1015,9 31-87,60 196 1838,-63-206-2229,2-2-1,0 1 1,1-1 0,1-1 0,1 1 0,13 15-359,-18-26 70,0-2 1,0 1-1,1 0 1,0-1-1,0-1 1,0 1-1,1-1 0,0 0 1,0-1-1,0 0 1,0 0-1,1-1 1,0 0-1,-1 0 1,1-1-1,0 0 1,3 0-71,0-1 18,1 0 0,-1 0 0,0-1-1,1-1 1,-1 0 0,0-1 0,1 0 0,-1-1 0,0 0 0,0-1 0,-1 0 0,1-1 0,-1 0 0,4-4-18,-1 0-68,-1 0 0,0-1 0,-1-1 0,-1 0 0,1-1-1,-2 0 1,1-1 0,-2 0 0,0-1 0,6-12 68,-7 12-74,-1-1 0,-1 0 0,0 0 0,-1 0 0,-1 0 0,-1-1 0,0 0 0,0-2 74,0-23-130,-1-1 1,-3-23 129,0 54 10,-1 0-1,0 0 0,0 0 1,-1 0-1,0 0 0,-1 1 1,-1-1-1,1 1 0,-2 0 1,1 1-1,-1-1 0,-1 1 1,1 0-1,-2 1 0,1-1 1,-1 1-1,0 1 0,-1 0 1,-7-5-10,1 1 44,0 2-1,0 0 1,0 1 0,-1 0 0,0 1 0,-1 1 0,0 1 0,0 0 0,0 1 0,0 1 0,-1 1 0,-8 0-44,15 1 72,-4 0-16,0 1 1,0 0-1,0 1 0,0 1 1,-13 2-57,22-2-2,1 0 0,0 0 0,1 0 0,-1 0 0,0 1 0,1 0 0,-1 0 0,1 0 1,0 0-1,0 1 0,0 0 0,0 0 0,1 0 0,0 0 0,0 0 0,0 1 1,0-1-1,-1 4 2,-6 14-34,0 1 0,2 0 1,0 1-1,2 0 1,0 0-1,2 0 0,-1 19 34,1 29-2280,7-4-3301,3-38-2332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40.6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9780,'0'0'1649,"0"0"-768,0 0 1904,0 0-1569,0 0-527,0 0 319,0 180-287,3-152-513,-3-1-32,4-5-176,-1-7-160,0 0-1105,-3-6-1536,4-9-2786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41.0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 1985,'0'0'7062,"0"0"-4221,0 0-165,0 0-219,0 0-1243,6 0-800,18 0-269,358-9 1622,-357 9-2743,-24 0-569,-1-1-4057,-10-5 1939,-11 1-614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41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207 1 4498,'0'0'995,"0"0"147,0 0 168,0 0-515,0 0-245,-28 27 106,-82 91 198,107-116-796,0 1 1,0 0-1,1 0 1,-1 1-1,1-1 1,0 0 0,0 1-1,0-1 1,0 1-1,1 0 1,0 0-1,-1 0 1,1-1-1,1 1 1,-1 0 0,1 0-1,-1 0 1,1 0-1,0 0 1,0 0-1,1 4-58,1 8 401,-2-11-327,0-1 0,1 1 0,0-1 1,0 1-1,0-1 0,0 0 0,1 0 0,0 0 1,-1 0-1,2 0 0,-1 0 0,0 0 1,1 0-1,0-1 0,-1 1 0,1-1 0,1 0 1,-1 0-1,0 0 0,1 0 0,0-1 0,-1 1 1,1-1-1,0 0 0,0 0 0,1 0 1,-1-1-1,0 0 0,4 1-74,11 4 121,1-2-1,0-1 1,1 0-1,-1-1 1,0-1 0,3-2-121,366 1 1208,-377 0-1209,0 1 0,1-1 0,-1 2 0,0 0 0,0 0 0,0 1 0,0 0 0,-1 1 0,1 1 0,8 5 1,-14-7-10,0 1 0,-1 0 0,0 0 0,0 0 0,0 1 0,-1 0 0,1 0-1,-1 0 1,0 0 0,-1 1 0,1-1 0,-1 1 0,0 0 0,-1 0 0,1 0 0,-1 1 0,0-1 0,-1 0 0,1 1 0,-1-1 0,-1 2 10,2 0-17,-1 1 0,-1 0 0,0 0 0,0 0 0,0-1 0,-1 1 0,-1 0 0,1 0 0,-1-1 0,-1 1 0,0-1 0,0 0 0,-1 2 17,-1-2 17,0 0 0,-1 0 0,0 0 0,-1-1-1,0 0 1,0 0 0,0-1 0,-1 1 0,1-2 0,-2 1 0,-6 3-17,-6 2 71,-1 0 1,0-2-1,0 0 1,-1-1-1,0-2 0,0 0 1,-1-2-1,-5 0-71,-10 0 244,1-1 0,-1-2 0,0-3 0,-28-3-244,48 2 61,0-1-1,0-1 0,0-1 0,1 0 1,0-1-1,0-1 0,0-1 0,-4-4-60,-4-3-11,0-2 0,1-1 0,1-1 0,-18-19 11,34 33-228,-2-3-981,7 2-4541,3 1-2729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2:42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0 219 12870,'0'0'960,"0"0"558,0 0 302,0 0-902,0 0-265,27 30 217,85 103 26,-82-94-340,-2 2-1,-2 0 0,-2 2 0,3 11-555,35 59 858,-43-80-688,20 32 64,-35-60-201,-1 0 1,1-1-1,0 0 0,0 1 0,0-1 0,0 0 1,1-1-1,0 1 0,0-1 0,3 1-33,-7-3 20,0-1-1,-1 0 1,1 0-1,0-1 1,0 1-1,0 0 1,0 0-1,0 0 0,0-1 1,0 1-1,0 0 1,-1-1-1,1 1 1,0-1-1,0 1 1,-1-1-1,1 1 1,0-1-1,0 1 0,-1-1 1,1 0-1,-1 1 1,1-1-1,0 0 1,-1 0-1,1 1 1,-1-1-1,0 0 0,1 0 1,-1 0-1,0 0 1,1 0-1,-1 1 1,0-1-1,0 0 1,0 0-1,0 0-19,3-7 108,101-210 1156,55-181-1264,-146 361 534,2 0 1,1 0-1,2 2 0,11-15-534,-29 51-75,0 0-1,-1 0 0,1 0 1,0 0-1,0 1 1,-1-1-1,1 0 1,0 0-1,0 0 0,-1 0 1,1 0-1,0 0 1,0 0-1,-1 0 1,1 0-1,0 0 1,-1 0-1,1 0 0,0 0 1,0 0-1,-1 0 1,1 0-1,0 0 1,0 0-1,-1 0 1,1 0-1,0 0 0,0 0 1,-1 0-1,1-1 1,0 1-1,0 0 1,-1 0-1,1 0 1,0 0-1,0-1 0,0 1 1,0 0-1,-1 0 1,1-1-1,0 1 1,0 0-1,0 0 1,0 0-1,0-1 0,0 1 1,-1 0-1,1-1 1,0 1-1,0 0 1,0 0-1,0-1 0,0 1 1,0 0-1,0 0 1,0-1-1,0 1 1,0 0-1,0 0 1,1-1-1,-1 1 0,0 0 1,0-1-1,0 1 1,0 0-1,0 0 1,0 0-1,1-1 1,-1 1-1,0 0 76,-25 6-3123,22-5 2136,-30 8-6606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44:40.1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121 1191 11701,'0'0'1518,"0"0"321,0 0 183,0 0-771,0 0-728,0 0-96,-9-8 43,9 8-458,0-1 0,0 1 0,0 0 0,0 0 0,0 0 0,0 0 0,0-1 0,-1 1 0,1 0 0,0 0 0,0 0 0,0 0 0,0 0 0,0 0 0,-1-1 0,1 1 0,0 0 0,0 0 0,0 0 0,0 0 0,-1 0 0,1 0 0,0 0 0,0 0 0,0 0 0,-1 0 0,1 0 0,0 0 0,0 0 0,0 0 0,-1 0 0,1 0 0,0 0 0,0 0 0,0 0 0,0 0 0,-1 0 0,1 0 0,0 0 0,0 1 0,0-1 0,0 0 0,-1 0 0,1 0 0,0 0 0,0 0 0,0 0 0,0 1 0,0-1 0,-1 0 0,1 0 0,0 0 0,0 0 0,0 1 0,0-1 0,0 0 0,0 0 0,0 0 0,0 1 0,0-1 0,0 0 0,0 0 0,0 0 0,0 0 0,0 1 0,0-1-12,-4 59 743,-2 1 0,-3-1 0,-6 16-743,-5 40 481,-7 111 141,11 1 0,11 129-622,4-345 10,1 1 0,0-1 1,0 0-1,1 0 1,1 1-1,0-1 1,1 0-1,0-1 1,0 1-1,1 0 0,0-1 1,6 8-11,-7-15 10,1 0 0,0-1 1,0 0-1,0 0 0,0 0 0,0-1 0,1 1 0,-1-1 1,3 0-11,15 7 76,44 19-26,2-3-1,0-4 1,1-2 0,1-3-1,0-3 1,41 0-50,111 0 129,97-11-129,-142-3-27,-140 2 25,840 6-50,-6 34 32,-245 4-53,385 35-81,373 5 297,-837-61-132,-365-7-87,12 9 76,-47-4-24,1-7-1,33-5 25,-176-9-10,0 0 0,0-1 0,1 0 0,-1 0 1,0 0-1,0 0 0,0-1 0,0 0 0,-1 0 0,1 0 0,0-1 0,-1 1 0,1-1 0,-1 0 0,0 0 0,0-1 1,0 1-1,-1-1 0,1 0 0,-1 0 0,0 0 0,0-1 0,0 1 0,0-1 0,-1 1 0,0-1 0,0 0 1,0 0-1,-1 0 0,0 0 0,1-2 10,4-20-27,-2-1 0,0 0 1,-2 1-1,-1-1 0,-2-11 27,1 22-28,1-98-41,7-19 69,-3 86-35,2 0 0,3 0 0,1 1 0,5-8 35,61-185 45,4-15-239,66-132 194,-119 323-18,-2-2 0,-3 0-1,-3-2 1,-3 0 0,-3-1 0,1-27 18,-7 9 154,3-25-71,20-91-83,-13 123-144,-3 24 14,-4-2 0,-1 1 0,-4-1 0,-1-14 130,-6 70-22,0 1 0,1 0 0,-2 0-1,1 0 1,0 0 0,0 0 0,0 0 0,0 0 0,0 1 0,-1-1 0,1 0 0,0 1 0,-1-1 0,1 1-1,-1-1 1,1 1 0,0-1 0,-1 1 0,1 0 0,-1 0 0,1 0 0,-1 0 0,0 0 22,-3-1-39,-200-29-35,-1 8 0,-41 8 74,-419 9 169,399 6-129,18 10-102,-182 33 62,66-4-114,158-14 4,-101 31 110,168-30-39,90-17 5,0 3 1,0 2-1,2 2 1,0 2-1,1 2 1,1 2-1,-10 8 34,-71 39 43,-84 31-43,127-67 8,-1-3 0,-1-4 0,-77 13-8,0-10 32,-108 4-32,-105-13-80,-131-19 80,256-4-83,117-3 205,-116-22-122,117 11 1,-117 0-1,140 16-44,-251 6 74,283 0-74,1 3-1,0 3 1,-48 16 44,95-18 98,21-7-97,1 0 1,0-1-1,-1 1 1,1-2-1,-1 1 1,-2-1-2,11-1-11,0 0 30,0 0 2,0 0 6,0 0-14,-42 5-4047,13-4-363,5-1-3574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18.4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0 359 7075,'0'0'1500,"0"0"-156,0 0 49,0 0-526,0 0-363,0 0-170,0 0-73,29 6 30,92 16 88,-110-20-228,-1-1 1,1 0-1,-1 0 1,1-1-1,-1-1 1,1 0 0,-1 0-1,1-1 1,-1 0-1,5-2-151,-6 1 158,-1 1 0,1 0 0,0 1 0,0 0 0,6 0-158,-8 1 61,-1 0 0,1 0 0,-1 0 0,1 1 0,-1 0 0,1 0 0,-1 1 0,0 0 0,0 0 0,0 1 0,0-1 0,0 1 0,0 0 0,-1 1 0,1-1 0,-1 1 0,0 0 0,0 1 0,0-1 0,-1 1 0,0 0 0,1 0 0,-2 1 0,1-1-61,0-1-13,-1 0 0,0 0-1,0 0 1,0 0 0,-1 1-1,0-1 1,0 1 0,0 0-1,0-1 1,0 1 0,-1 0-1,0 0 1,0 4 13,-1-8-75,0-1 9,0 0-30,0 0 56,0 0-6,0-44-549,-1 0 329,-1 28 195,2 0-1,0 0 0,0 0 1,2 0-1,0-2 72,-1 17-12,0-1-1,-1 1 1,1-1 0,0 1-1,0 0 1,0-1 0,0 1 0,0 0-1,0 0 1,1 0 0,-1 0-1,0 0 1,0 0 0,1 0-1,-1 0 1,1 0 0,-1 1 0,1-1-1,-1 0 1,1 1 0,-1-1-1,1 1 1,-1 0 0,1 0-1,0-1 1,-1 1 0,1 0-1,0 0 1,-1 1 0,1-1 0,-1 0-1,1 0 1,-1 1 0,1-1-1,0 1 13,3 0-11,0 0 0,0 0 0,-1 1 0,1-1 0,-1 1 0,1 0 0,-1 0 0,1 1 0,-1-1 0,0 1 0,2 1 11,4 6 3,0 0 0,-1 1 0,0 0 0,0 1 0,-1 0 0,0 0-1,-2 0 1,1 1 0,1 6-3,-10-69-616,5-37 616,-3 82-12,1 1 0,-1 0 0,1 0 0,0 1 1,0-1-1,1 0 0,-1 0 0,1 0 0,0 1 0,0-1 0,0 1 0,0-1 0,1 1 0,-1 0 0,1 0 0,0 0 1,0 0-1,0 1 0,0-1 0,0 1 0,1 0 0,-1-1 0,1 2 0,0-1 0,-1 0 0,1 1 0,0-1 0,0 1 0,1 0 13,0 0-15,0 0 0,1 0 1,-1 1-1,0 0 1,0 0-1,0 0 1,1 0-1,-1 1 1,0 0-1,0 0 1,0 0-1,0 1 1,0-1-1,0 1 1,-1 1-1,1-1 1,-1 1-1,1-1 1,-1 1-1,0 0 1,0 1-1,3 2 14,2 5 5,0 1 0,-1 1-1,0-1 1,-1 1 0,-1 0-1,4 11-4,16 29 31,-24-89-258,-2 10 144,0 6 68,0 0-1,1 0 0,1 0 0,4-18 16,-4 31-2,0 1-1,0-1 1,1 0-1,0 1 1,0 0-1,0 0 0,1 0 1,0 0-1,0 0 1,1 1-1,0 0 1,0 0-1,0 0 0,0 1 1,1-1-1,1 0 3,8-4-159,1 1 0,1 0 0,0 1 0,0 1 0,0 0 0,0 1-1,7 0 160,6-3-526,-28 8 494,0-1-1,0 0 1,0 1 0,0-1 0,0 0 0,0 0 0,0 0 0,0 0 0,0-1 0,0 1 0,-1 0 0,1-1-1,-1 1 1,1-1 0,-1 0 0,0 1 0,1-1 0,-1 0 0,0 0 0,0 0 0,0 0 0,0 0 0,-1 0-1,1 0 1,0 0 0,-1 0 0,0 0 0,1 0 0,-1-1 0,0 1 0,0 0 0,0 0 0,0 0 0,-1 0-1,1-2 33,-1 3 17,0 1-1,1-1 1,-1 0-1,0 1 1,1-1-1,-1 1 1,0-1-1,0 1 1,1 0-1,-1-1 1,0 1-1,0-1 0,0 1 1,1 0-1,-1 0 1,0 0-1,0 0 1,0-1-1,0 1 1,0 0-1,0 0 1,0 1-1,1-1 1,-2 0-17,-33 0 539,26 0-321,4 1-159,-1-1 0,1 1 0,0 0 0,-1 0 0,1 0 0,0 1 0,0 0-1,0 0 1,0 0 0,0 1 0,0 0 0,1 0 0,-1 0 0,1 0 0,0 1 0,0-1 0,0 1 0,0 0 0,1 0 0,0 1 0,0-1 0,0 1 0,0-1 0,0 2-59,-3 5 68,1 0 1,1 1-1,0-1 1,0 1-1,1 0 1,0 0-1,1 0 1,1 0-1,0 0 1,1 4-69,0-16-15,0 1 0,0 0 1,0-1-1,0 1 1,0 0-1,0 0 0,1-1 1,-1 1-1,0 0 0,0-1 1,1 1-1,-1-1 1,1 1-1,-1 0 0,1-1 1,-1 1-1,0-1 1,1 1-1,0-1 0,-1 0 1,1 1-1,-1-1 1,1 1-1,0-1 0,-1 0 1,1 1-1,0-1 1,-1 0-1,1 0 0,0 0 15,29 3-308,28-16 166,-13-9 232,-37 17-76,-1 1-1,1 0 1,-1 0 0,1 1-1,0 0 1,0 0 0,1 1-1,-1 0 1,1 0 0,-1 1-1,5 0-13,27 5 481,-8-1-1000,-12-4-3130,-20-2 496,0-12-812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18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8420,'0'0'960,"0"0"433,0 0-369,0 0-912,0 0 145,0 0 559,61 140 64,-40-100-127,-5-3 143,5-1-544,-4-2-128,0-3-112,-4-4-32,4-9-80,-3-2-400,3-7-1040,3-9-2130,-6 0-1536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19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 5587,'0'0'2793,"0"0"-1854,0 0-147,0 0-151,4 28-263,14 94-183,-14-105-22,1-1-1,1 0 0,0 0 0,1 0 1,1-1-1,0 0 0,1-1 1,1 1-1,1 0-172,22 33 613,-9-12-508,-23-35-150,0 1 0,1 0 0,-1-1 0,1 1 0,-1-1 0,1 0 0,0 1 0,0-1 0,0 0 0,-1 0 1,1 0-1,0 0 0,0-1 0,0 1 0,1 0 0,-1-1 0,0 1 0,0-1 45,-2-7-187,0-218 355,0 221-163,0 0 0,0-1 0,0 1 0,1 0 1,-1-1-1,1 1 0,0 0 0,1 0 0,-1-1 0,1 1 1,-1 0-1,1 0 0,0 1 0,1-1 0,-1 0 0,1 1 1,0-1-1,0 1-5,1 0 8,0 0 0,0 0 1,0 1-1,1-1 1,-1 1-1,0 0 0,1 1 1,0-1-1,-1 1 0,1 0 1,0 0-1,0 0 1,0 1-1,-1 0 0,1 0 1,2 0-9,-2 1 0,-1 0 1,1 1-1,0-1 0,-1 1 1,1 0-1,-1 0 1,0 1-1,1-1 1,-1 1-1,0 0 1,0 0-1,-1 0 1,1 1-1,-1-1 1,0 1-1,0 0 0,0 0 1,0 0-1,2 4 0,8 13 13,-1 0-1,-1 1 0,4 10-12,-1-2 28,-9-21-15,-1 0 0,0 0 0,0 0 0,0 1-1,-1 0 1,-1 0 0,0 0 0,1 6-13,-3-15 10,0-1-18,0-29 67,0 6-64,-1 1-3,2 1 0,0-1 0,1 0 0,2-2 8,-2 15-2,0 1 1,1 0-1,0 0 1,1 0-1,0 0 1,0 0-1,1 0 0,-1 1 1,2 0-1,-1 0 1,1 1-1,0-1 2,-1 2-19,0 0-1,-1 0 1,1 1 0,1-1 0,-1 1-1,1 1 1,-1-1 0,1 1-1,0 0 1,1 0 0,-1 1-1,0-1 1,1 1 0,-1 1-1,1-1 1,0 1 0,6 0 19,-12-1-23,0-1 0,-1 1 0,1-1 0,-1 1 0,1-1-1,-1 0 1,0 1 0,0-1 0,0 0 0,0 1 0,0-1 0,-1 1 0,1-1 0,-1 0 0,0 1 0,0-1 0,-1-1 23,-1 3 43,-1 0 1,1 1-1,-1-1 1,1 1 0,0 0-1,-1 0 1,1 1-1,-1-1 1,1 0-1,-1 1 1,1 0-1,-1 0 1,1 0 0,0 0-1,0 1 1,0-1-1,0 1 1,0 0-1,0 0 1,0 0 0,0 0-1,1 0 1,-1 1-1,1-1 1,-1 1-1,1 0-43,-3 4 31,1 1-1,0 0 1,0 0-1,1 0 1,0 0 0,1 0-1,-1 1 1,1-1-1,1 1 1,0 2-31,-3 87 130,4-97-145,0-1 0,1 1-1,-1 0 1,1 0 0,-1 0 0,0-1-1,1 1 1,0 0 0,-1-1-1,1 1 1,-1 0 0,1-1-1,0 1 1,-1-1 0,1 1-1,0-1 1,0 0 0,0 1 0,-1-1-1,1 1 1,0-1 0,0 0-1,0 0 1,0 0 0,-1 1-1,1-1 1,0 0 0,0 0-1,0 0 1,0 0 0,0-1 15,39 1-322,-28 0 323,-2-1 50,-1 0-1,0 0 0,1-1 1,-1 0-1,6-3-50,-5 2-280,0 0 0,0 1 1,0 0-1,0 0 0,9 1 280,-11-1-3113,-1-8-1676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20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86 159 5555,'0'0'1406,"0"0"-942,0 0-160,0 0-125,-8-26 37,-27-78 715,21 79 1603,2 21 516,11 5-2913,1-1 0,-1 1 0,0-1 0,0 1 0,1 0-1,-1-1 1,0 1 0,1 0 0,-1-1 0,0 1-1,1 0 1,-1 0 0,1 0 0,-1 0 0,1-1 0,0 1-1,-1 0 1,1 0 0,0 0 0,0 1-137,-3 19-11,2 0 0,0 0 0,1 0 0,1 0 0,2 0-1,0 0 1,1 0 0,0 0 0,2-1 0,1 0 0,0 0 0,2 0 0,1 1 11,-4-11-93,-1 0 0,0 0 0,0 1 0,-1-1 0,-1 1 0,0 0-1,0 0 1,0 6 93,-3-13-134,0-1 0,1 1 0,-1-1 1,0 0-1,-1 1 0,1-1 0,-1 1 0,1-1 0,-1 0 0,0 1 0,0-1 0,0 0 0,-1 0 0,1 0 0,-1 0 0,0 0 0,0 0 0,0 0 0,0 0 0,0-1 0,0 1 0,-1-1 0,0 0 0,1 0 0,-1 0 0,0 0 0,-3 2 134,-11 8 331,27-11 1440,35-13-167,0-7-505,0-1 0,-1-3 0,22-16-1099,-65 39-39,1-1 1,0 0-1,-1 0 0,0 0 0,1-1 1,-1 1-1,0 0 0,0 0 0,1-1 0,-1 1 1,0-1-1,0 1 0,0-1 0,-1 1 1,1-1-1,0 0 0,-1 1 0,1-1 1,-1 0-1,1 0 39,0-22-4136,-1 14 971,0-16-7447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21.7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0 945 4882,'0'0'4955,"0"0"-2923,0 0-1068,0 0-434,0 0-399,27-14-85,9-2-29,-10 5 9,-1-1 0,-1-2-1,-1 0 1,0-1 0,3-4-26,-11 7 163,1 2 0,0 0 0,1 1 0,0 1 0,0 1-1,5-2-162,-11 6 129,0 0-1,-1 1 0,1 0 0,0 0 1,0 1-1,0 1 0,0 0 0,0 0 1,0 1-1,0 0 0,4 2-128,-9 0 18,0-1-1,0 1 1,-1 0-1,0 0 1,1 1 0,-1 0-1,-1 0 1,1 0-1,0 0 1,-1 1-1,0-1 1,0 1 0,0 0-1,-1 1 1,0-1-1,0 1 1,0-1 0,0 1-1,-1 0 1,0 0-1,0 0 1,0 5-18,-4-87-265,0 28 277,2 0 1,6-36-13,-6 80-1,1 0 1,0 0 0,0 1 0,1-1-1,-1 0 1,1 1 0,0-1-1,0 1 1,0 0 0,0 0-1,0 0 1,1 0 0,0 0 0,-1 0-1,1 1 1,0-1 0,0 1-1,0 0 1,1 0 0,-1 0-1,0 0 1,1 0 0,0 1-1,-1-1 1,1 1 0,0 0 0,-1 0-1,1 1 1,0-1 0,0 1-1,0 0 1,0 0 0,3 0 0,0 0 2,1 1-1,0-1 1,-1 1 0,1 0 0,0 1 0,-1 0-1,1 0 1,-1 1 0,0-1 0,0 2-1,0-1 1,0 1 0,-1 0 0,1 0 0,-1 1-1,3 3-1,2 5 71,0 2-1,-1-1 0,0 1 0,5 14-70,-8-16 72,-5-10-48,-2-2-70,0-1-34,0-23-213,-7-60-322,4 64 609,1 0-1,1 0 1,0 0-1,1 0 1,2 0-1,2-13 7,-3 28-3,1 1 1,0-1-1,0 1 0,0 0 1,0-1-1,0 1 0,1 0 0,-1 0 1,1 0-1,0 1 0,0-1 1,0 1-1,0 0 0,1-1 0,-1 2 1,0-1-1,1 0 0,0 1 1,-1-1-1,1 1 0,0 0 0,0 0 1,-1 0-1,1 1 0,0-1 1,0 1 2,4-1-15,-1 0 0,0 1 0,0 0 0,1 0 0,-1 0 0,0 1 0,0 0 0,0 0 0,0 1 0,0 0 0,0 0 0,0 1 0,0 0 0,-1 0 15,5 5 1,-1-1 0,0 2-1,-1-1 1,0 1 0,0 1 0,1 2-1,-6-8-52,-1 1 0,1 0 1,-1 0-1,0 0 0,0 1 1,0-1-1,-1 1 0,0 0 1,0 0-1,0-1 0,-1 1 1,0 0-1,0 4 52,-4-92-565,1 49 559,1 1 1,1-1-1,4-19 6,-3 41 10,1 0-1,1 0 1,0 0 0,0 1 0,1-1 0,0 1 0,1 0-1,0 0 1,1 1 0,0 0 0,0 0 0,7-7-10,-6 8-29,0 1 0,1-1 1,0 2-1,0-1 0,1 1 1,-1 0-1,1 1 0,1 0 1,-1 0-1,1 1 0,-1 0 1,1 1-1,0 0 0,1 1 1,-1 0-1,0 0 0,1 1 1,-1 0-1,1 1 0,6 1 29,-17-1-17,0-1 0,0 1 0,0 0 0,0-1-1,1 1 1,-1 0 0,0-1 0,0 1 0,0 0-1,0-1 1,0 1 0,0 0 0,0-1 0,0 1 0,0 0-1,0-1 1,0 1 0,0 0 0,0-1 0,0 1 0,-1 0-1,1-1 1,0 1 0,0 0 0,0-1 0,0 1 0,-1 0-1,1-1 1,0 1 0,0 0 0,0 0 0,-1-1 0,1 1-1,0 0 1,-1 0 0,1 0 0,0-1 0,0 1 0,-1 0-1,1 0 1,0 0 0,-1 0 0,1 0 0,0 0-1,-1 0 1,1-1 0,0 1 0,-1 0 0,1 0 0,-1 0-1,1 0 1,0 1 0,-1-1 0,1 0 0,0 0 17,-5-1 1,1 1 0,0 0 0,0 0 0,-1 0 0,1 1 0,0 0 0,0-1 0,0 1 0,-1 1 0,1-1 0,0 1 0,1-1 0,-1 1 0,0 0 0,0 0 0,1 1 0,-1-1 0,1 1 0,0 0 0,0 0 0,0 0 0,0 0 0,0 0 0,1 1 0,0-1 0,-1 1 0,1 0 0,0 0 0,0 1-1,-3 8 123,1-1 1,0 1-1,1-1 0,1 1 1,0 0-1,0 0 0,2 0 1,-1 0-1,2 8-123,-1-20 3,0 0 1,0 0-1,0 0 1,1 0-1,-1 0 1,0 0-1,0 0 1,1 0-1,-1 0 1,1 0-1,-1 0 1,1-1-1,-1 1 1,1 0-1,0 0 1,-1 0-1,1-1 1,0 1-1,-1 0 1,1-1-1,0 1 1,0 0-1,0-1 1,0 1-1,0-1 1,0 0-1,0 1-3,36 5 67,-29-6-54,0-1 0,1 0 0,-1 0 1,0-1-1,0 0 0,0 0 0,8-4-13,-6 0 19,0-1-1,0 0 1,0 0-1,-1-1 1,0-1-1,0 1 1,-1-1 0,0-1-1,0 0 1,-1 0-1,-1 0 1,0-1-1,0 0 1,-1 0-1,1-3-18,-3 4-506,0 0-1,0 0 0,-1-1 1,0 1-1,-1-1 1,0 1-1,-1-2 507,0-10-3239,0-1-658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22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5426,'0'0'1988,"0"0"-203,0 0-513,0 0-682,0 0-310,-1 6-125,2 0-51,-1 0 0,1 0 1,-1 0-1,2 0 0,-1 0 0,1 0 1,0 0-1,0 0 0,0-1 0,3 5-104,38 65 1150,-18-33-453,-10-13-452,1 0-1,2-2 1,0 0-1,2-1 0,1-1 1,1-1-1,1-1 1,6 2-245,-12-15-612,-12-12-7311,-5-11 3479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22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0 278 5314,'0'0'1804,"0"0"-670,0 0-502,0 0-298,0 0 50,10 31 53,36 100 145,-34-99 148,1-1 0,2 0-1,11 16-729,-17-33 264,1 0-1,0-1 1,1 0-1,0-1 0,1 0 1,9 6-264,-18-15 2,0-1 1,1 0-1,-1 1 1,0-1-1,1-1 1,-1 1-1,1 0 1,0-1-1,-1 0 1,1 0-1,0 0 1,0 0-1,0-1 1,0 1-1,0-1 1,0 0-3,-4-23-19,0-307 131,1 321-127,-1 0 0,1 1 1,1-1-1,-1 0 0,2 1 0,-1-1 0,1 1 1,0-1-1,1 1 0,1-2 15,-4 8-8,0 0 0,0 1 1,0-1-1,1 0 0,-1 1 0,1-1 0,-1 1 1,1-1-1,0 1 0,-1-1 0,1 1 1,0 0-1,0 0 0,0 0 0,0 0 0,0 0 1,0 1-1,2-1 8,-2 1-8,1 0 1,0 0-1,-1 0 1,1 1-1,-1-1 0,1 1 1,0-1-1,-1 1 1,1 0-1,-1 0 0,0 0 1,1 1-1,-1-1 1,0 1-1,0-1 1,0 1-1,0-1 0,0 1 1,1 1 7,7 8-63,0 0 1,-1 0 0,0 1-1,-1 1 1,0-1 0,-1 1-1,0 0 1,-1 3 62,44 117-487,-40-103 459,-5-3-988,-5-27 883,0-16-308,-14-164 302,14 165 183,1-1-1,0 1 0,1 0 1,0 0-1,1 0 0,1 1 1,0-1-1,4-5-43,-3 9-5,0 1-1,1 0 1,0 0 0,1 0-1,0 1 1,1 0 0,0 1-1,0 0 1,1 0 0,0 1-1,3-3 6,2 1-70,1 1-1,-1 0 0,1 2 1,1-1-1,-1 2 0,8-2 71,-22 4-49,0 0 0,0-1 0,0 1 0,0 0 0,-1 0 0,1-1 0,-1 1 0,0 0-1,0-1 1,0 1 0,-1 0 0,0-2 49,1-2 104,-27 6 669,24 1-719,1 1-1,-1-1 1,0 0-1,1 1 1,-1 0-1,1-1 1,-1 1-1,1 0 1,-1 0-1,1 0 1,0 1-1,0-1 1,-1 1-1,1-1 1,0 1-1,0 0 1,0-1-1,1 1 1,-1 0-1,0 1-53,-2 2 62,0 1-1,0 0 1,1 1-1,0-1 0,0 1 1,1-1-1,-1 1 0,1 1-61,-3 13 175,1 1 0,1 0-1,1 0 1,0 21-175,2-30 75,0-10-61,0 0 0,-1 1-1,1-1 1,1 0 0,-1 1 0,0-1 0,1 0 0,0 0-1,0 1 1,0-1 0,0 1-14,0-3-10,1 0 0,-1 0-1,0 0 1,1 0 0,-1 0 0,1-1-1,-1 1 1,1 0 0,-1-1 0,1 1-1,0-1 1,-1 1 0,1-1 0,0 0-1,-1 0 1,1 0 0,0 0 0,-1 0 0,1 0-1,0 0 1,-1 0 0,1-1 0,-1 1-1,1-1 11,5 0 5,0-2 0,-1 1 0,1-1 0,-1 1 0,1-2 0,-1 1 0,0-1 0,-1 0 0,1 0 0,-1-1 0,1 1 0,2-5-5,29-21 119,-24 21-113,-8 6-38,-1-1 0,1 1 0,0 0 0,0 1 0,1-1-1,-1 1 1,1 0 32,-6 2-93,1-1-1,-1 1 0,0 0 1,1 0-1,-1-1 1,0 1-1,0 0 1,1 0-1,-1-1 0,0 1 1,0 0-1,0-1 1,1 1-1,-1 0 0,0-1 1,0 1-1,0 0 1,0-1-1,0 1 0,0-1 1,0 1-1,0 0 1,0-1-1,0 1 0,0 0 1,0-1-1,0 1 1,0-1-1,0 1 0,0-1 94,0-1-783,0-12-3902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6:23.4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1 303 5763,'0'0'1784,"0"0"-647,0 0-147,0 0-326,0 0-285,2-13 2958,2 2-3119,0 0-1,1 1 1,1 0-1,0 0 1,0 0-1,1 1 0,0 0 1,0 0-1,1 0 1,0 1-1,2 0-217,-4 3 14,0 0 0,0 0-1,1 1 1,0 0 0,-1 0 0,2 1-1,-1 0 1,0 0 0,1 0 0,-1 1-1,1 0 1,0 1 0,-1 0 0,1 0 0,0 1-1,4 0-13,-8 0 5,0 2-1,-1-1 0,1 0 0,0 1 1,-1-1-1,1 1 0,-1 0 0,0 0 1,0 0-1,0 1 0,0-1 0,0 1 1,0 0-1,0 0 0,-1 0 1,0 0-1,1 0 0,-1 0 0,0 0 1,-1 1-1,1-1 0,-1 1 0,1 0 1,-1-1-1,0 1 0,0 1-4,4 12 36,-1-1-1,-1 1 1,0 0-1,-1 0 0,-1 8-35,0-6 23,0 2 23,0 0 0,-2 0 0,0 0 0,-4 13-46,4-29-2,0 0 1,0-1 0,0 1-1,-1-1 1,1 1-1,-1-1 1,0 0-1,-1 0 1,1 1 0,-1-1-1,1-1 1,-1 1-1,0 0 1,-1-1-1,1 0 1,-1 1-1,1-1 1,-1-1 0,0 1-1,0-1 1,0 1-1,-1-1 1,1 0 1,1-1-22,0 1 0,0-1 0,0 0 0,0 0 0,0-1 0,0 1 0,0-1 0,0 1 0,0-1 0,-1 0 0,1 0 0,0 0 0,0-1 0,0 1 0,0-1 0,0 0 0,0 1 0,0-1 0,0-1 0,0 1 0,0 0 0,0-1 0,-1 0 22,2-1-64,-1 0 0,1 0 0,0 1 0,0-1 0,0 0 0,0-1 0,0 1 0,1 0 0,-1 0 0,1-1 0,0 1 1,0-1-1,0 1 0,1-1 0,-1 0 0,1 1 0,0-1 0,0 1 0,0-2 64,1 5-15,-1-1 0,0 0-1,1 1 1,-1-1 0,1 1 0,0-1 0,-1 1-1,1-1 1,-1 1 0,1 0 0,0-1 0,-1 1-1,1 0 1,0-1 0,-1 1 0,1 0 0,0 0-1,-1-1 1,1 1 0,0 0 0,-1 0 0,1 0-1,0 0 1,0 0 0,-1 0 0,1 0 0,0 1 15,31-1-258,-22 0 99,174-1-644,-178 1 813,0-1 1,-1 0-1,1 0 0,0-1 0,-1 1 1,1-1-1,-1 0 0,1-1 1,-1 1-1,0-1 0,0 0 1,0-1-1,0 1 0,-1-1 0,2-1-10,1-3 44,0 1 0,-1-1-1,0 0 1,0-1-1,-1 0 1,0 0-1,-1 0 1,3-6-44,5-20 23,-2 0-1,-1-1 1,-2 0 0,1-20-23,-6 42-90,5-82-3165,-7 69-728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9:30.4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0 19545,'0'0'0,"0"0"0,0 0 0,0 0 928,0 0-591,0 0-337,-61 9-865,61-9-784,7 0-1264,-7-3-2433,0 0-3603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9:37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1470 1985,'0'0'1110,"0"0"314,0 0 196,0 0-97,0 0-184,0 0-101,-17-1 6396,14 0-7488,0 1 1,0 0 0,0-1-1,0 0 1,0 1 0,0-1 0,0-1-1,0 1 1,0 0 0,0-1-1,-1 0-146,-6-11 163,1-1 0,1 1-1,1-1 1,0-1 0,0 1-1,2-1 1,0 0 0,0 0-1,2-1 1,0 0 0,-1-11-163,-1-30 207,3 1 0,5-41-207,-1 7 453,-1 56-440,2 1 0,1-1-1,2 1 1,1 0-1,2 1 1,2-6-13,26-61-193,16-28 193,-21 54 48,-12 33-142,2 1-1,1 1 1,2 1-1,2 1 1,1 2-1,2 0 0,1 2 95,-30 32-25,0-1 0,0 1 0,0-1 0,0 1 0,0-1 0,-1 0 0,1 1 0,0-1 0,-1 0 0,1 0 0,0 0 0,-1 1 0,1-1 0,-1 0-1,1 0 1,-1 0 0,0 0 0,1 0 0,-1 0 0,0 0 0,0 0 0,0 0 0,1 0 0,-1 0 0,0 0 0,0 0 0,0 0 0,-1-1 25,-28 0-1225,14 2 1441,7 0-240,0 1-1,0 0 0,0 0 1,1 1-1,-1 0 0,0 1 1,1 0-1,-1 0 0,1 0 0,-2 2 25,-68 47-80,53-35 77,23-12-347,12-3 112,16-6-18,-17-1 334,-1 0-1,0 0 1,0-1-1,0-1 1,0 1-1,3-5-77,25-18 290,-28 20-379,-29 16-99,-3 3 208,0 1 0,1 1 0,0 1 0,2 0 0,-1 2 0,-9 10-20,30-25 1,0 0-1,0 0 1,-1 0 0,1 1 0,0-1-1,0 0 1,0 0 0,0 0-1,0 0 1,0 0 0,0 1-1,0-1 1,0 0 0,0 0-1,0 0 1,0 0 0,0 1-1,0-1 1,0 0 0,0 0 0,0 0-1,0 0 1,0 1 0,0-1-1,0 0 1,0 0 0,0 0-1,0 0 1,0 0 0,1 1-1,-1-1 1,0 0 0,0 0 0,0 0-1,0 0 1,0 0 0,0 0-1,0 1 1,1-1 0,-1 0-1,0 0 1,0 0 0,0 0-1,0 0 1,0 0 0,1 0-1,-1 0 1,0 0 0,0 0 0,0 0-1,0 0 1,1 0 0,-1 0-1,0 0 1,0 0 0,0 0-1,0 0 1,1 0 0,-1 0-1,0 0 1,0 0 0,0 0 0,0 0-1,0 0 1,1 0-1,15-4-125,10-14 68,-1-2 0,20-20 57,25-21 159,-8 15 55,-61 46-198,-1 0-19,0 0-85,0 0-43,0 0 38,-9 0-222,-5 4 321,0 0-1,1 1 1,0 0 0,0 1-1,0 1 1,1 0-1,0 0 1,-3 3-6,-23 14 35,24-16-28,-1-1 73,0 2-1,1 0 1,-12 9-80,27-18 4,-1 0 1,0 0-1,1 0 1,-1 1-1,0-1 1,0 0 0,1 0-1,-1 0 1,0 0-1,1 0 1,-1 0-1,0 0 1,0 0-1,1 1 1,-1-1-1,0 0 1,0 0 0,1 0-1,-1 1 1,0-1-1,0 0 1,0 0-1,0 0 1,1 1-1,-1-1 1,0 0 0,0 0-1,0 1 1,0-1-1,0 0 1,0 1-1,0-1 1,0 0-1,0 0 1,1 1-1,-1-1 1,0 0 0,0 1-1,-1-1 1,1 0-1,0 1 1,0-1-1,0 0 1,0 0-1,0 1 1,0-1 0,0 0-1,0 0 1,0 1-1,-1-1 1,1 0-1,0 0 1,0 1-1,0-1 1,-1 0-1,1 0 1,0 0 0,0 1-1,-1-1 1,1 0-5,26-5-127,15-19 120,-2-2-1,15-13 8,-15 10 7,2 2-1,7-3-6,-73 47-121,1 0 0,-12 12 121,-32 24-134,49-41 173,-43 27 167,93-49 61,42-40-236,7-4 26,33-14-57,-113 68-2,0 0 0,0 0 1,1 0-1,-1 0 0,0 0 0,0 0 0,0 0 1,1 0-1,-1 0 0,0 0 0,0 0 1,1 0-1,-1 0 0,0 0 0,0 0 0,1 0 1,-1 0-1,0 0 0,0 1 0,0-1 1,1 0-1,-1 0 0,0 0 0,0 0 0,0 0 1,0 1-1,1-1 0,-1 0 0,0 0 1,0 0-1,0 0 0,0 1 0,0-1 0,0 0 1,0 0-1,1 1 0,-1-1 0,0 0 1,0 0-1,0 0 0,0 1 0,0-1 0,0 0 1,0 0 1,3 21-173,-2 29-164,-2-40 306,-1 25 62,-1 0 0,-2 0-1,-1-1 1,-2 1 0,-2-1 0,-1-1 0,-1 0 0,-2-1-1,-2 2-30,12-23 1,4-9 2,-1 0 0,0 1-1,1-1 1,-1 0 0,0 0 0,0 0 0,0 0 0,0 0 0,0 0-1,-1-1 1,1 1 0,-1 1-3,1-3 91,1 0 74,-2-15-16,0 0 0,1 1 1,1-1-1,1 0 0,1-11-149,0-20 196,-2-119-140,0 164-13,0 1 15,-4 41-471,-4-21 388,0-1-1,-1-1 1,-7 11 25,10-19 12,3-7 1,3-2 14,0-1-35,0 0 32,0 0 19,-1-42 71,-6-65-967,1 119 850,0 0 0,0-1 0,-1 0 0,-1-1 0,-5 8 3,0-2 79,28-34-308,0 0 1,1 1 0,2 0 228,-11 9-14,1 1 0,1 0 0,-1 1 1,1 0-1,0 1 0,1-1 0,-1 2 1,9-4 13,-26 13-520,7-5 525,1 0-1,0 0 1,-1 0-1,1 0 0,-1 0 1,1 0-1,0 0 0,-1 0 1,1 0-1,0 0 0,-1 0 1,1 0-1,-1 0 0,1 0 1,0 0-1,-1 0 0,1-1 1,0 1-1,-1 0 0,1 0 1,0 0-1,-1-1 1,1 1-1,0 0 0,-1 0 1,1-1-1,0 1 0,0 0 1,-1-1-1,1 1 0,0 0 1,0-1-1,0 1 0,-1 0 1,1-1-1,0 1 0,0 0 1,0-1-1,0 1 1,0-1-1,0 1 0,0 0 1,0-1-1,0 1 0,0-1 1,0 1-1,0 0 0,0-1 1,0 1-1,0-1-4,13-41 115,-12 40-99,-1 0 0,1 0 0,0 0 0,0 1 0,0-1 0,0 0 0,0 1 0,0-1 0,0 0 0,1 1 0,-1-1 0,1 1 0,-1 0 0,1-1 0,-1 1 0,1 0 0,0 0 0,0 0 0,-1 0 0,2 0-16,-8 35-403,1-27 402,0 0 0,0-1 0,0 1 0,-1-1-1,0 0 1,0 0 0,-1-1 0,0 1 0,0-1 0,0 0 0,0-1 0,-1 0-1,0 0 1,0 0 0,-5 1 1,-1 1 73,0-2 1,-1 0-1,1 0 0,-1-2 0,0 1 0,0-2 0,0 0 0,-5 0-73,20 1-34,1 1-1,-1-1 0,0 0 1,1 0-1,0 0 0,-1 1 1,1-1-1,0-1 0,0 1 0,0 0 1,1 0 34,13 11 10,0-2 1,0 0 0,1 0-1,1-2 1,0 0 0,0-1 0,0-1-1,10 2-10,-28-9-13,0 0 0,0 0 1,0 0-1,0 0 0,1 0 0,-1 0 0,0 0 0,0 0 0,0 1 0,0-1 1,0 0-1,1 0 0,-1 0 0,0 0 0,0 0 0,0 0 0,0 0 1,0 0-1,0 0 0,0 0 0,0 0 0,1 1 0,-1-1 0,0 0 0,0 0 1,0 0-1,0 0 0,0 0 0,0 0 0,0 1 0,0-1 0,0 0 0,0 0 1,0 0-1,0 0 0,0 0 0,0 0 0,0 1 0,0-1 0,0 0 0,0 0 1,0 0-1,0 0 0,0 0 0,0 1 0,0-1 0,0 0 0,0 0 1,0 0-1,0 0 0,0 0 0,0 0 0,0 0 0,-1 1 0,1-1 0,0 0 1,0 0 12,-8 3-4104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9:52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1 553 2401,'0'0'1065,"0"0"-36,0 0 332,0 0-430,0 0-232,0 0 67,0 0 2,0 0 41,0 0 52,0 0-74,0-7 5832,-1 4-6620,1 0 1,0 1-1,1-1 1,-1 0-1,0 0 1,1 0-1,-1 0 1,1 0-1,0 1 1,1-2 0,27-29 58,1 2 0,2 2 0,1 1 0,33-22-58,155-89 528,-179 113-261,10-3-204,1 1-1,2 3 1,0 3 0,12-2-63,-9 10-56,1 3 0,0 2 0,1 3 0,0 2 0,6 3 56,-21 0-46,69-2-717,7 5 763,-75 1-165,-1 1-1,0 3 1,0 2 0,3 2 165,-27-3-164,-2 0 1,1 2 0,-1 0 0,-1 1-1,0 0 1,0 2 0,-1 0 0,-1 1-1,0 1 1,10 12 163,-21-21-31,0 1-1,-1-1 1,1 1 0,-1 0-1,-1-1 1,0 2-1,0-1 1,0 0 0,-1 1-1,0-1 1,0 1 0,0 0-1,-1 1 32,2 22-66,-1 0-1,-3 23 67,1-26-102,0-21 101,-1-1 0,0 0 0,-1 0 0,1 0 0,-1 0 0,0 0 0,-1-1 0,1 1 0,-1-1 0,0 1 0,0-1 0,-2 1 1,-52 64 22,31-39-29,-20 20 24,-3-2 1,-1-1 0,-33 21-18,8-1 88,3 4-1,-15 23-87,25-28 116,-54 46-71,114-112-37,2-1 27,0 0-3,0 0 32,0 0 8,0 0 80,0 0 64,0 0 40,1-32 446,5-2-587,3 1 0,0 0 0,4-2-115,3-17 199,-6 31-882,-25 43 251,-69 76 372,-82 103 19,161-195 35,3-5-10,2-1 40,0 0 22,0 0 7,19-23 355,32-45 8,27-27-416,25-32 315,-99 121-519,-7 7 68,-15 16 19,-34 36 131,44-44-35,-66 72 0,28-29 79,-30 24-58,116-147 304,-20 47-235,1 1-1,16-13-68,19-21 40,-52 52-27,-3 4-29,-1 1-48,0 0-78,-12 9-98,-44 52 124,-24 36 116,21-24-14,60-66 116,11-4-62,19-3 23,-27 0-18,72 2 227,-40 0-212,0-2-1,0-1 1,0-1 0,0-2-1,0-2 1,7-3-60,-42 9 6,0 0 1,0 0-1,0 0 1,0-1-1,0 1 1,-1 0-1,1 0 0,0-1 1,0 1-1,0 0 1,0-1-1,-1 1 1,1-1-1,0 1 0,0-1 1,-1 1-1,1-1 1,0 0-1,-1 1 1,1-1-1,-1 0 0,1 1 1,-1-1-1,1 0 1,0 0-7,-15-14 71,-9-6 28,16 12-85,1-1 1,0 0 0,0 0-1,1 0 1,0-1-1,1 0 1,0 0 0,0 0-1,2 0 1,-2-8-15,0-15 468,1-1 1,2-33-469,0 68-7,1 0 1,-1 0-1,0 0 0,0-1 0,1 1 1,-1 0-1,0 0 0,0 0 1,1 1-1,-1-1 0,0 0 0,1 0 1,-1 0-1,0 0 0,0 1 1,1-1-1,-1 0 0,0 1 0,1-1 1,-1 0-1,1 1 0,-1-1 0,0 1 1,1-1-1,-1 1 0,1-1 1,-1 1-1,1-1 0,-1 1 7,-19 57-55,15-43 42,0 0 1,0-1-1,-1 1 1,-1-1-1,0 0 1,-1-1-1,-1 1 1,0-2-1,-5 6 13,3-5-53,9-11 34,1 0 0,-1 1 0,0-1 0,0 0 0,0 0 0,0 0 0,0 0 0,0 0 0,-1-1 0,1 1 0,-1-1 0,1 0 0,-1 1 0,1-1 1,-1 0-1,0 0 0,0-1 0,1 1 0,-1-1 0,-1 1 19,4-1-16,0 0 37,0 0 41,9-2-22,5-6-36,1-1 1,-1 0-1,12-11-4,32-20 24,71-27 139,-145 76-367,1 0-1,0 2 1,0 0 0,1 0 0,-1 3 204,1-1 26,-1 0 0,-1-2 0,1 1 0,-2-2 1,1 0-1,-2-1 0,-1 0-26,105-9 843,-53-4-774,-17 2-682,-43 2 335,-165 0 484,188 0-45,8 0-72,18 1-56,36-3-49,-51 1 8,28-5-98,1 2 1,20 0 105,-55 4-184,-1 0-32,0 0-56,-25 6-257,-61 43 571,52-27 50,44-20 57,11-5-117,38-24 147,-49 21-207,0 1-1,1 0 1,0 0-1,-1 1 1,1 0-1,1 1 1,-1 0-1,0 1 1,7 0 28,-17 2-310,-1 0-50,0 0-24,-15 5-64,6 1 413,1 0 57,1-1 0,-1 0 1,0-1-1,0 0 0,-1 0 1,1-1-1,-1 0 0,0 0 1,1-1-1,-1 0 0,-8 1-22,15-7 18,1 1-1,0-1 0,0 1 0,0-1 1,0 1-1,1-1 0,-1 0 0,1 1 1,0-1-1,0 0 0,0 1 0,1-3-17,-1 3 18,-1-26 66,0 15-22,1 1 1,0-1-1,1 0 1,1-3-63,-2 14 28,0 0-1,1 1 1,0-1-1,0 0 1,0 0 0,0 1-1,0-1 1,0 1-1,0-1 1,1 1 0,0 0-1,-1-1 1,1 1-1,0 0 1,0 0 0,0 0-1,0 0 1,0 0 0,1 1-1,-1-1 1,0 1-1,1-1-27,-2 2 80,-1 0-130,0 0-188,-5 13-602,-22 27 346,25-38 507,0 0 0,0 0-1,1 0 1,-1-1 0,-1 1 0,1 0 0,0-1 0,0 0 0,0 1 0,-1-1 0,1 0 0,-1 0-1,1 0 1,-1-1 0,1 1 0,-1 0 0,-1-1-13,4 0 109,0 0 20,0-18 217,0-21 81,0 38-296,0 1-80,0 0-131,9 2-169,118 52 57,-105-51 42,-17-23 329,-5 8-168,6-86 77,-5 106-124,0 0 0,0 0 1,1 0-1,0-1 0,0 1 0,1 0 36,0 0 24,-1 0 0,0 0 1,0 1-1,-1-1 1,0 0-1,0 2-24,-47-10 5,-53 0-215,98 0 172,1 0-36,0 0-188,0 0-263,0 0-812,0 0-1910,0 0-1891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9:57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5955,'0'0'1126,"0"0"509,0 0 115,0 0-672,0 0-408,0 0-102,30 0 1347,96 2-330,-42 1-1171,-1-4-1,65-9-413,-67-8-1473,-79 17 852,-2 1-179,0 0-348,-6 1-3259,-17 3 1566,-6 7-1089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1:59:58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 1793,'0'0'469,"0"0"601,0 0 77,0 0-344,0 0-69,0 0 293,0 0 43,0 0-176,0 25 1117,1-14-1907,1 0 1,0 0-1,0-1 0,1 1 0,1 0 0,0-1 0,0 0 0,3 5-104,-1-3 125,-1 1 0,0-1-1,-1 1 1,0 0 0,0 9-125,-2-15 29,-1 0 0,-1 0 0,1-1 1,-1 1-1,0 0 0,-1 0 0,0 0 0,0 0-29,0-4-21,-1 0 0,1 0 0,-1 0 0,1 0 0,-1-1 1,0 1-1,0-1 0,-1 0 0,1 1 0,0-1 0,-1 0 0,1 0 0,-1 0 0,0-1 0,1 1 0,-1 0 0,-2 0 21,-9 5-95,-1-1-1,1 0 0,-1-1 0,0-1 0,0 0 1,0-1-1,-2-1 96,-66 4 2749,82-6-2184,1 0-39,0 0-81,0 0-7,0 0-62,0 0-13,6 0 104,25-2-277,0-2 0,-1-2 1,1 0-1,28-11-190,4 0 66,-26 10-40,-26 6-17,0-1 0,-1 0-1,1-1 1,7-3-9,-14 3-16,-3 3-32,-1 0-21,0 0 13,0 0-14,0 0-23,0 0 40,0 0 29,0 0 5,0 0 32,0 0-7,0 0 42,-24 0-7188,14 0 2069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22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0 218 5282,'0'0'1374,"0"0"22,0 0-439,0 0-442,0 0-138,0 0 81,4 0 313,58 7 3852,10 1-3846,101-10-337,88-17-440,-140 10-859,65 6 859,-185 3-32,-1 0-24,0 0-5,0 0 0,-17 5-329,15-6 400,0 0-1,0 0 1,1 0-1,-1 0 1,0 0-1,1-1 1,-1 1-1,1 0 1,0-1-1,-1 1 1,1-1-1,0 0 1,0 1-1,0-1 1,0 0-1,0 0 1,1 0-1,-1 1 1,0-1-1,1 0 1,-1 0-1,1 0 1,0 0-1,0 0 1,0-1-10,-1 0 38,1 1 0,-1-1 1,1 1-1,-1-1 0,0 1 1,0-1-1,0 1 1,0-1-1,0 1 0,0 0 1,-1 0-1,1 0 0,-1 0-38,2 1 16,0 1 0,0 0-1,-1 0 1,1 0 0,0 0-1,0 0 1,0 0 0,0 0-1,0-1 1,0 1 0,-1 0-1,1 0 1,0 0 0,0 0-1,0 0 1,0 0 0,0 0-1,-1 0 1,1 0 0,0 0-1,0 0 1,0 0 0,0 0-1,-1 0 1,1 0 0,0 0-1,0 0 1,0 0 0,0 0-1,-1 0 1,1 0 0,0 0-1,0 0 1,0 0 0,0 0-1,-1 0 1,1 1 0,0-1-1,0 0 1,0 0-1,0 0 1,0 0 0,0 0-1,0 0 1,-1 0 0,1 1-1,0-1 1,0 0-16,-3 13 190,3 23-360,0-29 247,2 32-52,2 1 0,2-1-1,4 12-24,9 71 25,-16-97-25,-3-25 34,0 0 70,0 0-61,0-5-68,0 1 1,0-1-1,0 0 1,0 0-1,-1 0 0,0 0 1,0 1-1,-1-1 1,-1-4 24,-27-65-12,22 55 4,0 0 0,0 0 1,2-1-1,-1-6 8,-3-42-16,-6-25 168,12 89-18,2 11 28,0 12-154,4 3-9,0 0-1,2 0 1,1 0 0,0 0-1,5 11 2,-1-4 5,-1 1 0,2 19-5,-4-13 24,-6-35-23,0 1 0,0-1 1,1 1-1,-1-1 0,0 1 0,1-1 1,-1 1-1,1-1 0,0 0 0,-1 1 1,1-1-1,0 0 0,0 1 0,0-1 1,0 0-1,0 0 0,0 0 0,0 0 1,0 0-2,0-1-19,-1 0-29,0 1 27,0 1 21,0-2 29,0 0 62,0-11 95,0 10-184,1-19 4,-2-1 1,0 1-1,-1 0 1,-1-1-1,0 1 1,-5-9-7,-4-9 56,2 0 0,1-1 0,0-14-56,1-61 74,8 114-65,0 0 0,0 0 0,0 1-1,0-1 1,0 0 0,-1 0 0,1 0-1,0 0 1,0 0 0,0 1 0,0-1 0,-1 0-1,1 0 1,0 0 0,0 0 0,0 0-1,0 0 1,-1 0 0,1 0 0,0 0 0,0 0-1,-1 0 1,1 0 0,0 0 0,0 0-1,0 0 1,-1 0 0,1 0 0,0 0-1,0 0 1,0 0 0,-1 0 0,1 0 0,0 0-1,0 0 1,0 0 0,-1 0 0,1 0-1,0-1 1,0 1 0,0 0 0,0 0 0,0 0-1,-1 0 1,1 0 0,0-1 0,0 1-1,0 0 1,0 0 0,0 0 0,0-1-1,0 1 1,-1 0 0,1 0 0,0 0 0,0-1-1,0 1 1,0 0 0,0 0 0,0 0-1,0-1 1,0 1 0,0 0 0,0 0 0,0 0-1,0-1 1,1 1 0,-1 0 0,0 0-9,-1 0-3,1 0-1,0 1 1,0-1 0,-1 0 0,1 1 0,0-1 0,0 0 0,-1 1-1,1-1 1,0 1 0,0-1 0,0 0 0,0 1 0,0-1 0,-1 1-1,1-1 1,0 0 0,0 1 0,0-1 0,0 1 0,0-1 0,1 1-1,-1-1 1,0 0 0,0 1 0,0-1 0,0 1 0,0-1 0,0 0-1,1 1 1,-1-1 0,0 1 0,0-1 0,1 0 0,-1 1 0,0-1-1,1 0 1,-1 1 0,0-1 3,64 29 22,-28-15-30,120 50-99,-144-61-146,-1 0 0,1 0 0,0-1 0,-1-1 0,1 0 0,0-1 1,10 0 252,-18 0-122,-4 33-918,-2-27 1032,0-1 1,-1 1-1,0-1 0,0 0 1,0 0-1,0 0 1,-1 0-1,0 0 1,0-1-1,0 0 0,-1 1 1,0-2-1,1 1 1,-3 0 7,-10 12-4,-152 150 159,169-166-144,0 0 0,0 0 0,0 0 0,0-1 0,0 1 0,0 0 0,0 0 0,0 0 0,0 0 0,-1 0 0,1 0 0,0 0 0,0 0 0,0 0 0,0 0 0,0 0 0,0 0 0,0 0 0,0 0 0,0 0-1,0 0 1,-1 0 0,1 0 0,0 0 0,0 0 0,0 0 0,0 0 0,0 0 0,0 0 0,0 0 0,0 0 0,0 0 0,-1 0 0,1 0 0,0 0 0,0 0 0,0 0 0,0 0 0,0 0 0,0 0 0,0 0 0,0 0 0,0 0 0,0 0 0,0 0 0,-1 1 0,1-1 0,0 0 0,0 0 0,0 0 0,0 0 0,0 0-1,0 0 1,0 0 0,0 0-11,4-13 150,12-20-60,1 5-66,2 1-1,0 0 1,2 1-1,1 2 1,1 0 0,4-1-24,-26 24 13,-1 1-53,0 0-40,0 0-64,0 0 2,-5 4-218,-16 17 319,-26 21 0,43-39 62,1-1-1,-1 0 0,1 1 0,-1-1 1,0-1-1,0 1 0,0-1 0,0 1 1,0-1-1,0 0 0,0-1 0,0 1 1,-2-1-21,6-33 464,0 27-457,0 0 1,1 0-1,0 1 0,0-1 1,1 0-1,-1 1 1,1-1-1,0 1 0,1 0 1,-1 0-1,1 0 1,0 0-1,1 0 0,-1 0 1,1 1-1,0-1 1,0 1-1,0 0 0,0 1 1,1-1-1,-1 1 1,3-2-8,-8 13-1307,-8 6 1248,-5 1-19,8-7 82,-1 0-1,0-1 1,-1 0-1,0 0 1,0 0 0,-1-1-4,8-5 8,1-1 0,0 0 1,-1 1-1,1-1 0,-1 0 1,1 0-1,-1 1 0,1-1 1,-1 0-1,1 0 0,-1 0 1,1 0-1,-1 0 0,1 1 1,-1-1-1,1 0 0,-1 0 1,1 0-1,-1-1 1,1 1-1,-1 0 0,0 0 1,1 0-1,-1 0 0,1 0 1,-1-1-1,1 1 0,0 0 1,-1 0-1,1-1 0,-1 1 1,1 0-1,-1-1 0,1 1 1,0 0-1,-1-1 0,1 1 1,0 0-1,-1-1 0,1 1 1,0-1-1,0 1 0,-1-1 1,1 1-1,0-1 0,0 1 1,0-1-1,0 1 1,0-1-1,-1 1 0,1-1 1,0 1-1,0-1 0,0 1 1,0-1-1,1 1 0,-1-1 1,0 0-1,0 1 0,0-1 1,0 1-1,1-1-8,-1-2-22,0 1-1,0-1 1,1 0 0,-1 0 0,1 0-1,-1 1 1,1-1 0,0 0-1,1 1 1,-1-1 0,1-1 22,1 1-128,0 0 0,0 0 1,0 1-1,1-1 0,-1 1 1,1 0-1,0 0 0,-1 0 1,1 0-1,0 1 0,0-1 1,0 1-1,0 0 0,3 0 128,-35 26-655,15-11 622,11-12 50,0-1 1,0 1-1,0-1 1,0 1 0,-1-1-1,1 0 1,0 0-1,-1 0 1,1 0-1,0 0 1,-1-1-1,1 1 1,-1-1-1,0 1 1,1-1-1,-1 0-17,2 0 198,1 0-14,0-4 64,0-9 19,1-38 9,-1 47-277,1 1 0,-1 0-1,1 0 1,0 0 0,0 0 0,0 0-1,0 0 1,0 0 0,1 1-1,-1-1 1,1 0 0,0 1 0,0-1-1,2-1 2,-1 1-799,-5 6-2034,-10 6-991,-1-3-296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26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2539 310 3602,'0'0'800,"0"0"331,0 0 62,0 0-203,0 0 119,0 0 191,-31-4 3526,-5-24-4177,24 17-492,-1 1 1,0 1-1,-1 0 0,0 0-157,-51-22 692,-1 3 1,-2 3 0,-17-2-693,-210-47 936,190 56-452,-1 5 0,-1 4-1,0 4 1,-41 7-484,67 6 38,0 3-1,1 3 1,0 4 0,-3 5-38,72-21 9,-13 6-1,1 0 0,0 2 0,0 1 1,1 0-1,0 2 0,1 0 0,-19 16-8,-8 10-90,2 2 0,-25 29 90,39-33-3,2 1-1,1 1 1,2 1 0,2 1 0,-18 40 3,-19 56-88,-6 34 88,57-141-113,2 1 0,0 0-1,2 0 1,1 1 0,2 0 0,1 0 0,1 12 113,2-44-115,0 0-34,0 0 26,0 0-27,-5-2-130,1-5 207,0 1-1,0 0 1,1-1-1,0 0 1,0 0-1,0 0 1,1 0-1,0 0 1,0 0-1,0-7 74,-8-80-458,10 86 477,-1-106-496,2 146 314,0-6 195,-2 1-1,0-1 1,-1 1-1,-2-1 1,-5 21-32,8-44 12,-6 40 109,7-43-105,0-25-8,0-9 0,-1-6-19,2 1 0,1 0 1,2-1-1,3-1 11,-11 87-535,-5 59 566,0-65-60,2 0 1,1 1-1,2 0 0,3 2 29,40-43-186,-24-2 187,0 0 0,1-2 0,-1 0 0,0 0 0,-1-1 0,1-1 0,-1-1 0,0 0 0,-1-1 0,1 0 0,-2-1 0,1 0 0,-1-1-1,-10 8-10,-1 0 0,0 1-1,1-1 1,-1 0 0,0 0 0,0 0 0,0 0 0,0 0 0,0 0 0,0 0-1,-1 0 1,1 0 0,-1-1 0,1 1 0,-1 0 0,0 0 0,0 0-1,0-1 1,0 1 0,0 0 0,-1 0 0,1 0 0,-1-1 0,1 1 0,-1 0-1,0 0 1,0 0 0,0 0 0,0 0 0,0 0 0,0 0 10,-8-12-15,1 0-1,-2 1 1,0 1 0,-5-5 15,-6-9 47,-74-111 764,136 182-847,-22-25-46,0 2 0,10 15 82,-28-37-9,-1 0 0,0 1 1,0-1-1,0 0 1,1 0-1,-1 0 0,0 1 1,0-1-1,0 0 1,0 0-1,1 1 0,-1-1 1,0 0-1,0 1 1,0-1-1,0 0 0,0 0 1,0 1-1,0-1 1,0 0-1,0 1 0,0-1 1,0 0-1,0 1 1,0-1-1,0 0 0,0 0 1,0 1-1,0-1 1,0 0-1,-1 1 0,1-1 1,0 0-1,0 0 1,0 1-1,0-1 0,-1 0 1,1 0-1,0 1 1,0-1 8,-15 1 32,-17-13 186,31 10-172,-1 0 1,0 0-1,0-1 0,1 1 0,-1 0 0,1-1 0,0 1 1,0-1-1,0 1 0,0-1 0,0 1 0,0-1 0,1 0 0,-1 0 1,1 1-1,0-1 0,0 0 0,0 0 0,0 1 0,0-2-46,0 3-8,0 1-34,-10 13-324,-23 60 133,13-25 240,-2-1 0,-21 31-7,70-99-6,0 1 0,1 1 0,1 2 0,25-11 6,-39 21-324,-21 13-181,-19 9 422,25-15 139,0 0 45,0 0-42,0 0-6,0 0 59,0 0-10,0 0 58,0 0-56,0 0 16,0 0-67,0 0 19,0 0-21,0 0 13,0 0-24,0 0-8,0 0 3,0 0 10,0 0-2,0 0-22,-8 4 187,6-4-181,2 0-3,0 0 16,0 0 37,0 0-18,0 0 2,0 0-4,0 0-31,0 0 14,0 0 43,0 0 0,0 0-3,0 0-8,0 0-22,0 0 17,0 0-51,0 0 32,0 0 0,0 0 0,0 0 48,0 0 6,0 0-1,0 0-29,0 0-24,0 0-53,0 0 26,0 0 11,0 0 8,0 0 32,0 0 11,0 0-1,0 0-41,0 0-28,0 0-18,0 0 18,0 0 14,0 0-14,0 0-26,0 0-17,0 0-10,0 0-21,0 0 34,0 0 8,0 0-10,0 0 0,0 0 5,0 0-8,0 0 32,0 0-19,0 0-77,0 0-203,0 0-346,0 0-948,0-2-1830,0-6-3047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27.4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1 221 3265,'0'0'2322,"0"0"-572,0 0-11,0 0-536,0 0-520,0 0-122,14 2 218,9 1-182,0 2 0,-1 1 0,1 0 0,-1 2 0,-1 1 1,1 0-598,5 8 413,-1 0 0,-1 2 0,0 0 0,-2 2 1,0 1-414,75 61 185,-98-83-160,1 1 0,-1-1-1,1 0 1,-1 0 0,0 0-1,1 0 1,-1 0-1,1 0 1,-1 1 0,0-1-1,1 0 1,-1 0 0,1 0-1,-1 0 1,1 0 0,-1-1-1,1 1 1,-1 0-1,0 0 1,1 0 0,-1 0-1,1 0 1,-1-1 0,0 1-1,1 0 1,-1 0 0,0 0-1,1-1 1,-1 1-1,0 0 1,1-1 0,-1 1-1,0 0 1,1-1 0,-1 1-1,0 0 1,0-1 0,0 1-1,1-1 1,-1 1 0,0 0-1,0-1 1,0 1-1,0-1 1,0 1 0,0-1-1,0 1 1,0 0 0,0-1-1,0 1 1,0-1 0,0 1-1,0-1 1,0 1-1,0 0 1,0-1 0,0 1-1,-1-1-24,2-41 390,-2 29-285,-1-38-20,-3 1 0,-10-44-85,6 43 362,3 0 0,-1-47-362,6 98-296,1-1 1,-1 1-1,0 0 1,1-1-1,-1 1 1,0 0-1,1-1 1,-1 1-1,0 0 1,1 0-1,-1 0 0,0 0 1,0 0-1,1 0 1,-1 0-1,0 0 1,0 0-1,1 0 1,-1 0-1,0 0 1,0 0-1,1 1 1,-1-1-1,0 0 1,1 0-1,-1 1 1,0-1-1,1 1 1,-1-1-1,0 1 1,1-1-1,-1 1 1,1-1-1,-1 1 296,-9 17-5608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28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2961,'0'0'1793,"0"0"32,0 0-240,0 0-601,0 0-336,0 0-5,7 11 465,12 27-493,-2 1 0,-1 1-1,-2 0 1,-2 1 0,5 36-615,-7-38 196,-4-22 294,-4-29 410,-6-29-486,-3 17-435,0 1 0,-2 0 0,-11-21 21,9 22 23,1-1 0,1-1-1,-6-23-22,10 27 10,3 12 10,-1 0 1,1 0-1,1-1 1,0 1-1,0-1 1,1 1-1,0 0 1,0-8-21,22 17-179,34 3 80,-1 2 1,-1 3-1,24 8 99,-71-15-75,0 0 1,1 1-1,-1 0 1,0 0-1,0 0 0,-1 1 1,1 0-1,-1 0 1,0 1-1,0 0 75,-2-2-41,-2 0 0,1 0 1,0 1-1,-1-1 0,1 1 0,-1 0 0,0-1 0,0 1 1,0 0-1,-1 0 0,0 0 0,0 1 0,0-1 0,0 0 1,0 0-1,-1 1 0,0-1 0,0 3 41,1 2-16,0 0 0,-1 0 0,-1 0 0,1 0 0,-1 1 0,-1-1 0,0-1 0,0 1 0,-1 0 0,0 0 0,0-1 0,-1 0 0,0 1 0,-1-1 0,0-1 0,0 1 0,0-1 0,-6 5 16,1 0 169,0-1-1,-1-1 1,-1 0-1,0 0 1,0-1-1,0-1 1,-1 0-1,-1 0 1,1-1 0,-1-1-1,-7 2-168,7-4 1457,9-2-2666,7-1-7504,6-1 1040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29.1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230 193 4898,'0'0'1203,"0"0"161,0 0 15,0 0-432,0 0-216,-4-19 88,-19-98 990,8 82 140,14 33-1822,0 1 0,0-1 0,0 1 0,0 0 0,0-1 0,0 1 0,0 0 0,0 0 1,-1 0-1,1 0 0,0 0 0,-1 0 0,1 0 0,0 0 0,-1 1 0,1-1 0,-1 0 0,0 1 0,1-1 0,-2 1-127,2 0 198,1 0-84,0 0 46,0 0-69,0 0-32,-1 6-64,0 0 0,1 0 1,-1-1-1,1 1 0,1 0 0,-1 0 1,1 0-1,0 0 0,0 0 0,1 2 5,0-1 0,12 57 10,-8-44-27,-1 0 1,-1 1-1,-1-1 0,0 1 0,-2 0 1,-1 0-1,-1 20 17,0-38-17,-1 0 0,1 0 0,0 0 0,-1 0 0,0 0 0,0-1 1,0 1-1,0-1 0,0 1 0,0-1 0,0 0 0,-1 0 0,1 0 0,-1 0 0,0 0 0,0 0 0,0-1 0,1 1 1,-1-1-1,-1 0 0,1 0 0,-2 0 17,-74 19-275,76-19 266,-16 0-32,16-1 36,-1 0 1,1 0-1,0 0 1,-1 1-1,1-1 0,0 1 1,-1 0-1,1 0 0,0 0 1,0 0-1,0 1 1,-1 0 4,5-2-19,0 1 1,1 0 0,-1 0 0,0-1-1,1 1 1,-1-1 0,0 1 0,1-1 0,-1 0-1,1 1 1,-1-1 0,0 0 0,1 0-1,-1 0 1,1 0 0,-1 0 0,1 0-1,0-1 19,43 2 182,0-2 0,0-2 0,0-2 0,-1-1 0,1-3 0,7-4-182,108-37 216,-157 48-120,-2 2-7308,-1 0 204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0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7652,'0'0'3158,"0"0"-322,0 0-339,0 0-803,0 0-648,12-2-344,81-7 161,0 4 0,50 5-863,-67 0-16,-75 0-40,-1 0-51,0 0-178,15-5-4146,8-13-44,6-8-2088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0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0 172 8004,'0'0'1859,"0"0"-325,0 0 379,0 0-744,0 0-622,17 19 141,17 25-115,-2 1 0,-2 1 0,-2 2 0,11 26-573,32 113 838,-53-132-659,2-2-1,2 0 1,2-1 0,3-1-1,28 39-178,-54-88 13,0 0 1,1 0-1,-1 0 1,1-1-1,0 1 1,-1 0-1,1-1 1,0 1-1,0-1 0,0 0 1,0 1-1,2-1-13,-3 0 20,-1-1-1,1 0 0,0 0 0,-1 0 1,1 0-1,0 0 0,-1 0 1,1 0-1,0 0 0,-1 0 0,1 0 1,0 0-1,-1-1 0,1 1 1,0 0-1,-1 0 0,1-1 0,-1 1 1,1 0-1,0-1 0,-1 1 0,1-1 1,-1 1-1,1-1 0,-1 1 1,1-1-1,-1 1-19,3-6 91,0 1 0,0-1 0,0 0 1,-1 1-1,0-1 0,0 0 0,-1 0 0,1-2-91,16-79 62,-3 1-1,-4-2 1,-3-35-62,-4-268 626,-6 216-327,8 175-5373,-2 3-489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1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149 137 4610,'0'0'1499,"0"0"-207,0 0 615,0 0-162,0 0-358,-3-3-109,-9-9-216,10 9-155,-3 6 841,-3 26-1558,2 0 1,0 1 0,2-1 0,0 26-191,4 126 487,2-83-321,-2 36 272,0-133-401,0-1 6,0 0 37,0 0 112,0-16 61,0-70-300,-4 0 0,-4 1 0,-6-19 47,0 22-18,1 4 100,-19-58-82,22 115 75,4 7 32,21 23-366,50 50 91,38 48 168,26 23 8,-104-107-25,-3-4-154,0 2 0,-2 0 0,12 17 171,-26-30-74,-1 0 0,0 0-1,-1 0 1,1 0 0,-2 1 0,1-1 0,-1 1-1,-1 0 1,1 0 0,-1 0 0,-1 1 0,0-1 0,0 8 74,-1-8-26,0 0 1,0 0 0,-1-1 0,0 1 0,-1 0-1,0-1 1,0 1 0,-1-1 0,0 0-1,0 1 1,-1-1 0,0-1 0,0 1 0,-1-1-1,0 1 1,0-1 0,-1-1 0,0 1 0,0-1-1,-3 2 26,-11 13 46,-1-1 0,-1-2 0,-1 0 0,-14 9-46,26-21 144,0 0 0,0-1 0,-1 0 0,1 0 1,-1-1-1,0-1 0,0 0 0,0-1 0,-1 0 0,1-1 0,-11 0-144,20-1-463,-10 0 736,8 0-7614,5 0 772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2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276 343 4498,'0'0'1742,"0"0"-288,-4-30 264,-22-198 2039,24 208-3189,2 15-189,-1 1-1,1-1 0,-1 0 1,0 0-1,0 0 1,0 1-1,0-1 0,-1 0 1,0 1-1,0-1 0,0 1 1,-3-4-379,5 8 352,0 0-149,0 0-14,0 0-26,3 77 68,4 0-1,3-1 1,4 0 0,6 12-231,-12-50-82,-1 0 1,-2 1-1,-2 0 0,-1 0 1,-4 30 81,1-66-23,0 1 0,0-1 0,-1 0 0,0 0 0,0 0 0,0 0 0,0 0 0,0 0 0,0 0 0,-1-1 0,1 1 0,-1-1 0,0 0 0,0 0-1,0 0 1,0 0 0,0 0 0,0 0 0,0-1 0,-1 0 0,1 0 0,-2 1 23,-12 4-168,0 0 0,0-1 0,-16 2 168,-3-3 24,-1-1 0,-32-3-24,53 0 197,15 0 38,1 0 16,27-1-22,-16 2-213,75-5 251,0-5 0,-1-3-1,0-4 1,34-12-267,-107 25-765,13-5 2526,-20 2-5193,-3-3-4414,-2 0-1804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16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167 429 6755,'0'0'1379,"0"0"369,0 0 130,0 0-421,0 0-310,0 0-32,0 0-1000,-1 0 1,1 0-1,0 0 1,-1 0-1,1 0 0,-1-1 1,1 1-1,0 0 0,-1 0 1,1 0-1,-1 0 0,1 0 1,0-1-1,-1 1 1,1 0-1,0 0 0,-1-1 1,1 1-1,0 0 0,-1 0 1,1-1-1,0 1 0,0 0 1,-1-1-1,1 1 1,0-1-1,0 1 0,0 0 1,0-1-1,-1 1 0,1 0 1,0-1-1,0 1-115,0-420 1331,0 421-1331,1 90 53,-4 0 1,-4-1 0,-11 47-54,-38 108 218,-10 57-143,63-272-92,0-1 1,2 1-1,1 3 17,0-23-6,0-9 10,1-1-1,-1 1 1,0 0 0,1-1-1,-1 1 1,0-1 0,1 1-1,-1-1 1,1 1 0,-1-1-1,1 1 1,-1-1 0,1 1-1,0-1 1,-1 0 0,1 1 0,-1-1-1,1 0 1,0 1 0,-1-1-1,1 0 1,0 0 0,-1 0-1,1 0 1,0 0 0,0 0-1,0 0-3,24 3 137,-19-2-53,43 6 137,0-3 0,0-1-1,0-3 1,47-5-221,-86 4-339,0-1 0,0 0 0,0 0-1,0-1 1,7-4 339,-15 7-116,1-1-1,-1-1 1,0 1-1,0 0 1,0 0-1,0-1 1,-1 1-1,1-1 1,0 0-1,0 1 1,-1-1-1,1 0 1,-1 0-1,0 0 1,0 0-1,1 0 1,-1 0-1,0-1 1,-1 1-1,1 0 1,0 0-1,-1-1 1,1 1-1,-1 0 1,0-1-1,0-1 117,0-15-3628,0-4-2265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16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1 208 8180,'0'0'1600,"0"0"-260,0 0-358,0 0-214,0 0-120,32-11-122,13-4-331,139-53 829,-11-9-811,-162 70-2212,-8-11-5659,-3 7 2895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17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77 5234,'0'0'2009,"0"0"-560,0 0-64,0 0-406,0 0-163,19 0 294,-7 0-961,34 0 764,-1-1-1,0-3 1,16-4-913,43-18 757,-51 12-262,2 1 0,3 3-495,-58 10-415,6 0 1488,-4 1-6853,-2 4-1288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4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76 409 5699,'0'0'1656,"0"0"-551,0 0 21,0 0-249,0 0-474,0 0-163,-1-2 2136,-1 12-1401,5 44 68,2 0 0,9 35-1043,-5-33 158,-2 0-1,-1 38-157,-5-120 932,-5-37-978,-44-123-148,28 115 103,2 0 0,4-2 0,2-4 91,10 65 54,3 20-114,-1-5 54,1 1 0,0-1-1,-1 0 1,1 0 0,0 0-1,0 0 1,1-1 0,-1 1-1,1 0 1,0 1 6,1-1 3,1 0 0,0 1 0,0-1 0,0-1 0,0 1 0,0-1 0,1 1 0,-1-1 0,1-1 0,0 1 0,-1-1 0,1 1 0,0-1 0,4 0-3,8 0-10,0 0 1,1-1-1,9-1 10,-23 0 0,1 0 0,-1 0 0,0 0 1,0 0-1,0-1 0,0 0 0,0 0 0,0 0 0,-1 0 0,1 0 0,0-1 0,-1 0 0,0 0 0,0 0 1,0 0-1,2-2 0,43-63-23,-33 46-20,5-6-9,-11 16 21,0 0 0,-1-1 0,-1 1 0,5-11 31,-11 21 64,-1 2-43,-2 10-86,1 0-1,-1 0 1,-1 0-1,0 0 0,0-1 1,-1 1-1,0-1 0,-1 0 1,0 0-1,-5 6 66,-13 27-16,-1 6 42,9-20 13,2 0 0,-8 25-39,22-63-261,-1-1 278,1 0 0,1 0 0,0 1 0,1-1 0,0-1-17,25-65 88,-15 37-61,1 1-1,9-12-26,-18 40 12,0 1 0,1 1-1,1-1 1,-1 1 0,1 0 0,1 1 0,0-1-1,0 1 1,0 1 0,8-5-12,-14 10-9,1 1 0,-1-1 0,1 1 0,-1 0 0,1 0 0,-1 0 0,1 0 0,0 0 0,0 1 0,0-1 0,-1 1 0,1 0 0,0 0 0,0 0 0,0 0 0,-1 0 0,1 1 0,0-1 0,0 1 9,3 1-18,-1 0 0,0 0 0,0 0 0,0 1 0,-1 0 0,1 0 0,0 0 0,-1 0 0,4 4 18,3 5-12,0 0 0,0 1 0,-1 0 0,-1 0 0,0 1-1,1 4 13,18 43 232,-3 0-1,-2 1 1,7 40-232,24 64 992,-51-157-855,-3-6-61,1 0-1,0 0 1,-1 0 0,1-1-1,0 1 1,1 0-1,-1 0 1,0-1 0,1 1-1,-1-1 1,1 0-1,0 1 1,0-1-76,-2-2 88,2 0-312,-1 0 0,0 0 0,0-1 1,0 1-1,0 0 0,0 0 0,0-1 0,0 1 0,0-1 0,0 1 0,0-1 1,0 1-1,0-1 0,-1 0 0,1 1 0,0-1 0,0 0 0,0 0 1,-1 1-1,1-1 0,0 0 0,-1 0 0,1 0 224,15-29-4845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4.7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1 230 3954,'0'0'2257,"0"0"-411,0 0-48,0 0-357,0 0-398,4 1-456,3 0-451,-1-1 0,0 0 0,1 0 0,-1-1 0,1 0 0,-1 0 0,0 0 0,0 0 0,1-1 0,-1 0 0,0-1 0,2-1-136,79-41 1202,-71 36-1059,82-51 534,-46 26-360,3 2-1,13-3-316,-67 35-128,-1 0-373,0 0-535,0 24-4515,-4-2 1394,-13 2-1219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5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1 3217,'0'0'1767,"0"0"-575,0 0-61,0 0-312,0 0-98,0 15 58,0 125 1609,0-134-2300,0 0 0,1 0 1,-1 0-1,1 0 0,1-1 1,-1 1-1,1 0 0,0-1 1,0 1-1,1-1 0,0 0 1,3 5-89,3 2 292,0-1 0,1 0 1,0-1-1,4 3-292,26 27 318,-39-38-342,1-1 0,-1 1 0,0 0 0,0 0 0,0 0-1,-1 0 1,1 0 0,0 0 0,-1 0 0,1 0 0,-1 0 0,0 0-1,1 0 1,-1 0 0,0 0 0,-1 1 0,1-1 0,0 0-1,0 0 1,-1 0 0,1 0 0,-1 0 0,0 0 0,0 1 24,-1 1-73,0 1 0,0-1 0,-1 0 0,1 0 0,-1 0 1,0 0-1,0 0 0,0 0 0,-4 2 73,-15 11-63,-2-1 0,1-1-1,-19 8 64,-36 22 1076,113-56 367,284-193 1100,-293 192-3034,-25 12 412,-1 0 0,0 1 0,0-1 1,0 0-1,1 0 0,-1 0 0,0 0 0,0 0 0,0 0 1,1 0-1,-1 0 0,0 0 0,0 0 0,0 0 0,0 1 1,1-1-1,-1 0 0,0 0 0,0 0 0,0 0 0,0 1 1,0-1-1,0 0 0,1 0 0,-1 0 0,0 0 0,0 1 1,0-1-1,0 0 0,0 0 0,0 0 0,0 1 0,0-1 1,0 0-1,0 0 0,0 0 0,0 1 0,0-1 0,0 0 1,0 0-1,0 1 0,0-1 0,0 0 0,0 0 0,0 0 1,0 0-1,-1 1 0,1-1 0,0 0 0,0 0 0,0 0 1,0 0-1,0 1 0,-1-1 79,-14 24-5139,1-5 4501,-25 28-4234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35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126 953 1681,'0'0'1979,"0"0"-1077,0 0 139,0 0 191,0 0-365,-21 18-170,-5 1-422,8-5 343,0 0 0,0 1-1,-7 9-617,25-24 1409,36-32-256,2 2 1,0 1-1,33-18-1153,-10 7 315,813-526 437,-865 560-738,101-64 1045,-5-5 0,93-86-1059,-197 160-1877,-10 8 33,-12 10-2268,-3 2-3144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42.6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1153,'0'0'256,"0"0"-6,0 0-44,0 0-94,0 0 48,0 0 245,0 0 393,0 0 237,0 0 35,0 0 128,0 0-19,0 0-293,0 0-430,0 0-370,0 0-423,0 0-674,0-3-1259,0-15-1441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46.0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0 3650,'0'0'1307,"0"0"-293,0 0-185,0 0-252,0 0-209,0 0-107,0 0 25,0 0 191,0 0 254,0 0-69,0 0-158,2 15 561,49 499 1264,-34-299-1872,-9-84-119,15 67-338,-13-119 120,-4 0-1,-5 67-119,-1-139 12,0-7 78,0 0-31,0 0-3,0 0 35,0 0 10,0 0-26,0 0 10,-2 0-80,1-1 0,-1 0 0,0 0-1,0 0 1,0 0 0,0 0 0,1 0 0,-1-1-1,1 1 1,-1 0 0,1-1 0,-1 1 0,1-1-1,0 0 1,0 1 0,-1-3-5,-23-35-6,19 28 39,-4-5-5,-1-1 7,1 0 0,0 0 0,2-1 0,0 0 0,-5-17-35,12 30 83,1 4-11,0 1-46,0 0-20,0 44-230,2-20 239,0 1 1,1-1-1,2 2-15,0-2 56,-2 1-1,0 0 1,-2 2-56,-1-26-24,0-1 13,0 0 43,-1-9 115,-6-13-154,-1-1-1,-1 2 1,-10-18 7,-15-36-13,20 44 45,10 25 21,1-1-1,-1 0 1,2 1 0,-1-1 0,1-1-1,0 1 1,1 0 0,-1-4-53,2 10 91,0 1-38,0 0-37,0 0-88,0 0-53,0 37-142,1-26 254,1 0 0,0-1 0,1 1 0,1-1 0,-1 0 0,1 0 0,1 0 0,0 0 0,2 2 13,14 31-19,-4 5-92,-15-38 56,2 1 0,-1-1 0,1 0 0,1 0 0,0 0 0,0 0 1,1-1-1,0 0 0,1 0 0,0-1 0,0 0 55,-7-7-16,1-1 0,-1 0-1,1 1 1,-1-1 0,1 0 0,-1 0 0,1 1 0,-1-1 0,1 0-1,-1 0 1,1 0 0,-1 0 0,1 0 0,-1 0 0,1 0 0,-1 0-1,1 0 1,0 0 0,-1 0 0,1 0 0,-1 0 0,1 0 0,-1 0 0,1-1-1,-1 1 1,1 0 0,-1 0 0,1-1 0,-1 1 0,0 0 0,1 0-1,-1-1 1,1 1 0,-1-1 0,0 1 0,1 0 0,-1-1 0,0 1 0,1-1-1,-1 1 17,12-21 150,-11 19-156,23-54 270,-2-1 0,7-35-264,-13 41 246,-11 41-253,-5 7-157,-6 2 75,-1 2 138,-29-3-3,27 0-17,0 1-1,-1 1 1,1-1 0,-1 1 0,1 1 0,0 0 0,-1 0-1,1 1 1,0 0 0,0 1 0,-4 1-29,13-4-5,-1 0-1,1 1 1,-1-1-1,1 0 1,-1 0 0,1 0-1,-1 1 1,1-1-1,-1 0 1,1 0 0,0 1-1,-1-1 1,1 0 0,-1 1-1,1-1 1,0 1-1,-1-1 1,1 0 0,0 1-1,0-1 1,-1 1-1,1-1 1,0 1 0,0-1-1,0 1 1,-1-1-1,1 1 1,0-1 0,0 1-1,0-1 1,0 1-1,0 0 1,0-1 0,0 1-1,0-1 6,18 5-96,26-9 74,-3-13 14,-40 17 3,-1 0-54,0 0-29,-34 0 152,26-1-3,-27 2-17,34-1-8,0 0 1,0 0-1,0 0 1,1 0-1,-1 0 1,0 0 0,0 0-1,0 1 1,1-1-1,-1 0 1,0 1 0,0-1-1,0 0 1,1 1-1,-1-1 1,0 1 0,1-1-1,-1 1 1,0-1-1,1 1 1,-1-1 0,1 1-1,-1 0 1,1 0-1,-1-1 1,1 1-1,-1 0 1,1-1 0,0 1-1,-1 0 1,1 0-1,0 0-36,24-1-312,-19 0 329,-1-1-1,0 0 0,1 0 1,-1 0-1,0 0 1,0-1-1,0 1 0,0-1 1,4-2-17,-5 2 12,1 0 1,0 0-1,-1 0 0,1 1 1,0 0-1,0 0 0,0 0 1,0 0-1,3 0-12,-6 1-83,-1 0-90,0 0-97,0 0 46,0 0-48,0 0 61,-28 0-7,20 0 273,0-1 0,-1 0 0,1-1 1,0 0-1,0 0 0,1 0 0,-1-1 0,0-1 1,1 1-1,0-1 0,-1 0 0,2-1 1,-1 0-1,0 0 0,1 0 0,0-1 1,0 0-1,1 0 0,0 0 0,-5-7-55,6-12 230,5 17-358,-1 7 72,0 1-75,0 0-3,100 2-719,-179 26 1197,78-27-275,1-1 38,0 0 2,0 0-58,0 0-16,0 0-46,38 0-112,49 0 86,-86 0 10,-1 0-15,0 0-65,0 0-85,-35 0 45,23-1 172,8 0-13,0 0 0,1 1 1,-1 0-1,0-1 1,0 1-1,0 1 1,0-1-1,0 1 1,1-1-1,-1 1 1,0 0-1,0 0 1,-1 1-13,5 0 101,0-1-146,5-1-267,3 0 264,-4-1 49,1 1 1,-1 0-1,0 0 1,0 0-1,0 0 1,0 1-1,0-1 0,0 1 1,0 0-1,0 0 1,2 2-2,-6-3 16,0 2-270,0 5 779,-1-3-4225,-5-2-686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54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3 448,'0'0'395,"0"0"-24,0 0 16,0 0 184,0 0 277,0 0 118,0 0 29,0 0-171,0 0-79,0 0-57,0 0-32,0 0-125,0 0-109,0 0-134,0 0 64,0 0 24,0 0 67,3-2 8330,6 1-9577,475 7 1538,-366-6-441,-117-4 585,-1 3-3767,0 1-3312,0 5-1223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55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1 419 4882,'0'0'1609,"0"0"-43,0 0 352,0 0-269,0 0-430,3-2-274,-1 1-882,1-1 1,-1 1 0,1 0-1,-1 0 1,1 1-1,-1-1 1,1 0 0,-1 1-1,1 0 1,0 0 0,-1-1-1,1 1 1,0 1 0,-1-1-1,1 0 1,-1 1-1,1-1 1,0 1 0,-1 0-1,1 0 1,-1 0 0,0 0-1,1 0 1,-1 1 0,0-1-1,1 1-63,12 8 220,0 0 1,-1 1-1,9 10-220,-12-12 123,36 37 164,-3 2-1,-1 2 1,-3 1 0,13 24-287,65 82 291,-114-151-268,-1-1-1,1 0 1,1 0 0,-1 0-1,1-1 1,0 0-1,0 0 1,0 0 0,0 0-1,1-1 1,-1 0-1,1 0 1,0 0 0,0-1-1,0 1 1,0-2 0,0 1-1,1-1 1,-1 0-1,0 0 1,4 0-23,-9-2 28,1 1-1,0-1 1,0 1-1,-1-1 1,1 0-1,0 0 1,-1 1-1,1-1 1,-1 0 0,1-1-1,-1 1 1,0 0-1,1 0 1,-1 0-1,0-1 1,0 1 0,0-1-1,0 1 1,0-1-1,0 1 1,0-1-1,0-1-27,18-44 291,-16 39-260,9-29 27,-2-1-1,-2 1 1,-1-1-1,-2-1 0,-1-19-57,-1-70-23,-5 0 23,0-6 38,-2-125 1285,4 259-1355,0 0-40,0 0-59,0 0-45,0 0-155,0 0-197,0 0-336,0 0-547,0 8-4766,0 5 1050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56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32 195 5747,'0'0'1430,"0"0"-224,0 0 325,0 0-541,0 0-630,0 9-45,1 165 3791,15 82-4106,-14-245 63,-2-3-10,0 0-1,1 0 0,0 0 0,1 0 0,0 0 0,0 0 1,0-1-1,1 1 0,0-1 0,1 0 0,0 2-52,-3-9 238,-1 0 47,4-21 478,2-289-1233,-6 265 508,-2 19-36,-1-1-1,-1 0 1,-2 1 0,0 0-1,-2 0 1,-7-15-2,3 8 79,2-1-1,1 0 0,0-13-78,9 47-9,0-1-1,-1 1 0,1-1 0,0 1 1,0-1-1,0 1 0,0-1 1,0 1-1,0-1 0,0 1 0,0-1 1,0 1-1,0-1 0,0 1 1,0-1-1,0 1 0,0 0 0,1-1 1,-1 1-1,0-1 0,0 1 1,1-1-1,-1 1 0,0-1 0,0 1 1,1 0-1,-1-1 0,0 1 0,1 0 1,-1-1-1,0 1 0,1 0 1,-1 0-1,1-1 0,-1 1 0,1 0 1,-1 0-1,1 0 0,-1-1 1,0 1-1,1 0 0,-1 0 0,1 0 1,-1 0-1,1 0 0,-1 0 1,1 0-1,-1 0 0,1 0 0,-1 0 1,1 0-1,-1 1 0,1-1 1,-1 0-1,1 0 0,-1 0 0,1 0 1,-1 1-1,0-1 0,1 0 0,-1 1 1,0-1-1,1 0 0,-1 1 10,35 21 37,-32-20-60,442 323-12,-433-316-66,0 0 0,0 1 0,-1 0 0,-1 1 0,1 0-1,-2 1 1,0 0 0,1 2 101,-6-8-87,-1 1 0,1 0 0,-1 1-1,-1-1 1,1 0 0,-1 1 0,-1-1 0,1 1 0,-1 0 0,-1-1-1,1 1 1,-1 0 0,-1 0 0,1-1 0,-1 1 0,-2 6 87,0-6-20,0 0 0,-1-1 0,0 1 0,0-1 0,-1 0 0,0 0 0,0-1 0,0 1 0,-1-1 0,0 0 0,0-1 0,-1 0 0,0 0 0,1 0 0,-2-1 0,1 1 0,-4 0 20,-17 10 44,-1-2 0,-1 0 0,-28 7-44,21-11 141,1-2-1,-1-1 1,0-2 0,0-1 0,0-2 0,-7-2-141,44 1-139,-1 0-1,1 0 1,-1 0-1,1 0 1,-1 0-1,1 0 1,0 0-1,-1 0 1,1 0-1,-1-1 1,1 1-1,-1 0 0,1 0 1,0 0-1,-1-1 1,1 1-1,-1 0 1,1-1-1,0 1 1,-1 0-1,1-1 1,0 1-1,0 0 1,-1-1-1,1 1 1,0 0-1,0-1 1,-1 1-1,1-1 1,0 1-1,0-1 1,0 1-1,0 0 1,0-1-1,-1 1 0,1-1 1,0 0 139,-3-16-6432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0:57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104 200 6035,'0'0'1051,"0"0"61,0 0 209,0 0-473,0 0-431,0 0 31,0 0 147,0 0 376,0 0 245,0 0-172,2-13 796,1 1-1729,1 0-1,1 0 0,0 0 0,0 0 1,2 1-1,-1 0 0,1 0 1,1 0-1,0 1 0,0 0 0,3-1-110,-6 6-36,0 0-1,0 1 1,0-1-1,1 1 1,0 0-1,-1 1 1,2-1-1,-1 1 0,0 1 1,0-1-1,1 1 1,0 0-1,-1 0 1,1 1-1,0 0 1,0 0-1,0 1 1,0-1-1,-1 2 0,1-1 1,6 2 36,-10-1-32,1 1 1,-1-1-1,0 1 0,0 0 1,0 0-1,0 1 0,0-1 1,0 1-1,-1-1 1,1 1-1,-1 0 0,0 0 1,1 0-1,-1 0 0,-1 0 1,1 1-1,0 0 32,28 64-421,-30-66 411,6 16-53,0 1-1,-1-1 0,-2 1 1,0 0-1,0 1 0,-2-1 1,-1 1 63,0-9-26,0 0 1,-1-1-1,0 1 1,-1 0-1,0-1 1,-1 1 0,0-1-1,0 0 1,-1 0-1,-1 0 1,0 0 0,0-1-1,-2 3 26,-20 23-247,-1-1-1,-2-2 0,-12 11 248,30-32-63,0-1 0,0 0 0,-1-1 0,0 0 1,0-1-1,-1 0 0,0-1 0,0-1 0,-1 0 0,0-1 0,-1-1 63,10-2 1,0-1 0,0 0 0,-1 0 0,1-1 0,0 0 0,0 0 0,0-1 0,-5 0-1,9 1 5,0-1 1,1 0 0,-1 1-1,0-1 1,0 0-1,1 0 1,-1 0 0,1 0-1,-1 0 1,1 0 0,0 0-1,-1-1 1,1 1-1,0-1 1,0 1 0,0-1-1,0 1 1,0-1 0,0 1-1,0-1 1,0 0-1,1 0 1,-1 1 0,1-1-1,-1 0 1,1 0 0,0 0-1,0 0-5,-3-9 12,2 0 0,0 0 0,0 0 1,1 0-1,0 0 0,1 0 0,0 0 0,2-5-12,-2 12 3,0 0 1,1 0-1,0 1 1,-1-1-1,1 0 1,1 0-1,-1 1 1,1 0-1,-1-1 0,1 1 1,0 0-1,0 0 1,0 0-1,1 1 1,-1-1-1,1 1 1,-1 0-1,1 0 1,0 0-1,0 0 0,0 1 1,0-1-1,0 1-3,10-3-20,1 0-1,-1 1 0,1 1 1,0 0-1,0 1 1,8 0 20,-15 1-11,0 0 1,1 1 0,-1 0-1,0 0 1,0 1-1,0 0 1,0 1 0,0 0-1,0 0 1,-1 0 0,1 1-1,2 2 11,40 32-116,-29-21 83,1 0-1,18 8 34,-32-20 0,0-1 0,0 0 0,1-1 0,0 0 0,-1 0 0,1-1-1,1 0 1,-1 0 0,0-1 0,1 0 0,-1-1 38,1 1 1,-1-1-1,1-1 1,-1 0-1,0 0 0,0-1 1,0 0-1,1 0 0,-2-1 1,1-1-1,0 1 1,-1-1-1,1-1 0,-1 0 1,0 0-1,-1 0 0,1-1 1,-1 0-1,0 0 0,-1-1 1,1-1-39,5-4 144,-1 0 0,-1-1 0,0 0-1,-1 0 1,0-1 0,-1-1 0,0 1 0,-1-1 0,-1-1 0,-1 1 0,0-1 0,-1 0-1,0 0 1,-2 0 0,0-1 0,0-3-144,-2 18 16,0 2-72,0 0-152,0 3-125,0 1-1,-1-1 1,1 0-1,-1 1 1,1-1-1,-1 0 1,0 0-1,0 0 1,0 0-1,-1 0 1,0 2 333,-22 18-2575,0-3-1392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03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824 0 2369,'0'0'1804,"0"0"-604,0 0 30,0 0-96,0 0-32,0 0-51,-1 4 3942,3 20-4773,3-11-170,8 16 43,-2 1 0,-1 0 0,-1 0 0,-2 1 0,1 13-93,18 123 773,-10-71-356,0 50-417,-3-31 329,-7-73-310,-1 0 1,-2 20-20,-2-27-22,0-19 16,-1 0-1,0 0 1,-1-1-1,0 1 1,-2 0-1,1-1 1,-2 0-1,0 1 1,-3 3 6,2-9-4,-4 19-80,9-28 60,0-1 16,0 0 21,0 0-34,-7 8-91,6-6 105,0 0-1,-1-1 1,1 1 0,0 0-1,-1-1 1,0 1 0,1-1-1,-1 0 1,0 1-1,1-1 1,-1 0 0,0 0 7,-49 5-21,-1-2 0,1-2 0,-45-5 21,41 0 72,0 3 1,0 3-1,-19 4-72,22 2 275,1 2 0,-1 3-275,124-9 99,-12-4-87,17 0-961,1-4 0,70-10 949,-136 11-187,-10 2 165,0 0-1,0 0 1,0 0-1,-1 0 0,1 0 1,0 0-1,0-1 1,0 1-1,0-1 1,0 1-1,0-1 0,-1 0 1,1 1-1,0-1 1,-1 0-1,1 0 1,0-1-1,-1 1 0,0 0 1,2-1 22,-3 1 107,0 1-102,0 0-146,0 0-46,-105 1-31,-80 12 218,135-6 156,0 2 0,1 2 0,0 2-1,-33 14-155,35-11 1102,53-19-1108,1-1-1,-1 0 1,0 0 0,-1 0-1,1-1 1,-1 1 0,1-2-1,-2 1 1,1 0-1,4-7 7,16-16-69,-13 19 114,-2-1 0,1-1 1,-2 0-1,1 0 1,-1-1-1,6-10-45,-23 24-133,1 0 0,0 1 0,0 0 0,0 1 0,0 0 0,-3 2 133,-37 28-340,20-13 289,-1-2 0,0-1 0,-26 12 51,64-37 57,-1-2 1,0 1 0,0-1 0,5-6-58,22-23 38,16-5 9,20-10-47,-7 4 78,-81 68-266,0 0-1,-2-1 0,0-1 0,-2 0 189,-29 16 165,-2-1-1,-48 20-164,98-50 10,1-1 17,0-1 13,10-7 8,31-30-175,1 3 0,2 1-1,46-26 128,-81 55-58,-7 4-86,-2 0 80,-9 2-59,-4 7 128,0 1 0,0 0 0,1 1 0,-1 2-5,-36 29 28,2-8 179,-1-2 0,-25 11-207,220-39 861,-100-1-873,-31-2 0,0 0 0,0-1 0,1-1 0,-2 0 0,8-2 12,-22 2 34,0 0 0,0 0 0,0 0 0,0 0-1,0-1 1,0 1 0,-1 0 0,1 0 0,0-1 0,-1 1 0,1 0-1,-1-1 1,1 1 0,-1-1 0,0 1 0,1 0 0,-1-1-1,0 1 1,0-1 0,0 1 0,0-1 0,-1-1-34,1-48 252,-1 33-118,1-146 365,-1 172-541,-1 1-1,0-1 1,-1 1-1,0-1 1,0 0 0,-1 0-1,0 0 1,0 0 42,-7 16-40,-28 53 42,-7 18 20,46-93 26,0-8 19,0 0-62,1 0 1,1 0-1,-1 1 0,1-1 1,0 0-1,0 1 0,0-1 1,1 1-1,0 0 0,0 0 0,0 0 1,1 0-6,51-62 79,-40 50-83,0 4 26,-12 10-801,-12 2 87,-2 1 583,-8 1 117,-1 1 0,1 1 0,-1 1 0,1 0 0,0 2 0,1 0 0,-1 1 0,1 0 0,-15 10-8,29-16 35,4-1-46,0 0-32,9 0-90,1 0 147,0-1 1,0 0-1,-1-1 0,1 0 1,-1-1-1,0 0 0,1 0 1,7-5-15,72-43 258,-1 1-580,-330 180-791,241-129 1129,1-1-29,0 0 15,0 0-31,12 0-70,-1-2 144,-1 0 0,-1-1-1,1 0 1,0 0 0,-1-1 0,0 0-1,1-1 1,-2 0 0,1 0 0,-1-1-1,6-4-44,-1 0 48,0 2 0,1 0 0,1 0-1,3 0-47,-81 34-711,-48 18 1332,92-37-386,19-7-233,0 0-1,0 0 1,0 0-1,0 1 1,0-1-1,0 0 1,-1 0-1,1 0 1,0 0-1,0 0 1,0 0-1,0 0 1,0 0-1,0 0 1,0 0-1,0 0 1,0 0-1,0 1 1,0-1-1,0 0 1,0 0-1,0 0 1,0 0-1,0 0 1,0 0-1,0 0 1,0 0-1,0 0 1,0 1-1,0-1 1,0 0-1,0 0 1,0 0-1,0 0 1,0 0-1,0 0 1,0 0-1,0 0 1,0 0-1,0 1 1,0-1-1,0 0 1,0 0-1,0 0 1,0 0-1,0 0 1,0 0-1,1 0 1,-1 0-1,0 0 1,0 0-1,0 0 1,0 0-1,0 0 1,0 0-1,0 0 1,0 0-1,0 1 1,0-1-1,1 0 1,-1 0-1,0 0 1,0 0-1,0 0 1,0 0-1,0 0 1,0 0-1,0 0 1,0-1-1,1 1-1,2 1 0,0-1 0,0-1 0,1 1 0,-1 0-1,0-1 1,1 1 0,-1-1 0,0 0 0,0 0-1,0-1 1,28-13 14,-1-1-1,-1-1 1,6-6-14,15-9-89,-45 27-181,-15 6 196,-18 7 58,-52 37-109,-23 18 125,142-133 1686,-23 43-1646,1 1 1,1 2 0,1-1-1,1 2 1,2-1-41,-18 73-699,-4 170 691,0-219-54,0 0 25,0 0 0,0 0-75,0 0-16,0 0 58,0 0 78,0-17 344,10-204 489,-10 221-775,0 0 9,0 0-107,0 37-364,0-28 373,1 6 30,0 1 0,2 0 0,0-1 0,2 7-7,-1-6-1,0-1 0,-2 1 0,0 0 0,0 7 1,-2-21-28,0 0 0,0 0 0,0 0-1,0 0 1,0-1 0,-1 1 0,1 0 0,0 0 0,-1 0-1,0-1 1,1 1 0,-1 0 0,0-1 0,0 1-1,0 0 1,0-1 0,0 1 0,0-1 0,0 0 0,-1 1-1,1-1 1,-2 1 28,-2 1-23,0-1 1,0 0-1,0 0 0,0 0 1,-1-1-1,1 1 0,-2-1 23,5-1 22,-32 6 61,-1-3-1,1 0 1,-1-3 0,-7-1-83,-1 1 650,43 0-498,0 0-56,0 0 75,11 0-93,-4-1-67,0 1 1,0-2 0,0 1-1,-1-1 1,1 0 0,0 0-1,-1-1 1,0 0 0,1 0 0,-1-1-12,63-41 66,-40 25-84,-1 4-2,-21 13-3,1-1-1,-2 0 1,1 0-1,0-1 1,-1 0-1,0 0 1,4-4 23,-54 36-2177,-30 28 1955,68-51 253,-1 0 1,1 0-1,-1-1 1,0 0-1,-1 0 1,1-1 0,0 0-1,-1 0 1,1 0-1,-7-1-31,13-1 120,1 0-48,1-8-16,2 0-49,0 1-1,0 0 1,1 0-1,-1 1 1,2-1-1,-1 1 1,1 0-1,0 0 1,0 0-1,0 0 0,2 0-6,73-60 164,-61 51-30,-6 5-771,-20 14-2566,-22 17-2159,-1 3-785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1 349 2769,'0'0'1473,"0"0"-497,0 0 220,0 0 170,0 0-313,0 0-188,1-10 711,3 7 4422,1 4-5896,1 0 0,-1 1 0,1-1 0,-1 1 0,1 0 0,-1 1 0,0-1 0,0 1 0,0 0 0,-1 0 0,1 0 1,-1 1-1,2 1-102,60 57 246,-53-49-184,34 28 168,1-3-1,2-2 1,1-3-1,2-1 1,18 5-230,-14-9 228,2-3 0,0-3 0,31 7-228,-24-9 206,-1 4 0,55 27-206,-87-36 17,1-1 0,1-1 0,0-2 0,0-2 0,1-1 0,0-1 0,18-1-17,62 2 152,82-7-152,-108-1 12,-34-4 10,-1-1 0,1-3-1,-1-3 1,0-2 0,34-14-22,-45 10-5,0-2-1,-2-2 1,0-1-1,-2-3 1,13-11 5,-42 29 3,36-23 15,-1-3-1,-2-1 1,-1-3 0,-2-1-1,8-12-17,-34 30-19,0-1 0,-2 0-1,0-1 1,-1-2 19,36-57-99,-28 53 59,-3 6-5,-1-1 0,-1 0 0,-1-1 0,-1-1 1,-1 0-1,6-20 45,-18 45-64,0-1 0,0 1 0,-1-1 1,1 1-1,0 0 0,-1-1 1,1 1-1,0-1 0,-1 1 0,1 0 1,-1-1-1,1 1 0,0 0 0,-1-1 1,1 1-1,-1 0 0,1 0 1,-1 0-1,1-1 0,-1 1 0,1 0 1,-1 0-1,1 0 0,-1 0 0,0 0 1,1 0-1,-1 0 0,1 0 1,-1 0-1,1 0 0,-1 0 0,1 0 1,-1 0-1,1 1 0,-1-1 64,-24 2-208,5 5-53,1 0 1,0 2-1,0 0 0,1 0 1,-14 12 260,-12 4-207,20-9 132,19-12 80,-1 0-1,1 0 0,-1-1 0,0 0 0,0 0 0,0 0 0,0-1 0,0 0 1,0 0-1,-1-1 0,1 1-4,5-2 16,1 0 3,0 0 7,0 0 1,0 0 37,0 0 48,15-2 197,-1-4-262,0 0-1,-1-1 1,1 0-1,-2-2 0,1 1 1,-1-1-1,7-8-46,8-4 49,-5 4-18,67-54-6,-88 70-81,-1 1-152,-10 11-486,-21 14 608,-2-2 1,0-2-1,-2 0 0,0-3 0,-1-1 0,-1-1 86,-24 12 259,-30 21-259,117-48 896,-2-11-809,-2-1 0,1-1-1,19-14-86,-5 3 31,74-42 44,-105 60-321,-7 2-575,-14 5 343,-17 14 305,1 1 0,-26 20 173,-27 15 2,83-52 15,-25 15-50,19-8 147,15-6 423,10-6-417,0-1-1,-1-1 1,0-1 0,0 0-1,-1-1 1,0-1-1,3-3-119,20-11 148,54-32 165,142-76 198,-231 129-494,13-2-55,-16 5-37,-1 0-43,1 0 106,0 0-1,0 0 0,0 1 0,0-1 0,0 0 0,0 0 0,0 1 0,0-1 0,0 0 0,0 1 0,0-1 0,0 1 0,-1-1 0,1 1 0,0 0 0,0-1 1,0 1-1,-1 0 0,1-1 0,0 2 13,3 8-4,-2 1 0,0 0 1,0-1-1,-1 1 1,0 0-1,-1 0 0,0 0 1,-1 0-1,0 5 4,-1 23 14,1-23 13,-1 0 0,-1-1 0,0 1 0,-1-1-1,0 0 1,-1 0 0,-8 14-27,-53 100 225,58-115-187,5-57 744,3-9-572,2 1 1,5-20-211,-3 50 47,0 1-1,1-1 1,1 1-1,1 0 1,0 0-1,2 1 1,4-7-47,-31 77-489,-3-17 474,-3-1 0,0-1 0,-2 0-1,-1-2 1,-2-2 0,0 0 0,-15 8 15,43-35 2,1 0 1,-1-1 0,1 1 0,-1-1-1,0 1 1,1-1 0,-1 1-1,0-1 1,1 1 0,-1-1 0,0 0-1,1 1 1,-1-1 0,0 0 0,0 0-1,1 1 1,-1-1 0,0 0-1,0 0 1,1 0 0,-1 0 0,0 0-1,0 0 1,0 0 0,1 0 0,-1 0-1,0-1-2,4-17 25,22-25-75,50-41-24,-13 15-2,-57 62 28,-14 6-520,-14 3 460,-1 2-1,1 0 1,0 1 0,1 2 0,-1 0-1,1 1 1,-4 3 108,-58 20 40,8-4 323,75-26-368,1-1-27,0 0-8,0 0 16,0 0-3,227 0-1894,-226 0 1604,-1 0 69,0 0 10,0 0-170,-22 10-216,-17 5 699,2 3 1,0 1-1,-7 7-75,45-25 10,-1-1-1,1 1 0,0-1 1,0 1-1,0-1 0,-1 1 1,1-1-1,0 1 0,0-1 1,0 0-1,0 0 0,0 1 1,0-1-1,0 0 0,0 0 0,0 0 1,0 0-1,0 0 0,0 0 1,0 0-1,0 0 0,0-1-9,35 3 38,129-9 18,-164 7-77,-1 0 10,3 7-4615,-6-1-2358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17.5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20 288,'0'0'1049,"0"0"-134,0 0-182,0 0-82,0 0-29,0 0 136,0 0 130,4-14 997,-5 10 7462,1 4-9292,0 0 1,0-1-1,-1 1 1,1 0-1,0 0 1,0 0-1,0 0 1,-1 0-1,1 0 1,0 0-1,0 0 1,0 0-1,-1 0 1,1 0-1,0 0 1,0 0-1,0 0 1,-1 0-1,1 0 1,0 0-1,0 0 1,0 0-1,-1 0 1,1 1-1,0-1 1,0 0-1,0 0 1,0 0-1,-1 0 1,1 0-1,0 0 0,0 1 1,0-1-1,0 0 1,0 0-1,-1 0 1,1 0-1,0 1 1,0-1-1,0 0 1,0 0-1,0 0 1,0 0-1,0 1 1,0-1-1,0 0 1,0 0-1,0 0 1,0 1-1,0-1 1,0 0-1,0 0 1,0 0-1,0 1 1,0-1-1,0 0 1,0 0-56,12 13 554,22 8-739,-5-10 246,0-1 0,0-1 0,1-2 0,0-1-1,0-1 1,4-2-61,60 3-1217,32-4 1217,-104-2-420,-22 1-3014,0 4-2828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18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1 192 8836,'0'0'1267,"0"0"219,0 0 846,0 0-806,0 0-947,13 8-446,14 11-26,-1 1-1,-1 2 0,0 0 0,-2 2 0,0 0 0,-2 2 1,-1 0-1,8 15-106,13 25 137,-2 3 1,-3 1-1,2 16-137,-29-64 38,21 43 53,-29-62-57,1 1 0,0-1-1,0 0 1,0 0 0,1 0 0,-1 0 0,1 0 0,-1-1 0,1 1 0,0-1 0,0 0 0,0 0 0,0 0 0,1 0 0,1 1-34,-2-3 33,1 1 0,-1-1 0,1 0 1,-1 0-1,1 0 0,-1-1 0,1 1 0,-1-1 1,1 0-1,-1 0 0,1 0 0,-1 0 0,0-1 1,0 1-1,0-1 0,0 0 0,0 0 0,0 0 0,0 0 1,0 0-1,-1-1 0,1 1 0,-1-1 0,1-1-33,10-10 86,-2-1 0,0-1 0,8-15-86,-16 28 5,13-27 11,-1 0-1,-2-1 0,-1-1 1,-1 1-1,-2-2 1,-1 0-1,-2 0 1,2-24-16,1-55 960,-6-109-960,-4 143 517,2 77-554,-1 0 0,0 1 0,1-1 0,-1 0 0,0 1 0,1-1 0,-1 0 0,1 1 0,-1-1 0,1 1 0,-1-1 0,1 1 0,-1-1 0,1 1 0,-1-1 0,1 1 0,0 0 0,-1-1 0,1 1 0,0 0 1,-1-1-1,1 1 0,0 0 0,-1 0 0,1 0 0,0 0 0,0 0 0,-1 0 0,1 0 0,0 0 0,0 0 0,-1 0 0,1 0 37,28 3-7395,-13 5 1630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1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18 4290,'0'0'2940,"0"0"-1062,0 0 86,0 0-366,0 0-942,0 19-461,0 363 2737,0-244-1572,0-137-1330,0-1 29,2 2-25,0-9 28,1-20-201,-1-1 0,-1 0 0,-2 0 0,-1 0 0,-1 0 0,-2 0 0,0 1 0,-2-1 0,-1 2 0,-1-1 0,-9-17 139,7 18-23,-1 2 1,-1 0-1,-1 0 1,-1 1-1,-1 1 1,-1 1-1,-9-9 23,25 30 233,1 0 41,119-6-169,-82 3 3,0 1 0,0 2 0,0 1 0,31 6-108,-59-5-18,0 0 1,0 1-1,-1 0 1,1 0 0,-1 1-1,0 0 1,0 0-1,0 1 1,-1 0 0,1 0-1,-1 1 1,-1 0-1,6 6 18,-9-8-58,1 0-1,-1 0 0,0 0 0,-1 0 0,1 1 1,-1-1-1,0 1 0,0-1 0,0 1 0,-1 0 0,0 0 1,0 0-1,0 0 0,0 0 0,-1 0 0,0 0 0,0 0 1,0 0-1,0 0 0,-1 0 0,0 0 0,0 0 0,-1 0 1,1 0-1,-2 3 59,-2 2-55,-1 0 1,0 0-1,0-1 0,-1 0 1,0 0-1,-1 0 0,0-1 1,0 0-1,-7 4 55,-89 63 27,78-57-26,-15 8 33,24-16 2,0 1 1,1 0-1,1 2 0,0-1 1,-4 6-37,17-16 12,1 0 1,0 1 0,-1-1-1,1 0 1,0 0 0,0 1-1,0-1 1,0 1 0,1-1-1,-1 1 1,0-1 0,1 1-1,0-1 1,0 1 0,0 0-1,0-1 1,0 1 0,0-1-1,1 1 1,-1 0-1,1-1 1,0 1 0,0-1-1,0 0 1,0 1 0,0-1-1,0 0 1,0 1 0,1-1-1,0 0 1,-1 0 0,1 0-1,0 0 1,0-1 0,0 1-1,0 0 1,0-1 0,0 0-1,1 1-12,17 11 199,0-1 0,1-1 0,1-1 0,-1-1 0,1-1 0,1-1-1,0-1 1,0 0 0,0-2 0,0-1 0,9-1-199,-24-1-162,9-1-1088,-8-2-3552,-2-6-1825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19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368 55 6307,'0'0'870,"0"0"-3,0 0 688,0 0-619,0 0-629,1-4 5123,12-16-4921,-10 17-493,1 0 0,0 0 0,-1 0 0,1 1-1,0-1 1,0 1 0,1 0 0,-1 0 0,0 1 0,1-1 0,-1 1 0,1 0 0,-1 0 0,1 0-1,0 1 1,-1 0 0,1 0 0,0 0 0,-1 0 0,1 1 0,-1-1 0,1 1 0,0 1-1,-1-1 1,0 0 0,1 1 0,-1 0 0,0 0 0,0 1 0,0-1 0,0 1 0,0-1-1,-1 1 1,1 0 0,-1 1 0,0-1 0,1 1 0,-2-1 0,1 1 0,0 0 0,-1 0-1,0 0 1,0 0 0,0 1 0,0-1 0,0 4-16,2 1-19,0 1 1,-1 0-1,-1 1 1,1-1-1,-2 0 1,1 1-1,-2-1 0,1 1 1,-1 0-1,-1-1 1,0 1-1,-1-1 1,1 0-1,-2 1 1,0-1-1,0 0 0,-1 0 1,0-1-1,0 1 1,-1-1-1,-1 0 1,1 0-1,-2 0 0,1-1 1,-3 2 18,-11 7 72,0-1 0,-1 0-1,0-2 1,-1-1 0,-1-1 0,-1 0 0,1-2 0,-1-1 0,-1-1-1,0 0 1,0-2 0,0-1 0,-1-2 0,0 0 0,0-1 0,-17-2-72,39 0-3,0-1 1,-1 1 0,1-1 0,0 1 0,0-1 0,0 0-1,0 0 1,0-1 0,1 0 0,-1 1 0,0-1 0,1 0-1,-1 0 1,1-1 0,0 1 0,-1-1 0,1 0-1,1 0 1,-1 0 0,0 0 0,1 0 0,-1-1 0,1 1-1,0-1 1,0 1 0,0-1 0,1 0 0,-1 0 0,1 0-1,0 0 1,0 0 0,1 0 0,-1 0 0,1 0 0,0 0-1,0 0 1,0 0 0,0-1 2,0 5-13,1-1-1,-1 0 1,0 1-1,1-1 1,-1 1 0,1-1-1,-1 1 1,1-1 0,-1 1-1,1 0 1,-1-1-1,1 1 1,-1 0 0,1-1-1,-1 1 1,1 0-1,0-1 1,-1 1 0,1 0-1,-1 0 1,1 0 0,0 0-1,-1 0 1,1 0-1,0 0 1,-1 0 0,1 0-1,0 0 1,0 0 13,28 0-226,-19 1 112,14 1 68,1 1 1,-1 1-1,0 2 0,0 0 1,-1 1-1,0 2 1,0 0-1,10 7 46,-7-4 14,0-1-1,1-1 1,1-1 0,0-1-1,0-2 1,8 0-14,23-2 467,0-3 0,3-3-467,-59 2 62,0 0 0,0 0 0,1 0 1,-1-1-1,0 1 0,0-1 1,1 0-1,-1 0 0,0 0 1,0 0-1,0-1 0,0 1 0,0-1 1,-1 0-1,1 0 0,0 0 1,-1 0-1,0 0 0,1 0 1,-1-1-1,0 1 0,0-1 0,0 0 1,0 0-1,-1 1 0,1-1 1,-1-2-63,3-5-208,-2 0 0,1-1 0,-2 0 0,1 1 0,-1-1 0,-1 0 0,0-8 208,0 17-410,0 1-1,0-1 0,0 0 0,-1 0 0,1 0 0,0 0 0,-1 1 1,1-1-1,-1 0 0,0 0 0,0 1 0,1-1 0,-1 0 0,0 1 1,0-1-1,-1 0 411,-5-7-6921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20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5090,'0'0'1465,"0"0"645,0 0 145,0 0-665,0 0-504,0 0-366,10-1-283,81-2 235,33-3 1383,40-9-2055,85-27 752,-278 40-11009,-42-10 6663,25 3 1123,-11-2 561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20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3378,'0'0'2054,"0"0"-179,0 0 297,0 0-462,0 0-792,26 0-550,469 0 1812,-391-3 1283,-104 3-2914,0 0-245,0 0-280,0 0-277,0 0-222,0 0-480,6 0-3052,12 0-38,6 0-1229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1:21.4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32 383 6787,'0'0'1153,"0"0"61,0 0 568,0 0-518,0 0-477,-3 31-149,-11 101-131,13-122-416,0 1 0,0-1 0,1 1 0,1-1 0,0 0 0,0 1 0,1-1 0,0 0 1,0 0-1,1 0 0,1 0 0,0 0 0,0-1 0,1 0 0,0 1 0,0-2 0,1 1 0,1-1 0,-1 0 1,1 0-1,3 2-91,2-1 174,0-1 0,0 0 0,1-1 0,0 0 0,0-1 0,1 0 0,-1-1 0,1-1 0,1 0 0,-1-1 0,0-1 0,1 0 0,5 0-174,21 2 308,0-2 0,1-1 0,-1-2 0,0-2 0,0-2 0,4-2-308,-33 4 50,1 0 0,-1 0 0,0-1 0,0-1 0,-1 0 0,1 0 0,-1-1 0,0-1 0,-1 0 0,1 0 0,-2-1 0,1 0 0,-1-1 0,0 0 0,-1-1 0,0 1 0,0-2 0,-1 1 0,0-1 0,-1 0 0,-1 0 0,1-1-50,0-11-78,0 0-1,-2 0 1,0-1 0,-1 1-1,-2-1 1,-1 1-1,0-1 1,-4-20 78,2 29-29,-1 0-1,0 0 1,-1 0 0,-1 1-1,-1-1 1,0 1 0,0 1-1,-1-1 1,-1 1 0,0 0-1,-1 1 1,-7-7 29,-7-10-29,-3 2 1,0 1-1,-1 1 0,-21-14 29,35 29-39,0 1-1,-1 1 1,0 0 0,-1 0-1,0 2 1,0 0-1,0 1 1,-1 0-1,-4 0 40,-13-1-70,0 2 0,-1 2 0,-31 1 70,60 1 0,0 1 1,0 0 0,0 0 0,0 0 0,0 1 0,0-1-1,0 1 1,0 1 0,1-1 0,-1 1 0,1-1-1,0 1 1,-1 1 0,1-1 0,1 0 0,-1 1-1,-13 14-35,1-1 1,1 2 0,-1 2 34,-12 14-86,18-22 69,0-1 1,0 1-1,2 1 1,-1 0-1,2 0 1,0 1-1,1-1 1,0 1-1,1 1 1,1-1 0,0 1-1,1 0 1,1 0-1,0 0 1,1 0-1,1 0 1,1 0-1,0 4 17,-1-19 60,0 1-1,0 0 0,1-1 0,-1 1 0,0 0 1,1-1-1,-1 1 0,1-1 0,-1 1 1,1 0-1,0-1 0,-1 1 0,1-1 0,0 0 1,0 1-1,0-1 0,0 0 0,0 1 0,1-1 1,-1 0-1,0 0 0,0 0 0,1 0 1,-1 0-1,1 0 0,-1 0 0,1-1 0,-1 1 1,1-1-1,0 1 0,-1-1 0,1 1 0,-1-1 1,1 0-1,0 0 0,1 0-59,-2 0-315,-1 0-421,0 0-723,0 0-1196,0 0-2457,0 0-2745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2.3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120 211 4370,'0'0'2340,"0"0"-126,0 0 75,0 0-475,0 0-626,0 0-391,0 0-173,0 0 2018,9-11-2610,10-16 26,2 1 0,1 1 0,1 1 1,1 1-1,1 1 0,9-5-58,-29 23-12,0 1 0,0 0 0,0 1 0,1-1-1,-1 1 1,1 0 0,-1 1 0,1-1 0,0 1 0,0 0 0,-1 1-1,1-1 1,0 1 0,0 0 0,0 0 0,0 1 0,-1 0-1,1 0 1,0 0 0,0 1 0,-1 0 0,1 0 0,-1 0 0,0 1-1,0 0 1,0 0 0,0 0 0,0 0 0,0 1 0,-1 0-1,0 0 1,0 0 0,0 1 0,0-1 0,-1 1 0,3 3 12,2 6-9,1 1 1,-2 0 0,0 1 0,-1-1-1,0 1 1,-1 0 0,-1 1-1,-1-1 1,0 1 0,-1 6 8,1 20 50,-2 0 0,-1 0-1,-5 23-49,1-41 53,0 1-1,-2-1 0,-1 0 1,-1 0-1,-1-1 0,-2 0 0,0 1-52,-16 26 150,-2-1-1,-23 29-149,23-38 175,-30 32-175,49-61 58,-1-1-1,0-1 1,-1 1-1,0-2 0,-1 1 1,0-2-1,0 0 1,-4 1-58,13-7 43,0 0 1,0 0-1,0-1 1,-1 0 0,1 0-1,-1 0 1,1 0-1,-1-1 1,1 1 0,-1-1-1,1 0 1,-1-1-1,1 1 1,-1-1 0,1 0-1,-1 0 1,1 0-1,0-1 1,-2 0-44,0-1 10,1 0 0,0-1 0,0 1-1,0-1 1,1 0 0,-1 0 0,1-1 0,0 1 0,0-1-1,1 0 1,-1 0 0,1 0 0,-1-3-10,-1-2-35,0-1 0,1 1 1,0-1-1,1 1 0,0-1 0,1 0 1,0-1-1,1 1 0,0 0 0,0 0 1,1-1-1,1 1 0,0 0 0,1 0 1,2-8 34,-3 16-12,1 0 0,0 0 0,0 0 0,0 0 1,0 1-1,1-1 0,-1 1 0,1-1 1,-1 1-1,1 0 0,0 0 0,0 0 1,0 0-1,0 1 0,0-1 0,1 1 1,-1 0-1,0-1 0,1 2 0,-1-1 1,1 0-1,-1 1 0,1-1 0,1 1 12,1-1-29,1 1-1,0-1 0,-1 1 0,1 1 0,0-1 0,-1 1 0,1 0 1,0 0-1,-1 1 0,1 0 0,-1 0 0,6 4 30,-1 2-9,0 1 0,0 1 0,-1 0-1,0 1 1,-1-1 0,-1 2 0,1-1 0,-2 1-1,6 12 10,-7-12-1,1-1 0,0 0-1,0 0 1,1-1 0,0 0-1,1 0 1,0 0 0,1-1-1,0-1 1,0 0 0,1 0-1,1 0 2,-8-6-9,0 0-1,0 0 0,0-1 0,0 0 0,0 1 0,0-1 0,1-1 0,-1 1 0,0-1 0,0 1 0,1-1 1,-1 0-1,0-1 0,0 1 0,1-1 0,-1 0 0,0 0 0,4-2 10,-3 1-2,0-1 0,0 0 0,0 0 0,0-1 1,-1 1-1,0-1 0,1 0 0,-2 0 0,1-1 0,0 1 0,-1-1 0,3-4 2,6-14 31,0-1-1,-2 0 0,-1-1 1,0 0-1,2-16-30,-8 29 12,10-46 24,8-24 128,-20 80-44,-1 30-237,0 0 144,0 0 0,2 0 0,2 0-1,0 0 1,7 20-27,-10-42-11,1 0 0,0 1-1,0-1 1,1 0 0,0 0-1,0 0 1,0 0 0,1-1 0,0 1-1,0-1 1,0 0 0,1 0-1,-1-1 1,1 1 0,0-1-1,1 0 1,-1 0 0,1-1 0,-1 0-1,1 0 1,0 0 0,1 0-1,-1-1 1,0 0 0,1-1-1,-1 1 1,6 0 11,-6-2 0,-1 1 0,1 0-1,0-1 1,-1 0 0,1-1 0,0 1-1,-1-1 1,1 0 0,-1 0 0,1-1-1,-1 0 1,0 0 0,0 0 0,0 0-1,0-1 1,0 0 0,0 0 0,0 0-1,-1-1 1,0 1 0,0-1-1,0 0 1,0 0 0,0-1 0,-1 1-1,0-1 1,0 0 0,0 0 0,-1 0-1,1 0 1,-1-1 0,9-17 7,-2 0 0,0 0-1,-1-1 1,-2 0 0,0-1-1,-2 1 1,0-8-7,2-43-177,-4-55 177,-2 108-27,0 7 23,-1 1 0,0 0 0,-1 0 1,-1-1-1,0 1 0,-1 1 0,-1-1 1,0 1-1,-1-1 0,0 1 0,-1 1 0,-6-11 4,8 16 18,-1 0-1,1 1 1,-1-1-1,0 1 0,-1 0 1,0 0-1,0 1 1,0 0-1,0 0 0,-1 1 1,1 0-1,-1 0 1,0 1-1,-1 0 0,1 0 1,0 1-1,-1 0 1,0 1-1,1 0 0,-1 0 1,-5 0-18,10 2-1,1 0 1,-1-1 0,0 2-1,0-1 1,1 0-1,-1 1 1,1-1-1,-1 1 1,1 0-1,0 0 1,0 0 0,0 1-1,0-1 1,0 1-1,0 0 1,0 0-1,1 0 1,0 0-1,-1 0 1,1 0-1,1 0 1,-1 1 0,0-1-1,1 1 1,-1 0-1,1 2 1,-5 11-1,0 0 1,2 1-1,0 0 0,1-1 0,0 4 1,-2 59 86,5 78-86,1-68 282,-1-88-293,0-1-1,0 1 1,0-1 0,0 1-1,0-1 1,0 1 0,1-1-1,-1 1 1,1-1 0,-1 0-1,1 1 1,-1-1 0,1 1-1,0-1 1,-1 0 0,1 0-1,0 0 1,0 1 0,0-1-1,0 0 1,0 0 0,0 0-1,1 0 1,-1-1 0,0 1-1,0 0 1,1 0 11,0-1-260,0 1 0,0-1-1,0 1 1,0-1 0,0 0 0,0 0 0,1 0 0,-1 0 0,0 0-1,0-1 1,0 1 0,0-1 0,0 1 0,0-1 0,0 0-1,0 0 1,0 0 0,0 0 0,0 0 0,0 0 260,24-22-5664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3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6947,'0'0'3439,"0"0"-1158,0 0-512,0 0-259,0 0-851,5 7-547,0-1-101,1 0 0,0-1 0,0 0 0,0-1 0,1 1 1,-1-1-1,1-1 0,0 1 0,0-1 0,0 0 0,1 0 0,-1-1 0,1 0 0,-1-1 0,1 0 1,0 0-1,0 0-11,36 3 67,1-2 0,27-3-67,-28 1 69,192 0 161,-236 0-140,0 0 204,0 0 114,0 0-5,0 0-40,0 0-105,0 0-81,0 0-207,0 0-309,0 0-485,0 0-982,0-4-1860,0-14-2566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3.7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15 279 4578,'0'0'945,"0"0"-49,0 0 691,0 0-226,0 0-657,-2 18-253,-5 38 812,3 0 0,3 0 0,4 51-1263,-2-88 158,2 1 0,-1-1-1,2 0 1,1 0 0,0 0 0,2 0-1,0-1 1,0 0 0,2-1 0,0 1-1,2-2 1,-1 1 0,2-2 0,1 1-158,-6-9-15,0-1 0,1 0 0,-1 0 1,1-1-1,1 0 0,-1 0 1,1-1-1,0 0 0,0-1 0,0 0 1,0 0-1,1-1 0,-1 0 1,1-1-1,-1 0 0,1 0 0,5-1 15,-4 0-43,0-1 0,0 0 0,0-1 0,0 0 0,0 0 0,-1-1 0,1 0 0,-1-1 0,0 0 0,0-1-1,0 0 1,0-1 0,-1 0 0,0 0 0,0-2 43,6-5 0,-2-1-1,1 0 0,-2-2 1,0 1-1,0-2 0,-2 1 1,0-1-1,-1-1 0,-1 0 1,0 0-1,-2 0 1,5-20 0,-1-8 76,-2-1-1,-3 1 1,-1-1 0,-3-41-76,-2 73 70,0 0 0,-1 0 0,0 0 0,-1 1 1,-1-1-1,0 1 0,-1 0 0,0 0 0,-1 0 0,-1 1 0,0 0 0,-1 0 0,-1 1 0,0 0 0,0 0 0,-1 1 0,0 0 0,-1 1 0,0 0 0,-1 1 0,0 0 0,-1 1 0,0 0 1,0 1-1,0 1 0,-1 0 0,0 0 0,0 2 0,0 0 0,-1 0 0,0 1 0,1 1 0,-1 1 0,0 0 0,-2 1-70,8-1 62,-1 1 0,1 1 0,-1 0-1,1 0 1,0 1 0,-1 0 0,1 0 0,0 1 0,-4 2-62,7-1 17,0-1 0,0 1 1,1 0-1,0 1 0,0-1 1,0 1-1,0 0 0,1 0 1,0 1-1,0-1 0,0 1 0,1 0 1,-3 5-18,-2 5 3,2 0-1,-1 1 1,2 0 0,0 0 0,1 0-1,1 1 1,1-1 0,0 3-3,0 23-1016,1-1 1,5 34 1015,-3-70-349,-1-1 1,1 0-1,0 0 1,0 0-1,1-1 1,-1 1-1,1 0 0,0 0 1,0-1-1,1 1 1,-1-1-1,1 0 1,0 0-1,0 0 1,1 0-1,-1 0 0,2 0 349,37 28-5968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4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5747,'0'0'912,"0"0"465,0 0 1216,0 0-992,0 213-577,0-155-208,0 1-95,0-8-241,0-5-416,0-12-64,0-7-576,0-8-1041,13-16-2129,14-3-2064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4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7892,'0'0'1246,"0"0"-33,0 0 764,0 0-379,0 0-843,3 14-312,-2-8-405,-1-4-21,0 1 0,0 0 0,1-1 0,-1 1 0,1-1 0,-1 1-1,1 0 1,0-1 0,0 1 0,0-1 0,0 0 0,0 1-1,1-1 1,-1 0 0,1 0 0,0 0 0,-1 0 0,1 0 0,0 0-1,0 0 1,0-1 0,1 1 0,-1-1 0,0 1 0,0-1 0,1 0-1,-1 0 1,1 0 0,-1 0 0,1 0 0,-1-1 0,1 1 0,0-1-1,-1 1 1,1-1 0,0 0 0,0 0-17,44-1 317,-16-1-21,0 3 1,19 2-297,-48-3-2,-1 1 1,1-1 0,0 1 0,0 0 0,0-1-1,0 1 1,0 0 0,-1 0 0,1 0 0,0 1-1,-1-1 1,1 0 0,-1 1 0,1-1-1,-1 1 1,0-1 0,0 1 0,1 0 0,-1-1-1,0 1 1,-1 0 0,1 0 0,0 0 0,0 0-1,-1 0 1,1 0 1,8 60-19,-9-54 22,6 162 1121,-13 110-1124,-1-4 1242,8-275-1305,4 44 376,-4-44-459,0 1 0,0-1 0,1 0 0,-1 1 0,0-1 1,1 0-1,-1 0 0,1 0 0,-1 1 0,1-1 0,0 0 1,0 0-1,-1 0 0,1 0 0,0 0 0,0 0 0,0 0 1,0 0-1,0-1 0,0 1 0,0 0 0,0 0 0,0-1 1,1 1-1,-1-1 0,0 1 0,0-1 0,1 0 0,-1 1 1,0-1-1,1 0 146,4-5-3647,-2-17-902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4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10373,'0'0'1312,"0"0"-367,0 0 415,0 0-495,0 0-193,238-3-448,-160-6-224,-10 3-48,-14 0 32,-16 3-144,-18 3 96,-13-3 32,-7 3 0,0 0 16,0 0-496,3 0-929,4 0-2144,7 0-2642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5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4306,'0'0'5672,"0"0"-3554,0 0-768,0 0 136,0 0-776,28 0-489,194 0 115,-185 0-275,29 0 537,50-6-598,-114 5 89,-1 1-1,1-1 1,0 1-1,0-1 1,-1 0-1,1 0 1,0 0-1,-1 0 1,1 0-1,0 0 1,-1 0-1,0-1 1,1 1-1,-1 0 1,0-1-1,0 1 1,1-1-1,-1 1 1,0-1-1,-1 0 1,2 0-89,5-16-4724,-6 7-1409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158 143 6147,'0'0'2697,"-10"29"-1315,1-3-1115,-2 5 251,2-1 0,0 2 0,3-1 0,0 1 0,0 23-518,4-33 276,-1 30 303,2-1 0,2 1 1,3 14-580,-2-52 45,0 0 0,1 0 0,0 0 0,1-1 0,0 0 0,1 1 0,1-2 0,0 1 0,1-1 0,0 0 0,1 0 0,0-1 0,1 0 0,4 4-45,-7-9-7,0-1 0,0 0 1,0-1-1,1 1 0,0-1 0,-1-1 0,1 1 0,1-1 0,-1-1 0,0 1 1,1-1-1,-1 0 0,1-1 0,0 0 0,-1 0 0,1 0 0,0-1 0,0-1 1,-1 1-1,1-1 0,0 0 0,-1-1 0,1 0 0,3-1 7,3-2-5,-1 0-1,1-1 1,-1-1 0,-1 0-1,1 0 1,-1-1 0,-1-1-1,0 0 1,0-1-1,0 0 1,-1 0 0,5-9 5,-2 2-31,-1-1 1,-1 0 0,-1-1-1,0 0 1,-1-1 0,-2 0-1,0 0 1,-1-1 0,2-12 30,0-14-95,-3 0 0,-1-1 0,-3-35 95,-2 70 36,-1 0 0,0 0 0,-1 0 0,0 0 0,-1 1 0,0-1 0,-1 1 0,-1 0-1,0 1 1,0-1 0,-1 1 0,-1 0 0,0 1 0,0 0 0,-10-9-36,2 3 132,-1 0 1,0 1-1,-1 1 1,-1 0-1,0 2 0,-1 0 1,0 1-1,-17-6-132,27 13 93,-1 0-1,1 1 0,-1 0 1,1 1-1,-1 0 0,0 1 1,0 0-1,0 0 0,0 1 1,1 1-1,-1 0 0,0 0 1,0 1-1,0 1 1,1 0-1,-1 0 0,1 1 1,0 0-1,0 1 0,1 0 1,-8 5-93,7-3 10,0 1 1,1 0-1,0 1 1,1 0-1,0 0 1,0 1-1,1 0 1,1 0 0,-1 0-1,2 1 1,-1 0-1,1 1 1,1-1-1,0 1 1,1-1-1,0 1 1,1 0-1,0 1 1,0 4-11,0 10-399,1 0 0,1 0 1,4 24 398,-3-41-406,0 0 0,1-1 0,1 1 0,0-1 0,0 1 0,1-1 1,0 0-1,0 0 0,1 0 0,0-1 0,1 0 0,0 0 406,43 43-5616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6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8244,'0'0'528,"0"0"128,0 0 1105,0 171-96,0-116-913,3-3-208,4-6 97,-7-3-161,4-3-192,-1-10-128,0-5-160,4-13-256,3-9-752,4-3-1634,6 0-1279,7-25-2066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6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9220,'0'0'592,"0"0"-34,0 0 632,0 0 147,0 0-844,22 7-343,-14-4-132,1 1 6,0 0 0,0-1 0,0-1 0,1 1-1,-1-1 1,1-1 0,0 0 0,-1 0 0,1-1 0,0 0-1,-1-1 1,1 0 0,0-1 0,-1 0 0,0 0 0,7-3-24,11-6 33,-12 4 76,1 1 0,0 0 1,0 1-1,0 1 0,0 0 0,1 1 0,10 0-109,-25 3 10,0 1-1,-1-1 1,1 0-1,0 1 0,0 0 1,-1-1-1,1 1 0,0 0 1,-1 0-1,1 0 1,0 0-1,-1 0 0,1 0 1,-1 0-1,0 1 1,1-1-1,-1 0 0,0 1 1,0-1-1,0 1 0,0 0 1,0-1-1,0 1 1,-1 0-1,1-1 0,0 1 1,-1 0-1,1 0 1,-1 0-10,11 60 328,-11-56-288,6 117 828,-6 1 1,-7 19-869,0 86 469,7-2 804,0-227-1791,0 0-779,0-21-4508,0-10 1083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7.1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71 1745,'0'0'7235,"0"0"-5602,0 0-160,0 0 127,0 0-751,0 0-305,248 0 112,-170-6-416,-10-6-64,-17 2-160,-21 1-32,-6 3-240,-3 0-656,-1 0-1169,4-3-2817,6 3-3106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7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9316,'0'0'1201,"0"0"-259,0 0 151,0 0-103,29 0-472,199-1 101,-198 1-410,0-2 0,0-2 0,-1 0 1,1-2-1,-1-1 0,0-1 0,0-3-209,-58 8-3521,6 3-1690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09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0 1056,'0'0'1057,"0"0"368,0 0-1,0 0-148,0 0-76,0 0-34,0 0 187,-26 10 5439,28-9-6782,-1 0 0,1 0 0,0-1 0,0 1 0,0 0-1,0-1 1,0 1 0,0-1 0,0 0 0,0 0 0,0 1 0,1-1 0,-1-1 0,0 1 0,1 0-10,10 0 43,500 7 238,-324-8-9123,-195 1 6467,-4 3-541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22.7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912 15 3201,'0'0'1332,"0"0"-238,0 0 181,0 0-157,0 0-483,0 0-131,-17-2 3,-45-4 1739,-27 2-2246,16 3 707,26-1-497,-1 2 0,0 2 1,1 3-1,0 1 0,-28 8-210,68-12 12,-44 12 11,0 3 1,-32 14-24,70-25 10,0 0 0,1 1 1,-1 0-1,1 1 0,1 1 0,-1-1 1,1 2-1,1 0 0,0 0 0,0 1 0,1 0 1,-3 5-11,8-5-9,1-1 0,0 1 0,0 0 0,1 0 0,0 0 0,1 0 0,1 0-1,0 0 1,0 1 0,1-1 0,1 4 9,-1 24 145,0-31-145,-1 0 0,1 1 0,1-1-1,0 0 1,0 0 0,0 0 0,1 0 0,0 0 0,1-1-1,0 1 1,0-1 0,0 0 0,1 0 0,0 0 0,0-1 0,1 0-1,3 3 1,45 55 27,4-3-1,29 23-26,-61-62 10,1 0 1,1-2-1,1-2 1,0 0-1,1-2 0,1-1 1,13 3-11,0-4 2,1-2 0,-1-1-1,2-3 1,-1-2 0,1-2 0,0-1 0,7-3-2,-46-1 14,-1 0 0,1-1-1,0 1 1,0-1 0,-1-1-1,0 1 1,1-1 0,-1 0 0,0 0-1,0-1 1,0 0 0,-1 0-1,0 0 1,1-1 0,-1 0 0,-1 0-1,1 0 1,-1-1 0,0 1-1,3-7-13,7-9 66,-1-1-1,-1-1 0,-2 0 0,0-1 0,1-4-65,-5 2 80,-1-1-1,-1 0 1,-1 1-1,-2-1 1,0 0-1,-2 0 1,-2-9-80,1-40 241,2 74-231,0-11 26,1 1 0,-2-1 0,0 1 0,0 0 0,-1-1 0,-1 1 0,0 0 0,0 0 0,-5-10-36,-2 2 85,0 0 0,-2 1 0,0 0 0,-1 1 0,-1 0 0,0 1 0,-8-6-85,12 15 56,1-1-1,-1 2 1,-1-1 0,1 1 0,-1 1 0,0 0-1,-1 0 1,0 1 0,0 1 0,0 0 0,0 1-1,0 0 1,-12-1-56,-40-1-130,-1 4 0,-12 2 130,-7 1-6362,69-2 589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26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377 1 208,'0'0'926,"0"0"-171,0 0 27,0 0-190,0 0-107,0 0 121,0 0 298,0 0 257,0 0 405,0 0 75,0 0-78,0 0-197,0 0-352,0 0-446,0 3-301,21 684 2169,-21-639-2168,1 21-37,-3 0 1,-3 0 0,-6 21-232,10-89-22,1 1 1,-1 0-1,1 0 0,-1-1 1,0 1-1,1-1 0,-1 1 1,0-1-1,0 1 1,0-1-1,0 1 0,-1-1 1,1 0-1,0 1 1,0-1-1,-1 0 0,1 0 1,-1 0-1,1 0 0,-1 0 1,1-1-1,-1 1 1,0 0-1,1-1 0,-1 1 1,0-1-1,0 0 1,-1 1 21,-7 0-108,0 0 1,0-1 0,0 0 0,1-1 0,-2 0 107,-15-1-134,23 2 114,-77 0-334,-52-8 354,91 7 760,39 1-247,2 0-78,0 0-126,10 0-157,440-15-16,-303 15-5,-146 0-104,-1 0-17,0 0-47,10-8-3181,-2-9-1245,5-4-3645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27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68 178 6259,'0'0'1043,"0"0"558,0 0-59,0 0-462,0 0-418,8-19 1563,1 6-2187,0 1 0,1 1 0,0-1-1,0 1 1,1 1 0,1 0 0,0 1 0,0 0 0,1 0 0,0 2 0,0-1 0,1 2-1,0 0 1,0 0 0,1 2 0,-1-1 0,1 2 0,0 0 0,0 1 0,13 0-38,-25 2-7,0 1 0,0 0 0,0 0 0,0 0 0,0 0 0,0 1 0,0-1 0,0 1 0,-1 0 0,1 0 0,-1 0 0,1 0 0,-1 0 0,0 0 0,1 1 0,-1-1 0,-1 1 0,1 0 0,0-1 0,0 1 0,-1 0 0,0 0 0,0 0 1,1 0-1,-2 0 0,1 1 7,4 10-16,-1 0 0,0 1 1,-1-1-1,-1 1 1,0 6 15,1-4 9,-2 0 1,-1 0 0,0 0-1,-1-1 1,0 1-1,-2 0 1,0 0 0,-1-1-1,0 1 1,-1-1-1,-1 0 1,-1-1 0,0 1-1,-1-1 1,-4 4-10,-2 2 67,0-1-1,-2 0 1,-1 0 0,0-2 0,-17 14-67,26-25 94,0 0 1,-1-1 0,0 0-1,0 0 1,0-1 0,-1 0-1,0-1 1,0 0 0,0-1 0,0 0-1,-1 0 1,1-1 0,-1 0-1,-10 0-94,15-2 62,1 0-1,0 0 1,-1-1-1,1 1 0,0-1 1,-1 0-1,1 0 1,0-1-1,0 0 0,0 0 1,-3-2-62,5 2-2,0 0 1,0-1-1,1 1 1,-1-1 0,1 0-1,-1 0 1,1 0-1,0 0 1,0 0-1,0-1 1,1 1 0,-1 0-1,1-1 1,0 0-1,0 1 1,0-1-1,0-1 2,-5-39-55,5 43 49,1 0 0,0-1-1,0 1 1,0 0 0,0-1 0,0 1 0,0-1 0,0 1 0,0 0 0,0-1 0,1 1 0,-1 0 0,0 0-1,1-1 1,-1 1 0,1 0 0,0 0 0,-1-1 0,1 1 0,0 0 0,0 0 0,-1 0 0,1 0 0,0 0 0,0 0-1,0 0 1,0 1 0,1-1 0,-1 0 6,10-1-29,1 0 0,-1 1 0,0 0-1,1 1 1,-1 1 0,1-1 0,-1 2 0,1 0-1,-1 0 1,0 1 0,0 0 0,0 1 0,-1 0 0,1 1-1,-1 0 1,0 1 0,0 0 29,7 5-7,0 0 0,1-1 1,0-1-1,0 0 0,1-1 0,1-2 1,-1 1-1,1-2 0,0-1 0,0-1 0,0 0 1,0-2-1,8 0 7,-11 0 13,-1-2 0,1 0-1,-1-1 1,0 0 0,0-2 0,0 0 0,0 0 0,0-2-13,-6 2 7,0-1 1,-1-1 0,0 1-1,0-1 1,0-1 0,-1 0-1,0 0 1,0 0 0,-1-1-1,0-1 1,-1 1 0,6-9-8,-8 10-144,0 1 0,0 0 1,-1-1-1,0 0 0,-1 0 0,1-2 144,2-27-5316,-5 23-47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28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81 704,'0'0'5117,"0"0"-3022,0 0-332,0 0-304,0 0-535,0-9 1450,0 16-2132,0 6 88,0 1 0,0-1 0,2 1 0,0 0 0,0-1 0,4 10-330,-5-20-5,0 1 0,1-1 0,-1 0 0,1 0 0,0 0 0,0 0 0,0 0 0,0 0 0,0 0 1,1-1-1,-1 1 0,1-1 0,0 0 0,0 0 0,0 0 0,0 0 0,0 0 0,0-1 0,0 1 0,0-1 0,1 0 0,-1 0 0,0 0 0,1 0 0,-1-1 0,1 1 0,-1-1 0,1 0 0,3 0 5,-5 0-14,0 0 0,1 0 0,-1 0 0,1-1 0,-1 1-1,0 0 1,1-1 0,-1 0 0,0 1 0,1-1 0,-1 0 0,0 0-1,0-1 1,0 1 0,0 0 0,0-1 0,0 1 0,0-1 0,-1 1-1,1-1 1,0 0 0,-1 0 14,2-3 2,0 0 1,-1 0-1,0 0 0,0 0 0,0-1 1,-1 1-1,0 0 0,0-1 0,0-3-2,2-3 20,-2 0 0,1 0 0,-2-1 0,0 1 0,0 0 0,-1-1 0,-2-6-20,3 16 27,-1 0 0,0 0 1,0 0-1,-1 0 0,1 0 0,0 1 1,-1-1-1,0 0 0,1 1 1,-1 0-1,0-1 0,0 1 1,0 0-1,-1 0 0,1 0 1,-1 0-1,1 0 0,-1 1 1,1-1-1,-1 1 0,0-1 0,0 1 1,0 0-1,1 0 0,-1 1 1,0-1-1,0 1 0,0-1 1,-1 1-1,1 0 0,0 0 1,0 0-1,0 0-27,-1 0 3,-1 0 1,1 1-1,-1-1 0,1 1 0,-1 0 1,1 0-1,0 0 0,-1 1 1,1 0-1,0 0 0,0 0 1,0 0-1,0 0 0,1 1 1,-1-1-1,1 1 0,-1 0 1,1 0-1,0 1 0,0-1 0,0 1 1,1-1-1,-1 1 0,1 0 1,0 0-1,0 0 0,0 0 1,0 1-1,1 0-3,-4 6-43,1 1 1,0 0-1,1 0 0,1 1 1,0-1-1,0 1 0,1-1 0,1 1 1,0-1-1,1 4 43,0-14-39,-1 0-1,1-1 1,-1 1-1,1 0 1,0 0-1,0-1 1,-1 1-1,1-1 1,0 1-1,1-1 1,-1 1-1,0-1 1,0 0-1,1 1 1,-1-1-1,0 0 1,1 0-1,-1 0 1,1 0-1,0 0 1,-1 0-1,1-1 1,0 1-1,-1-1 1,1 1-1,0-1 1,0 1-1,0-1 1,-1 0-1,1 0 1,1 0 39,65 1-1205,-62-2 1097,-3 1 135,-1-1 0,0 1 0,1-1 0,-1 0 0,0 0 0,0 0 0,0 0 0,1 0 1,-1-1-1,-1 1 0,1-1 0,0 1 0,0-1 0,0 0 0,-1 1 0,1-1 0,-1 0 0,0 0 0,1 0 0,-1 0 0,0 0 0,0-1 1,0 1-1,0 0 0,-1 0 0,1-1 0,-1 1 0,1-1 0,-1 1 0,0 0 0,0-1 0,0 1 0,0-1 0,0 0-27,0 2 425,-7 0 247,-4 2-7593,5-1 2311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29.6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 2689,'0'0'1553,"0"0"-67,0 0-56,0 0-171,0 0-240,-13 7 399,11-5 5168,438-2-6122,-436 0-507,0 1-1,0-1 0,0 0 1,0 0-1,0 1 0,0-1 1,0 0-1,0 0 0,0 1 1,0-1-1,0 0 0,0 1 1,0-1-1,0 0 0,0 0 1,0 1-1,0-1 1,0 0-1,0 1 0,0-1 1,0 0-1,0 0 0,0 1 1,-1-1-1,1 0 0,0 0 1,0 1-1,0-1 0,-1 0 1,1 0-1,0 0 0,0 1 1,0-1-1,-1 0 0,1 0 1,0 0 43,-21 4-76,1 0 1,-1-2-1,0 0 1,0-2-1,0 0 1,-13-2 75,9 0 7,0 1 0,0 2 0,0 0 1,-17 4-8,34-3-4,1 1 1,0-1-1,0 1 0,1 0 1,-1 1-1,0-1 1,1 2-1,0-1 1,0 0-1,0 1 1,1 0-1,-1 1 0,1-1 1,1 1-1,-1 0 1,1 0-1,0 0 1,0 1-1,0-1 1,1 1-1,0 0 0,1 0 1,0 0-1,0 1 1,-1 3 3,-3 21-34,0 1 0,2 0 0,2 0 0,1 0 0,2 1 34,-2-29-22,1 1 0,1-1-1,-1 1 1,1-1 0,0 0 0,0 1 0,1-1 0,-1 0 0,1 0 0,0 0 0,1 0-1,-1 0 1,1 0 0,0-1 0,0 1 0,1-1 0,1 2 22,2 0-42,-1-1-1,1 0 1,0 0 0,0-1 0,0 0 0,1-1-1,0 1 1,0-1 0,-1 0 0,2-1-1,0 0 43,21 4-165,1-1 0,-1-1-1,5-2 166,-13-1-110,1 1 0,0 1 1,-1 1-1,0 1 0,0 1 0,10 4 110,-28-8-31,0 0-1,0 0 1,0 1-1,-1-1 1,1 1-1,-1 0 1,0 0-1,0 0 1,0 0-1,0 0 1,0 1-1,-1 0 1,0-1-1,1 1 1,-2 0-1,1 0 1,0 0-1,-1 0 1,1 0-1,-1 0 1,0 1-1,-1-1 1,1 0-1,-1 0 1,1 1-1,-1-1 1,-1 1 31,1 2 15,0 1 1,-1-1-1,-1 0 1,1 1-1,-1-1 0,0 0 1,0 0-1,-1 0 1,0 0-1,-1 0 1,1-1-1,-1 1 0,0-1 1,-1 0-1,0 0-15,-5 5 149,0 0 1,-1-1-1,0 0 0,-1-1 0,0 0 0,0-1 0,-1-1 0,0 1 0,0-2 1,-1 0-1,0-1 0,0 0 0,0-1 0,0-1 0,-1 0 0,0-1 0,1 0 0,-1-1 1,-6-1-150,5 1 232,11-1-218,1 1 1,-1-1-1,1 1 0,-1-1 0,0 0 1,1-1-1,-1 1 0,1-1 0,-1 0 1,1 0-1,-1-1 0,1 1 1,0-1-1,-4-1-14,7-7-4333,1 1-544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30.0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0 9220,'0'0'496,"0"0"273,-72 156 1088,66-110-657,6-4-1136,0-5-64,0-9-992,0-10-1697,0-15-1537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30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457 119 1777,'0'0'4188,"0"0"-3176,0 0-548,0 0 309,0 0-175,13 0-347,71 0 354,-83 0-531,0-1-1,0 0 1,0 1-1,0-1 1,0 0-1,0 0 1,-1 0-1,1 0 1,0 0-1,0 0 1,-1 0-1,1 0 1,-1 0-1,1-1 1,-1 1-1,1 0 1,-1 0-1,0 0 1,0-1-1,1 1 0,-1 0 1,0 0-1,0-1 1,0 1-1,0 0 1,0 0-1,-1 0 1,1-1-74,0-2 103,0 1 0,0-1 0,0 0 0,-1 1-1,1-1 1,-1 1 0,0-1 0,0 1 0,0 0 0,-2-4-103,-1 3 61,0 0-1,0 1 1,0-1-1,0 1 1,-1 0-1,1 0 1,-1 1-1,0-1 1,0 1-1,0 0 1,0 0-1,0 1 1,0-1-1,0 1 1,-4 0-61,-15-2 150,1 1 1,0 1-1,-2 1-150,23 0 4,-6 1 33,0 0 0,1 0 0,-1 1 1,0 0-1,1 1 0,-1-1 0,1 2 0,0-1 0,0 1 0,0 0 0,0 0 0,1 0 0,-1 1 0,1 0 0,-1 2-37,-18 17 146,2 0 1,-20 28-147,22-26 98,1 2 1,2 0-1,0 1 0,2 0 1,2 1-1,0 1 1,2 1-1,2 0 0,1 0 1,1 1-1,1 0 1,3 0-1,0 0 0,2 1 1,2-1-1,1 1 1,2 10-99,-1-32 19,0 1 0,0-1 0,1 0 0,1 0 1,0 0-1,1 0 0,0-1 0,0 0 0,1 0 0,1 0 1,0 0-1,1-1 0,0-1 0,0 1 0,1-1 1,0-1-1,0 1 0,1-2 0,0 1 0,1-1 1,0-1-1,1 0-19,8 4-32,1-1 0,1-1 0,-1-1 0,1 0 1,1-2-1,-1-1 0,1-1 0,0 0 0,-1-2 0,1-1 1,18-2 31,-34 1 4,0 0 1,0 0 0,-1 0-1,1-1 1,0-1 0,-1 1-1,1-1 1,-1 0 0,1 0-1,-1-1 1,0 1 0,-1-2-1,1 1 1,-1 0 0,0-1-1,0 0 1,0 0 0,-1-1-1,1 1 1,-1-1 0,-1 0-1,1 0 1,-1-1 0,0 1-1,0-1 1,-1 1 0,0-2-5,5-15 47,-1 0 1,-2 0-1,0 0 1,-2-1-1,0 1 1,-2-1 0,-1-12-48,1 33 7,0 1 1,0-1 0,-1 0-1,0 0 1,1 0 0,-1 0-1,0 1 1,0-1 0,0 0-1,-1 1 1,1-1 0,-1 1-1,1-1 1,-1 1 0,0 0-1,0 0 1,0 0 0,0 0-1,0 0 1,0 0 0,-2-1-8,-2 0 15,1 0 1,-1 1 0,0-1 0,0 1-1,0 0 1,0 1 0,0-1-1,0 1 1,0 1 0,-2-1-16,-8 0 44,1 1 0,-1 1 1,1 0-1,0 1 0,-1 0 0,1 2 1,0-1-1,-5 4-44,2 1 94,1 0 1,0 1 0,0 1-1,1 1 1,0 1 0,-12 11-95,22-18-19,0 0 0,0 0 0,0 1 0,1 0 0,0 1 0,0-1 0,1 1 0,-1 0 0,1 0 0,1 0 0,0 1 0,0-1 0,0 1 0,1 0 0,0-1 0,0 1 0,0 5 19,2-9-177,0-3 39,0 0-1,0-1 1,0 1-1,0 0 1,-1 0-1,1 0 1,1 0-1,-1 0 1,0 0-1,0 0 1,0 0-1,0-1 1,1 1-1,-1 0 1,0 0-1,1 0 1,-1 0-1,0-1 1,1 1-1,-1 0 1,1 0-1,0-1 1,-1 1 0,1 0-1,-1-1 1,1 1-1,0-1 1,0 1-1,-1-1 1,1 1-1,0-1 1,0 1-1,0-1 1,-1 0-1,1 1 1,0-1-1,0 0 139,38 2-6432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32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71 10389,'0'0'309,"0"0"332,0 0 668,0 0-340,0 0-700,17-1-181,231-10 386,-77 5 1099,4-7-1573,-163 12 25,-1-1 1,0 0 0,0 0-1,0-1 1,3-2-26,-12 1-6239,-8-1 3772,-9-1-187,-19-3-2135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32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6787,'0'0'918,"0"0"-72,0 0 490,0 0-341,0 0-552,5 0-309,73-4 494,0 3 0,9 4-628,-30 1 582,-1-3 0,0-2 0,0-3 1,0-2-1,25-8-582,-59 5 561,11-2 1223,-33 11-1645,0 0-62,0 0-154,0 0-252,0 0-362,4 0-3647,12 0 257,12 0-2445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33.1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89 433 464,'0'0'3055,"0"0"-1620,0 0 9,0 0-86,0 0-281,-6 25-95,-2 3-637,1-6-3,1 0 0,2 0 0,0 1 0,1-1-1,1 19-341,1-17 433,0 0-1,2 0 0,1 0 0,2 0 0,0 0 0,2 6-432,-3-20 99,1-1-1,-1 0 0,2 1 1,-1-2-1,1 1 1,1 0-1,-1-1 0,2 0 1,-1 0-1,1-1 1,0 1-1,0-2 0,1 1 1,0-1-1,0 0 1,5 2-99,0-1 69,0-1 0,0 0 0,1-1 0,0 0 0,0-1 0,0 0 0,0-2 1,15 2-70,20 0 219,0-3 1,1-2-220,-40 1 27,13-1 26,0-2 0,-1 0 1,1-1-1,-1-1 0,0-1 0,0-1 1,-1-1-1,0-1 0,0-1 1,-1-1-1,0-1-53,-7 5 23,-1-1 0,0-1-1,-1 0 1,0 0 0,-1-1 0,0 0 0,0-1 0,-1 0 0,0-1 0,-1 0-1,-1 0 1,0-1 0,0 0 0,-1 0 0,-1 0 0,0-1 0,-1 0 0,0-1-23,4-50 72,-3-1 1,-3 0 0,-3 0-1,-4-21-72,4 66-5,-1 1 0,-1 0-1,-1 0 1,0 0 0,-2 1-1,0-1 1,-1 1 0,-1 1-1,-2-2 6,4 10-18,0 0-1,-1 0 0,0 1 1,0-1-1,-1 2 0,-1-1 1,1 1-1,-1 1 0,-1-1 1,1 1-1,-1 1 0,0 0 1,-1 0-1,1 1 0,-1 1 1,-3-1 18,-16-3 10,0 2 1,0 1 0,0 2-1,-1 1 1,1 1 0,-1 1-1,1 2 1,-8 2-11,26-2 7,0 0 0,0 0 1,1 1-1,-1 0 0,0 1 0,1 1 1,0 0-1,0 0 0,0 1 0,1 0 1,0 1-1,-1 1-7,-4 4 22,1 1-1,0 1 1,2 0 0,-1 0-1,2 1 1,0 1 0,-4 8-22,-8 17 72,3 2-1,2 0 1,1 1 0,2 1 0,-7 42-72,18-42-49,-1 11-239,5-53-48,-1-1 1,1 1-1,-1-1 1,1 1-1,-1-1 1,0 1 0,0-1-1,-1 0 1,1 1-1,0-1 1,-1 0-1,1 0 1,-1 0-1,0 0 1,1 0 0,-3 1 335,-11 4-5646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53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 0 272,'0'0'881,"0"0"199,0 0 105,0 0 119,0 0 83,0 0-26,0 0-120,0 0-140,0 0-55,0 0-107,-7 2 5346,4 5-5737,-13 272-670,1 5 276,17-157-181,0-23-37,-8 77 64,-5-111 48,-2-1 0,-17 49-48,10-42-32,-10 72 32,30-147-1,-6 46 16,1 0 1,3 6-16,2-52 2,0-1-20,0 0 44,0 0 25,0 0 104,0 0 2,0-15 14,4-27-245,1 1 0,2-1 0,2 1 0,2 1 1,2 0-1,9-19 74,16-55-101,74-211-29,-102 298 126,-4 10-21,9-22 244,-2-1 1,0-7-220,-12 44 3,1-1 1,-1 1-1,1 0 1,0-1 0,0 1-1,0 0 1,0 0-1,0 0 1,1 1 0,0-1-1,-1 0 1,1 1-1,0 0 1,1-1-4,51-32-27,-38 25 70,-6 3-59,1 1-1,-1 0 0,1 1 0,0 0 1,0 0-1,0 1 0,1 1 0,0 0 1,-1 1-1,1 1 0,7-1 17,-19 3-12,0-1 1,1 0-1,-1 1 0,1-1 0,-1 1 0,0-1 0,0 1 1,1 0-1,-1 0 0,0 0 0,0-1 0,0 1 0,0 0 0,0 0 1,0 0-1,0 1 0,0-1 0,0 0 0,0 0 0,-1 0 1,1 1-1,0-1 0,-1 0 0,1 1 0,-1-1 0,0 1 1,1-1-1,-1 0 0,0 1 0,0-1 0,0 2 12,3 54-113,-3-47 81,0-1 9,0 0 0,0 0 1,-1 0-1,0 0 0,-1 0 0,0 0 0,0 0 1,-1 0-1,0-1 0,-1 1 0,0-1 0,0 0 1,0 0-1,-1 0 0,-1-1 0,1 0 0,-1 0 0,0 0 1,-1-1-1,0 1 23,-35 36-24,-3-1 1,-1-3-1,-2-1 1,-1-3-1,-25 12 24,63-40-48,0 0 0,0 1 0,1 1 0,0 0 0,0 0 0,1 1 0,-3 4 48,11-11-19,0-1-1,1 1 0,-1 0 1,1 0-1,0 0 1,0 0-1,0 0 0,0-1 1,0 1-1,0 0 1,1 0-1,-1 0 0,1 0 1,0-1-1,0 1 1,0 0-1,0-1 0,1 1 1,-1-1-1,1 1 1,-1-1-1,1 1 0,0-1 20,8 7 65,0-1 0,0 0-1,1-1 1,0 0-1,1-1 1,-1 0-1,1-1 1,0 0-1,1 0 1,-1-2 0,8 2-65,55 22 229,-56-18-203,0 0 0,0 2 0,-2 0 1,1 1-1,-1 1 0,-1 0 0,0 2 1,-1 0-1,-1 0 0,0 1 0,-1 1 1,-1 0-1,0 2-26,-3-12 279,-7-14-2535,-2-11-2861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2:59.6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35 130 848,'0'0'774,"0"0"-264,0 0-174,0 0-43,0 0-130,-2-6-171,2 1 51,0 5-28,0-1-1,0 0 1,0 0-1,-1 0 1,1 0-1,0 0 1,0 0-1,0 0 1,-1 0-1,1 0 1,-1 0-1,1 0 1,0 1-1,-1-1 1,0 0-1,1 0 1,-1 0-1,1 1 1,-1-1-1,0 0 1,0 1-1,1-1 1,-1 1-1,0-1 0,0 1 1,0-1-1,1 1 1,-1-1-1,0 1 1,0 0-1,0-1 1,0 1-1,0 0 1,0 0-1,0 0 1,0 0-1,0 0 1,0 0-1,-1 0-14,-4-7 7985,11 1-3226,6 4-5156,311-21 4101,-94 9-3235,7 0-350,147-14-526,-381 27-5883,-15 1 3657,-24 2-901,-1 5-900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00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463 1 2289,'0'0'2905,"0"0"-1296,0 0-227,0 0 13,0 0-608,-4 16-197,-5 49 846,2 1 0,4-1 1,2 20-1437,1-82 39,0 152 1026,7 0 0,7 1-1065,-7-97 386,-1 60-386,-6-118-3,0 1-1,0-1 0,-1 0 0,1 1 1,-1-1-1,1 0 0,-1 0 0,0 1 1,1-1-1,-1 0 0,0 0 0,0 0 1,0 0-1,0 0 0,0 0 0,0 0 1,0 0-1,0 0 0,0 0 0,0 0 1,0-1-1,-1 1 0,1-1 0,0 1 1,-1-1-1,1 1 0,-2-1 4,-44 10-203,37-8 150,-380 44-254,513-54 825,1-15-224,-42 6-79,0 3 0,0 5 0,36 1-215,-111 8 76,31-6 421,-8-18-5717,-11 7 1711,14-9-3155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01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133 192 3890,'0'0'1067,"0"0"-371,0 0 289,0 0 31,0 0-410,-1-1 6511,8-13-7034,7-3-68,1 1 0,1 0 0,1 1 0,0 1 0,0 0 0,2 1 0,0 1 0,0 1 0,1 1 0,0 0 0,1 2 0,0 0 0,2 1-15,-19 6-5,0 0 0,0 0-1,1 0 1,-1 0 0,0 1-1,1-1 1,-1 1 0,0 0-1,1 1 1,-1-1 0,0 1 0,1 0-1,-1 0 1,0 0 0,0 1-1,0-1 1,0 1 0,0 0-1,0 0 1,0 0 0,0 1 0,-1-1-1,0 1 1,1 0 0,-1 0-1,2 2 6,-1 3-13,1 0-1,-1-1 0,-1 2 1,1-1-1,-1 0 1,-1 1-1,1-1 0,-2 1 1,1 0-1,-1 0 0,0-1 1,-1 9 13,0-14-1,-1 93 38,0-87-24,-1 0-1,0 0 1,0 0 0,0 0-1,-1-1 1,-1 1-1,0-1 1,0 0-1,-3 5-12,-11 15 44,-2-1-1,-1-1 1,-1 0-1,-1-2 1,-1-1-1,-1 0 1,-18 10-44,30-23 61,-1 0 0,0-2 0,-1 0 0,0 0 0,0-1 0,0-1 0,-1-1 0,0 0 0,0-1 0,-1-1 0,1 0 0,-1-1 0,1-1 0,-1-1 0,0 0 0,-4-2-61,20 2 3,-1 0 0,0-1 0,1 1 0,-1-1 1,0 0-1,1 1 0,-1-1 0,1 0 0,-1 0 1,1 0-1,0 0 0,-1 0 0,1 0 0,0-1 1,0 1-1,0 0 0,0-1 0,0 1 0,0 0 1,0-1-1,0 0-3,-2-3 7,2 0 0,-1 1 1,0-1-1,1 0 1,0 0-1,0 0 0,1 0 1,-1-3-8,0 2 4,1 0 0,0 0 0,0 0 0,1 0 0,0 0 1,0 0-1,0 0 0,1 0 0,-1 0 0,1 0 0,1 1 0,-1-1 1,1 1-1,0-1-4,2 2-4,0 0 1,-1 0 0,2 1-1,-1-1 1,0 1 0,1 0-1,-1 1 1,1-1 0,0 1-1,-1 0 1,1 0 0,0 1-1,1 0 1,-1 0 0,0 1-1,0-1 1,2 1 3,2 0-8,0 0-1,0 1 1,0 0-1,-1 0 1,1 1-1,0 0 1,0 1-1,-1 0 1,1 0-1,4 4 9,23 13-50,-24-11 38,1-1 1,0 0-1,1-1 1,-1-1-1,1 0 1,1-1-1,-1 0 1,1-2-1,-1 0 1,8 0 11,-11-2 12,68-3 265,-74 2-239,-1-1 1,1-1-1,0 1 0,-1-1 1,0 0-1,1 0 1,-1 0-1,0-1 0,0 0 1,0 0-1,-1 0 1,3-2-39,5-6 156,-1-1 0,1 0 0,-2-1 0,0 0 0,0 0 0,-1-1 0,-1 0 0,-1-1 0,0 1 0,3-9-156,-7 13-292,0 0 0,-1 0 1,0 0-1,0 0 1,-1 0-1,0-7 292,-1 16-2497,0 1-2617,0 0-2815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01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47 6835,'0'0'2129,"0"0"-731,0 0 35,0 0 119,0 0-810,19 2-134,105 6 814,0-4 0,22-7-1422,-132 1-325,1-1-1,-1 0 0,0-1 0,0 0 0,-1-1 0,1-1 0,4-2 326,-18 7-123,0 1-1,0 0 0,0 0 1,0 0-1,0-1 1,0 1-1,0 0 0,1 0 1,-1 0-1,0-1 1,0 1-1,0 0 0,0 0 1,0 0-1,0-1 1,0 1-1,-1 0 0,1 0 1,0 0-1,0-1 1,0 1-1,0 0 0,0 0 1,0 0-1,0-1 1,0 1-1,0 0 0,0 0 1,-1 0-1,1 0 0,0 0 1,0-1-1,0 1 1,0 0-1,-1 0 0,1 0 1,0 0-1,0 0 1,0 0-1,-1 0 0,1 0 1,0-1-1,0 1 1,0 0-1,-1 0 0,1 0 1,0 0-1,0 0 1,0 0-1,-1 0 0,1 0 1,0 0-1,0 0 124,-16-6-2573,-23-2-3563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01.9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5715,'0'0'4546,"0"0"-2351,0 0-663,0 0 44,0 0-997,29 0-82,189 0 709,-1 0 277,-216 0-1128,-1 0 114,0 0 3,0 0-130,0 0-161,0 0-45,0 0-96,0 0-93,0 0-80,0 0-46,0 0-227,0 0-90,0 0-93,0 0 114,0 0 91,0 0 122,0 0 115,0 0 83,0 0 19,0 0 13,0 0 19,0 0 39,0 0 62,0 0-8,0 0 19,0 0-38,0 0-98,0 0-80,-21 1-4208,2 3-816,1-3-3351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1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26 3922,'0'0'2612,"0"0"-1108,0 0 295,0 0-44,0 0-242,0 0-179,0 0-174,-11 3 1239,65-7-468,-10-4-1338,-18 3-532,1 0-1,-1 2 1,1 1 0,0 1 0,0 1 0,18 3-61,-42-2-24,0-1 0,0 1 0,-1 0 0,1 0 0,0 0 0,-1 0 0,1 0 0,-1 1 0,1-1 0,-1 1 0,0 0 0,0-1 0,0 1 0,0 0 0,0 0 0,0 1-1,0-1 1,0 0 0,-1 1 0,1 0 24,1 3-41,-1 0-1,1 0 0,-1 0 0,-1 0 0,1 0 0,-1 0 0,0 1 0,-1-1 1,1 5 41,-1 1-24,-1 1 1,0 0 0,0 0 0,-1 0 0,-1-1 0,0 1 0,-1-1 0,-1 0 0,-3 8 23,-3-1 8,-1-1 0,0 0 0,-1-1 0,-1 0 0,-1-1 0,-1-1-1,0 0 1,0-2 0,-13 9-8,15-13 5,0 1 1,-1-2-1,0 0 0,-1-1 0,1 0 0,-1-2 1,0 0-1,-1 0 0,1-1 0,-1-2 1,0 1-1,-12-1-5,28-2-7,-1-1 0,1 1 0,-1 0 0,0-1 0,1 1 0,-1-1 0,1 1 0,-1-1 0,1 0 0,0 0 0,-1 0 0,1 0 0,0 0 0,-1 0 0,1 0 0,0 0 0,0 0 0,0 0 0,0-1 1,0 1-1,0 0 0,1-1 0,-1 1 0,0-1 0,1 1 0,-1-1 0,1 1 0,-1-1 0,1 1 0,0-1 0,-1 0 0,1 1 0,0-1 0,0 0 0,0 0 7,0-1-25,0 0 0,0 0 1,0-1-1,1 1 0,-1 0 0,1 0 0,-1 0 1,1-1-1,0 1 0,0 0 0,1 0 0,-1 0 1,1 1-1,-1-1 0,1 0 0,0 0 0,0 1 1,0-1-1,0 1 25,5-3-6,1 0-1,-1 1 1,1 0 0,-1 0-1,1 0 1,0 1 0,0 0 0,1 1-1,-1 0 1,1 0 0,7 0 6,19-1 0,0 2 1,13 1-1,-19 0-18,-12 0-25,1 1 0,-1 0 0,0 2 0,0 0 0,0 0 0,0 2 0,-1 0 0,0 1 0,0 1 0,11 6 43,-20-9-28,0 0 1,0 0-1,-1 1 1,0 0-1,0 0 0,0 1 1,-1 0-1,0 0 0,0 0 1,0 1-1,-1-1 0,0 1 1,0 0-1,0 0 0,-1 1 1,0-1-1,-1 1 0,0-1 1,0 1-1,-1 0 1,1 0-1,-2 0 0,1 0 1,-1 1 27,0-3 5,-1-1 0,1 0 1,-1 1-1,0-1 1,-1 0-1,1 0 0,-1 0 1,0 0-1,0 0 0,-1 0 1,0-1-1,1 1 1,-1-1-1,-1 1 0,0 0-5,-4 3 53,0 0 0,0 0 0,-1-1 0,0 0 0,-1-1 0,1 0-1,-7 3-52,-4 1 175,-1-1 0,-1-1-1,1 0 1,-1-2-1,-1-1 1,1 0-1,-11-1-174,-48 1 606,-30-5-606,49 0-88,61 0-146,1 1 1,-1-1 0,0 1-1,0 0 1,0 0-1,1-1 1,-1 1-1,0 0 1,0 0-1,1 0 1,-1 0-1,1 0 1,-1 0-1,1 0 1,0 0-1,-1 0 1,1 0-1,0 0 1,-1 0-1,1 0 1,0 0-1,0 0 1,0 0-1,0 1 1,0-1-1,0 0 1,1 0 0,-1 1 233,0-1-829,0 12-6615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1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4082,'0'0'5362,"0"0"-4577,0 0 1664,-13 162-880,13-128-1169,0-4-400,0-8-48,0-10-945,0-12-1536,0 0-1713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2.1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56 6915,'0'0'1558,"0"0"214,0 0 277,0 0-924,0 0-383,0 0-696,-1 0 0,1 0-1,0 0 1,-1-1 0,1 1-1,0 0 1,0 0 0,-1 0 0,1-1-1,0 1 1,0 0 0,-1-1-1,1 1 1,0 0 0,0 0 0,-1-1-1,1 1 1,0 0 0,0-1-1,0 1 1,0 0 0,0-1-1,0 1 1,0 0 0,-1-1 0,1 1-1,0 0 1,0-1 0,0 1-1,0-1-45,4-1 112,-1 0 0,0 0 0,1 0 0,-1 1-1,1-1 1,0 1 0,0 0 0,-1 0-1,1 0 1,0 0 0,1 1-112,3-2 131,48-9 322,1 3 0,0 3 0,0 2 0,14 2-453,-67 1-1,1 0 0,-1 0 1,0 0-1,0 1 1,0 0-1,1-1 0,-1 1 1,0 1-1,0-1 1,0 1-1,0-1 1,1 3 0,-2-3-14,-1 1 0,0 0 1,0 0-1,0 1 0,0-1 1,-1 0-1,1 1 0,-1-1 1,1 1-1,-1-1 0,0 1 0,0 0 1,0-1-1,0 1 0,0 0 1,-1 0-1,1 0 0,-1 0 1,0 1 13,1 5-34,-1 1-1,1 0 1,-2 0 0,0-1 0,0 1-1,-1 0 1,0-1 0,0 0 0,-1 1 0,0-1-1,-1 0 1,0 0 0,0-1 0,-1 1 0,-6 6 34,-3 4-21,-1-2 0,0 0 0,-2 0 1,0-2-1,0 0 0,-7 3 21,16-11-20,-1 0 0,1-1 0,-1 1-1,-1-2 1,1 1 0,-1-1 0,0-1 0,0 0-1,0 0 1,-1-1 0,0 0 0,1-1 0,-1 0-1,-3-1 21,14-1 0,-1 0 0,1 0 0,0 0 0,-1 0 0,1 0 0,-1 0 0,1 0 0,0 0 0,-1-1 0,1 1 0,0 0 0,-1 0 0,1 0 0,0-1 0,-1 1 0,1 0 0,0 0 0,0-1 0,-1 1 0,1 0 0,0-1 0,0 1 0,-1 0 0,1-1 0,0 1 0,0 0 0,0-1 0,0 1 0,0 0 0,-1-1 0,1 1 0,0-1 0,0 1 0,0 0 0,0-1 0,0 1 0,0-1 0,0 1 0,0 0 0,1-1 0,-1 1 0,0 0 0,0-1 0,0 1 0,0-1 0,6-14-56,-1 11 43,0-1-1,0 1 0,0 0 1,1 0-1,0 0 0,0 1 1,0 0-1,0 0 0,0 1 1,0-1-1,1 1 0,-1 1 1,7-2 13,10-1-3,0 0 0,0 2 0,11 0 3,-18 2 6,0-1-1,0 2 1,0 0 0,0 1 0,0 1 0,0 0 0,-1 2 0,15 5-6,-24-8-13,0 1 1,0 0-1,-1 1 1,0 0-1,1 0 1,-1 0-1,-1 0 1,1 1-1,-1-1 1,1 1-1,-1 1 1,-1-1-1,1 0 1,-1 1-1,0 0 1,0 0-1,0 0 1,-1 0-1,0 0 1,-1 0-1,1 1 1,-1-1-1,0 3 13,1 1-18,-1 0 0,0 1 0,-1-1 0,0 0 0,-1 0 0,0 0 0,-2 9 18,2-14 22,-1-1 1,1 1 0,-1 0-1,0-1 1,-1 1-1,1-1 1,-1 0 0,1 0-1,-1 0 1,-1 0-1,1 0 1,0 0-1,-1-1 1,0 0 0,0 0-1,-1 1-22,-6 3 177,-1-1 0,1 0 0,-1 0 0,-1-1 0,1-1-1,-1 0 1,1-1 0,-1 0 0,-11 0-177,-6 0 503,0-2 0,0-1-1,-24-3-502,45 2 158,1-1 0,-1 0-1,1-1 1,-1 0-1,1 0 1,-1-1-158,-30-10-747,13 11-2733,25 3-1522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3.1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70 6307,'0'0'1147,"0"0"30,0 0-92,0 0-217,0 0-97,22 25-35,72 83-205,-86-99-417,0 1 0,-1 1 0,0-1 0,-1 1-1,0 1 1,0-1 0,-1 1 0,-1 0 0,0 0 0,-1 0 0,0 0 0,0 8-114,0-3 210,-2-13-143,4 23 383,-5-20-141,-5-12 68,3 1-374,-6-11-41,0-1 1,0 1-1,2-2 0,0 1 1,1-1-1,0 0 0,2 0 0,0 0 1,0-9 37,2 16 20,1 1 1,0 0 0,0 0 0,1-1 0,0 1-1,1 0 1,0 0 0,1 0 0,0 0 0,0 1-1,0-1 1,5-5-21,-4 8 4,0 0 0,1 1 1,-1 0-1,1 0 0,1 0 0,-1 1 0,1 0 0,-1 0 0,1 0 1,1 0-1,-1 1 0,0 0 0,1 0 0,-1 1 0,1 0 1,0 0-1,0 1-4,11-3 11,0 2 1,0 0-1,0 1 1,0 0-1,6 2-11,5 0 41,-24-1-40,1 0-1,-1 1 1,1 0-1,-1 0 1,1 1-1,-1-1 1,0 1-1,1 0 1,-1 1-1,0-1 1,-1 1-1,1 0 1,3 3-1,1 1-6,0 1 0,-1 0 0,0 0-1,0 1 1,-1 0 0,5 9 6,1 1 1,-2 2-1,0 0 1,-2 0 0,0 1-1,-1 0 1,3 16-1,0 58-317,-9-75-161,-4-61 387,1 19 97,-1-5-74,1 0 0,1 1 1,2-1-1,1-1 68,-2 18-16,1 1 0,0 0 1,1 0-1,0-1 0,0 1 0,0 1 1,1-1-1,1 1 0,-1-1 0,1 1 1,0 0-1,1 1 0,0-1 0,0 1 16,6-5-12,0 1-1,0 0 0,1 1 1,1 1-1,-1 0 0,1 0 1,1 2-1,-1 0 0,1 0 1,0 1-1,1 1 0,-1 1 1,1 0-1,-1 1 0,1 0 1,0 2-1,0 0 0,-1 0 1,1 2-1,14 2 13,-26-3 2,0 1 1,0-1-1,0 1 0,0 0 1,0 0-1,-1 1 0,1-1 0,-1 1 1,1-1-1,-1 1 0,0 0 1,0 1-1,0-1 0,-1 0 1,2 3-3,1 2 12,0 0 0,-1 1 1,0 0-1,0 0 0,-1 0 1,0 0-1,-1 2-12,4 20 120,-1 0 0,-2 0-1,0 28-119,-2 97 1468,7-138-286,-3-7-4867,-5-11-2038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4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99 354 592,'0'0'4501,"0"0"-3055,0 0 176,0 0-61,0 0-577,-1-4-247,0 2 689,0 8-368,-1 21 185,0 60-603,2-36-48,-6 15-37,-2 0-1,-3 0 0,-6 12-554,-5 27 479,19-79-347,3-20-95,-1 1-1,0 0 1,0-1 0,0 1-1,-1-1 1,0 0 0,0 0-1,0 1 1,-4 3-37,6-10 15,0 0 1,0 0-1,0 0 0,-1 0 1,1 0-1,0 1 0,0-1 1,0 0-1,-1 0 0,1 0 1,0 0-1,0-1 0,0 1 0,-1 0 1,1 0-1,0 0 0,0 0 1,0 0-1,-1 0 0,1 0 1,0 0-1,0 0 0,0 0 1,0-1-1,-1 1 0,1 0 1,0 0-1,0 0 0,0 0 1,0 0-1,0-1 0,-1 1 1,1 0-1,0 0 0,0 0 0,0-1 1,0 1-1,0 0 0,0 0 1,0 0-1,0-1 0,0 1 1,0 0-1,0 0 0,0 0 1,0-1-1,0 1 0,0 0 1,0 0-1,0-1 0,0 1 1,0 0-1,0 0 0,0 0 1,0 0-1,0-1 0,1 1 0,-1 0 1,0 0-1,0 0-15,-1-18-23,0-19-31,3 1 0,0-1-1,3 1 1,1 0-1,8-26 55,121-417-901,-130 457 910,2 1 0,1 0 0,0 0-1,1 1 1,2 0 0,0 0 0,1 2 0,0-1 0,2 1 0,0 1 0,13-11-9,-26 28 5,-1 0-1,1 0 1,0 1-1,0-1 1,-1 0-1,1 1 1,0-1-1,-1 0 1,1 1-1,0-1 1,-1 1-1,1-1 1,0 1-1,-1 0 1,1-1-1,-1 1 1,1-1-1,-1 1 1,1 0-1,-1 0 1,0-1-1,1 1 1,-1 0-1,0 0 1,0-1-1,1 1 1,-1 0 0,0 0-1,0 0-4,20 59 221,-4 1 0,10 59-221,-9-34 372,9 17-372,17 18 1832,52 105-1832,-74-179 462,-14-25-901,-7-21 361,0-1 0,0 0-1,0 0 1,0 1 0,0-1-1,-1 0 1,1 1 0,0-1-1,0 0 1,0 1-1,0-1 1,0 0 0,0 0-1,0 1 1,-1-1 0,1 0-1,0 0 1,0 1 0,0-1-1,-1 0 1,1 0 0,0 0-1,0 1 1,-1-1 0,1 0-1,0 0 1,0 0 0,-1 0-1,1 0 1,0 1-1,0-1 1,-1 0 0,1 0-1,0 0 1,-1 0 78,-35-11-5090,26 7 5152,-40-16-3957,-7-2-769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4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83 4978,'0'0'2959,"0"0"-1409,0 0 544,0 0-306,0 0-804,10-1-407,568-47 3608,-500 39-5377,-77-4-6145,4 1 401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5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751 1 9700,'0'0'598,"0"0"106,0 0 1503,0 0-804,0 0-869,0 0-358,3 20 56,72 449 2930,-47-331-1861,6-3 1,30 72-1302,-36-135 658,4 0-1,26 40-657,-61-111-89,1 0 0,-1 0 0,0 0-1,1 0 1,-1 0 0,0-1 0,0 1-1,0-1 1,1 0 0,-1 0-1,0 0 1,0 0 0,0 0 0,-2-1 89,-55 5-1045,34 5 1008,1 1 0,1 1 0,-1 0 0,2 2 0,-1 1 0,2 1 0,-3 3 37,-25 16-29,-92 60 296,-59 55-267,139-97 177,3 2-1,2 2 1,2 3 0,-9 17-177,51-60 6,1 0 0,0 0 0,1 1 0,1 1 0,1 0 0,1 0 0,0 1-6,8-18-161,0-1-1,-1 0 0,1 1 1,0-1-1,0 1 1,0-1-1,0 1 0,0-1 1,0 1-1,0-1 0,0 0 1,0 1-1,0-1 1,0 1-1,0-1 0,0 1 1,0-1-1,0 1 0,0-1 1,1 1-1,-1-1 1,0 0-1,0 1 0,0-1 1,1 1-1,-1-1 0,0 0 1,1 1-1,-1-1 1,0 0-1,1 1 0,-1-1 1,0 0-1,1 0 0,-1 1 1,1-1-1,-1 0 1,0 0-1,1 0 0,-1 0 1,1 1-1,-1-1 0,1 0 1,-1 0-1,1 0 1,-1 0-1,1 0 0,-1 0 1,0 0-1,1 0 0,-1 0 1,1 0-1,-1-1 162,29-4-4698,-28 5 4433,48-21-6890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25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1226 0 4914,'0'0'2041,"0"0"-1062,0 0 739,0 0-541,0 0-796,-21 16-127,-422 345 2017,165-128-271,119-95-189,77-65-49,-2-3 1,-19 7-1763,92-73-7484,-7-4 4633,8 0-55,-7 0-2843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1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1 352 5330,'0'0'1695,"0"0"-1085,0 0-108,0 0 325,0 0-325,0 0-196,5-5 8915,21-31-9123,-16 18-66,-1-1 0,-1 0 0,-1 0-1,-1 0 1,-1-1 0,3-16-32,-3-3 60,-1-1 0,-2 0 0,-2-1-60,0 41-8,0 0-29,0 0-19,0 0-51,0 3-82,-1 132-24,4 205 283,2-238 343,5 0 0,9 29-413,-14-106 116,5 43 523,-10-67-506,0-1-72,0 0-127,0 0-257,0 0-389,0 0-1028,0-3-1547,0-9-1950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2.5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347 69 4274,'0'0'3161,"0"0"-1885,0 0-297,0 0 464,0 0-691,-21-11-394,-70-31 101,85 39-403,-1 0 1,0 1 0,0 0-1,0 0 1,0 1 0,0 0-1,0 0 1,0 0 0,-1 1-1,1 0 1,0 1-1,0 0 1,0 0 0,0 0-1,0 1 1,0 0 0,0 0-1,0 1 1,1 0-1,-1 0 1,1 0 0,0 1-1,0 0 1,0 0 0,0 1-1,1-1 1,0 1 0,0 1-1,0-1 1,0 1-1,1-1 1,0 1 0,0 1-1,1-1 1,0 0 0,0 1-1,0 0 1,1-1-1,0 1 1,0 0 0,1 0-1,0 1 1,0-1 0,0 4-57,1-2 39,1 0 0,0 0 0,0 0 0,0 0 0,1 0 0,0-1 1,1 1-1,0-1 0,1 0 0,-1 1 0,2-2 0,-1 1 0,5 5-39,2 1 152,1 0-1,0-2 0,1 1 1,1-2-1,0 1 0,9 4-151,113 70 913,-85-56-614,-1 3-1,-2 1 1,13 14-299,-55-42 2,0-1 0,-1 1 0,1 0 0,-1 0 0,-1 0 0,1 1 0,-1-1 1,0 1-1,0 0 0,-1 1 0,0-1 0,-1 1 0,1-1 0,-1 1 0,-1 0 0,0-1 0,0 1 0,0 0 0,-1 0 0,0 0 0,0 0 0,-1 0 0,0 0 0,-1-1 0,0 1 0,0 0 1,0-1-1,-1 1 0,0-1 0,-1 0 0,1 0 0,-1 0 0,-1 0 0,1-1 0,-1 0 0,0 0 0,-1 0 0,0 0 0,-5 3-2,-1 0-16,-1 0-1,1-1 1,-2 0-1,1-1 1,-1-1-1,0 0 1,-1-1-1,0 0 1,1-1 0,-7 0 16,-19 1-94,-1-1 0,0-2 1,-10-2 93,48 0 7,1 0 1,0 0-1,-1 0 1,1 0-1,-1 0 1,1 0-1,0-1 1,-1 1-1,1-1 1,-1 1-1,1-1 1,0 0-1,0 0 1,0 0-1,-1 0 1,1-1-1,0 1 1,0 0-1,0-2-7,0 0 24,0 0 0,1 0-1,0-1 1,0 1 0,0 0 0,0-1-1,1 1 1,-1-1 0,1 1-1,0-1 1,0 1 0,0-1-1,0-1-23,1-3-9,0 0 0,0 0 0,1 0-1,0 0 1,1 0 0,-1 0-1,1 0 1,1 1 0,0 0-1,0-1 1,0 1 0,1 1-1,0-1 1,0 1 0,2-2 9,18-19-61,2 2 0,0 1-1,2 0 62,27-23-117,-37 28 60,-1 0 0,0-1-1,-1-1 1,-2-1-1,0 0 1,-1-1 0,-1-1-1,-1 0 1,-2 0 0,0-1-1,-1-1 1,-2 1 0,-1-1-1,0-1 1,-2 1 0,-2-1-1,0 0 1,-1-4 57,-1 28 24,0 1 1,-1 0-1,1-1 1,0 1-1,-1 0 1,1-1-1,-1 1 1,0 0-1,1-1 1,-1 1-1,-1 0 1,1 0-1,0 0 1,0 0-1,-1 0 1,1 0-1,-1 0 1,1 0-1,-1 1 1,0-1-1,0 1 1,0-1-1,0 1-24,-3-2 30,0 1 1,0 0-1,0 0 0,0 0 0,0 1 0,0 0 0,0 0 0,0 0 0,0 0 0,-1 1 0,1 0-30,-7 0 11,0 1-1,0 0 1,0 0-1,0 1 1,0 1 0,0 0-1,1 1 1,-1 0 0,-8 5-11,-4 5 4,0 2 0,2 0 1,0 2-1,-2 2-4,13-10-392,1 1-1,-1-1 1,2 2 0,0-1-1,0 1 1,1 1 0,0 0-1,-3 8 393,3 9-4215,7-10-2868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2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8084,'0'0'976,"0"0"273,0 0 399,0 0-511,0 0-177,0 174-271,0-119-1,0-6-288,0-4 96,0-5-335,0-6-113,0-10-96,-3-9-177,3-8-1007,0-7-1057,0 0-1057,20-40-1648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3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458 37 7555,'0'0'627,"0"0"523,0 0 424,0 0-723,0 0-576,22 10-48,107 53 53,-127-63-117,-2 0 80,0 0 202,0 0 123,0 0-29,-2-4-485,1 1 0,-1-1-1,0 0 1,0 1-1,0-1 1,-1 1 0,1 0-1,-1 0 1,0 0-1,1 0 1,-1 0 0,-1 1-1,1-1 1,0 1-1,-1 0 1,1 0 0,-2-1-54,-2-1 89,-3-3-41,1 1 1,-2 0 0,1 1 0,-1 1-1,0-1 1,0 2 0,0 0-1,0 0 1,-9-1-49,-14 0 339,0 2-1,-24 2-338,38 0 80,11 1-46,0 0 0,0 1 0,0 0 0,0 1 0,0 0 0,0 0 0,0 1 0,1 0 0,0 0 0,0 1 0,0 0 0,1 1 0,-1-1 0,1 1 0,0 1 0,1 0 0,0 0 0,0 0 0,0 1-34,-10 13 83,1 1 1,0 0-1,2 1 1,1 0 0,1 1-1,-3 9-83,5-5 122,1 0 0,1 1 0,1 0 0,2 0-1,-1 26-121,4-33 58,0-1 0,2 1-1,1 0 1,1-1-1,0 1 1,2-1-1,0 0 1,4 7-58,-4-15 12,1 0-1,1-1 1,0 0-1,1 0 1,0 0 0,0-1-1,2 0 1,-1-1-1,1 0 1,1 0-1,0-1 1,0-1 0,0 0-1,1 0 1,1-1-1,-1-1 1,1 0 0,0-1-1,6 2-11,10 2 19,0-2-1,1-1 1,0-1-1,0-2 1,0-1-1,0-1 1,0-1-1,21-4-18,-44 3 11,0 0-1,1 0 0,-1-1 1,0 0-1,0 0 1,0-1-1,0 1 1,0-2-1,0 1 0,-1-1 1,0 0-1,0 0 1,0-1-1,0 0 1,0 0-1,-1 0 0,0 0 1,0-1-1,3-5-10,-2 1 15,-1 0 0,0 0 0,0-1 0,-1 0-1,0 1 1,-1-1 0,0-1 0,-1 1 0,0 0 0,-1-1-1,0 1 1,-1-7-15,0 15 0,0 1-1,0-1 0,0 0 0,-1 1 0,1-1 1,-1 1-1,1-1 0,-1 0 0,0 1 1,0 0-1,0-1 0,0 1 0,-1 0 1,1-1-1,-1 1 0,1 0 0,-1 0 1,0 0-1,1 0 0,-1 0 0,0 1 0,-1-1 1,1 1-1,0-1 0,0 1 0,-1 0 1,1 0-1,0 0 0,-1 0 0,1 0 1,-1 0-1,0 1 0,0-1 1,-12-1 41,0 0-1,0 1 1,0 1 0,0 1-1,-11 1-40,-3 0 105,7 0-24,0 1-1,0 1 0,1 1 1,-1 1-1,1 1 0,0 1 1,1 0-1,0 2 1,0 0-1,1 2 0,0 0 1,1 1-1,1 0 1,-15 15-81,19-15-993,0 1 0,1 0 0,1 0 0,0 1 1,1 0-1,1 1 0,-1 2 993,0 5-6830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4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2289,'0'0'4717,"0"0"-3175,0 0-411,0 0-77,40 0-198,491 0 2031,1200-9-630,-1706 10-2146,-20 0-24,0-1 0,0 1 1,0-1-1,0 0 0,0 0 1,0-1-1,0 1 0,0-1 1,0 0-1,0 0 0,0-1 1,-1 0-1,4-1-87,-7 2 651,-1 1-299,-13 0-2097,-50 1-6707,17 4-333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4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14 3378,'0'0'1694,"0"0"339,0 0-78,0 0-191,0 0-169,4 0-138,17 0-571,163-1 4396,1-8-5282,-106 7-474,-64 2-586,-51 0 596,-18 0 417,-12-1-6,0 3 0,-4 3 53,52-3 20,1 1 0,-1 0-1,1 1 1,0 1 0,0 1 0,1 0 0,-1 1-1,2 1 1,-1 0 0,0 2-20,12-7 0,-1 1-1,1 0 1,0 0-1,1 0 1,-1 1 0,1-1-1,0 1 1,0 0 0,0 0-1,1 0 1,-1 0-1,1 0 1,0 1 0,0 3 0,1-5-10,0-1 0,0 1 0,1 0 1,-1 0-1,1-1 0,0 1 0,0 0 1,0-1-1,1 1 0,-1 0 0,1 0 1,0-1-1,0 1 0,0-1 0,1 1 1,-1-1-1,1 0 0,0 1 1,0-1-1,0 0 0,0 0 0,0 0 1,2 1 9,6 4-6,-1-1 1,1 0 0,0-1 0,0 0 0,1 0-1,-1-1 1,7 1 5,89 29 122,-28-11-15,-62-18-86,9 3-42,-1 0 1,0 2 0,18 11 20,-37-19-8,0-1 0,-1 1 0,0 0 1,1 1-1,-1-1 0,0 1 0,-1 0 1,1 0-1,-1 0 0,1 0 0,-1 0 1,0 1-1,-1 0 0,1-1 0,-1 1 1,0 0-1,0 0 0,-1 0 0,1 0 1,-1 1-1,0 1 8,-1-3 14,1 1-1,-1 0 1,-1 0 0,1 0-1,-1 0 1,1-1 0,-1 1 0,-1 0-1,1 0 1,-1-1 0,0 1-1,0-1 1,0 0 0,0 1-1,-1-1 1,0 0 0,0 0-14,-3 3 46,-1-1 0,0-1 0,0 1 0,-1-1 1,1 0-1,-1-1 0,0 1 0,0-2 0,-1 1-46,-12 4 82,1-1 0,-1-1-1,0-1 1,-1-1 0,0 0 0,1-2-1,-4-1-81,-53 1 215,-27-5-215,53 2 13,42 0-17,-2 1-23,0 0 0,0-1 0,0-1 0,-12-3 27,23 5-349,1 0-1012,4 1-2120,19 7-2751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5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1 8260,'0'0'896,"0"0"1265,0 0 64,20 183-1120,-20-131-513,0-3 64,0-3 17,-6-7-385,-8-8-288,-3-7-128,3-2-961,-3-10-1264,0-6-1825,0-6-1681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5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397 5 4834,'0'0'1267,"0"0"-784,0 0 366,0 0-153,0 0-408,7 0-136,15 0 1062,-19 0 1352,-19 0-885,-58-2-590,29 0-847,1 2 1,-2 2-245,40-1 30,0 1 1,0 0-1,0 0 1,0 1 0,0-1-1,1 1 1,0 0-1,-1 1 1,1-1-1,0 1 1,0 0 0,1 0-1,-1 1 1,1 0-1,0-1 1,1 1-1,-1 0 1,1 1-1,-1 0-30,-10 18 153,1-1-1,2 2 1,-8 20-153,7-10 204,2 0 1,2 1 0,1 0-1,1 0 1,3 1 0,0-1-1,3 18-204,0-45 39,0-1 0,1 0 1,0 0-1,0 0 0,1-1 0,0 1 0,0 0 0,1 0 0,0-1 0,0 0 0,1 0 0,0 0 1,0 0-1,1 0 0,0 0-39,2 1 14,1-1-1,0 0 1,0 0 0,0 0 0,1-1 0,0 0 0,0-1 0,0 0 0,1 0-1,0-1 1,3 0-14,12 4-56,0-2-1,0-1 1,1 0-1,0-2 0,0-2 1,0 0-1,0-1 1,0-2-1,0-1 1,1-1 56,-21 3-14,0 0-1,0 0 1,-1-1 0,1 0 0,-1 0 0,1-1 0,-1 1 0,0-1 0,0 0-1,0-1 1,0 1 0,-1-1 0,1 0 0,-1 0 0,0 0 0,0-1 0,0 1-1,-1-1 1,0 0 0,0 0 0,0-1 0,0 1 0,1-6 14,1-6-46,-1 0 1,0-1-1,-1 1 1,-1-1 0,-1 0-1,0 1 1,-2-5 45,1 18-16,0 0 1,0 0-1,-1 1 1,1-1-1,-1 0 1,0 1-1,0-1 1,0 1-1,-1-1 1,1 1-1,-1 0 1,0-1-1,0 1 1,0 0-1,0 0 1,0 0-1,-1 1 1,1-1-1,-1 0 1,0 1-1,0 0 1,0 0-1,0 0 1,0 0-1,0 0 1,-1 0-1,1 1 1,-4-1 15,2 0 33,-1 0 1,0 1 0,0 0-1,0 1 1,1-1 0,-1 1-1,0 0 1,0 1 0,0-1-1,0 1 1,1 0 0,-1 1-1,0-1 1,1 1 0,-1 1-1,1-1 1,-1 0-1,1 1 1,0 1-34,-9 6 90,2 0 0,-1 1 1,2 0-1,-1 1 0,1 0 0,1 1 0,1 0 0,-6 9-90,2 0 73,0 1 0,2 0 0,0 0 0,2 1 0,-1 6-73,-1 29 155,14-29-1760,-3-29 1362,0 0 0,1 0-1,-1-1 1,0 1 0,1 0 0,-1 0-1,1-1 1,-1 1 0,1 0 0,-1-1-1,1 1 1,-1 0 0,1-1 0,0 1-1,-1-1 1,1 1 0,0-1 0,0 1-1,-1-1 1,1 0 0,0 1 0,0-1-1,0 0 1,-1 1 0,1-1 0,0 0 243,33 1-8007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6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14 3394,'0'0'3001,"0"0"-1323,0 0 187,0 0-512,0 0-273,-6-14 2756,4 22-3581,1-1-1,0 1 1,1 0-1,-1-1 1,1 1-1,1 0 1,0 6-255,1 17 470,2 86 748,6 0 1,4-1-1,10 22-1218,-13-85 380,3-1 0,18 45-380,-19-75 87,-13-23-103,0 1 0,0 0-1,0-1 1,0 1 0,0 0 0,0 0 0,0-1 0,0 1-1,0 0 1,0 0 0,1 0 0,-1-1 0,0 1 0,0 0-1,0 0 1,0 0 0,1-1 0,-1 1 0,0 0 0,0 0-1,0 0 1,1 0 0,-1-1 0,0 1 0,0 0-1,1 0 1,-1 0 0,0 0 0,0 0 0,1 0 0,-1 0-1,0 0 1,1 0 0,-1 0 0,0 0 0,0 0 0,1 0-1,-1 0 1,0 0 0,0 0 0,1 0 0,-1 0 0,0 0-1,0 0 1,1 1 0,-1-1 0,0 0 0,0 0-1,1 0 1,-1 0 0,0 1 0,0-1 0,0 0 0,0 0-1,1 0 17,-2-84-237,-1 4-459,4-1 0,5-18 696,-4 75-90,0 1-1,2 1 1,1-1 0,0 1 0,2 0 0,0 0-1,2 1 1,0 0 0,1 0 0,2 1 90,-9 14 4,1 0 1,1 0 0,-1 0-1,1 1 1,0-1-1,1 1 1,-1 1 0,1-1-1,0 1 1,0 0 0,0 1-1,0 0 1,1 0 0,-1 1-1,1-1 1,0 2-1,0-1 1,0 1 0,0 0-1,5 1-4,-4-1 5,0 2 0,0-1 0,1 1-1,-1 1 1,0-1 0,0 2 0,0-1-1,0 1 1,0 1 0,-1-1 0,0 2-1,1-1 1,-1 1 0,-1 0 0,1 0-1,-1 1 1,2 2-5,-1 0-6,0 1-1,-1-1 1,0 1-1,-1 1 1,0-1-1,-1 1 1,0 0 0,0 0-1,-1 0 1,0 1-1,-1-1 1,0 1 0,-1 0-1,0 1 7,-1-4 5,0 1 0,-1-1 1,0 0-1,0 0 0,-1 0 0,0 0 0,-1 0 0,0 0 1,0 0-1,-1 0 0,1 0 0,-2-1 0,1 0 0,-1 1 0,0-1 1,-1-1-1,0 1 0,0-1 0,-2 3-5,-5 4 17,-1-1 0,-1 0 1,0-1-1,0 0 0,-1-1 0,0-1 0,-1-1 1,0 0-1,-1-1 0,1 0 0,-1-1 0,0-1 1,-1-1-1,1-1 0,-1 0 0,0-1 0,0-1 1,-8-1-18,27 26-427,1-20 407,0-1 0,0 0 0,0 1 0,0-1 0,1 0 0,0 0 1,0-1-1,0 1 0,1 0 0,0-1 0,-1 0 0,1 0 0,1 0 0,-1-1 1,1 1-1,-1-1 0,1 0 0,0 0 0,5 2 20,3 1-30,1 0 0,0-1 0,0 0 0,0-1 1,0-1-1,1 0 0,3 0 30,12 0 157,0-1 0,0-2 0,0 0 0,0-2 0,-1-2 0,1 0 0,0-2 0,5-3-157,-25 6 39,-1 0 0,1 0 0,-1-1 1,0 0-1,0-1 0,0 0 0,0 0 0,-1-1 1,0 0-1,0-1 0,-1 1 0,0-2 1,0 1-1,0-1 0,-1 0 0,0 0 0,-1 0 1,0-1-1,0 0 0,-1 0 0,0 0 1,0-1-1,-1 0 0,-1 1 0,0-1 0,1-4-39,-3-27-2556,-11 15-3937,-11 8-5238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7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80 720,'0'0'5776,"0"0"-2612,0 0-290,0 0-791,0 0-725,-9 0 224,118 0-825,0-4 0,0-4 0,23-10-757,-67 8-1857,-65 10 1631,1-1-1,-1 1 1,0-1 0,0 1-1,0 0 1,0-1 0,0 1-1,0-1 1,0 1-1,0-1 1,0 1 0,0-1-1,0 1 1,0-1 0,0 1-1,0 0 1,0-1 0,0 1-1,0-1 1,-1 1 0,1-1-1,0 1 1,0 0 0,0-1-1,-1 1 1,1 0 0,0-1-1,-1 1 1,1 0 0,0-1-1,-1 1 227,-20-12-3823,-11-3-1723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18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4722,'0'0'3781,"0"0"-1746,0 0 121,0 0-305,0 0-976,15-1-410,132 5 988,-81 0-945,0-3 0,0-3 0,13-5-508,-44-2 499,-31 7-8951,-10 2-1769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3:59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 4018,'0'0'2017,"0"0"-176,0 0 288,0 0-497,0 0-319,0 0-433,0 0 49,0-9-337,0 9-160,0 0-128,0 0-304,0 0-16,0 0-512,0 0-288,0 0-1233,0 0-1201,0 0-1888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22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186 134 4140,'5'6'0,"-1"-1"-18,-1-1 1,0 1-1,-1 0 1,1 0-1,-1-1 1,-1 0 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27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57 638 5561,'-4'11'4,"-6"19"3</inkml:trace>
  <inkml:trace contextRef="#ctx0" brushRef="#br0" timeOffset="-5366.04">1649 1344 3531,'61'-29'41,"0"-4"0</inkml:trace>
  <inkml:trace contextRef="#ctx0" brushRef="#br0" timeOffset="-5368.04">2343 470 2331,'0'-8'-108,"-1"-1"-14,-1 0-1,1-1 1,-2 1-1,1 0 1,-1 1 0,0-1-1,-1 1 1,0-1-1,0 1 1,-1 0 0,0 0-1,-1 1 1,0 0-1,0 0 1,-2-2 122,-3 0 126,-1 0 0,-1 0 1,0 1-1,0 1 0,0 0 0,-1 1 0,0 1 0,0 0 1,0 0-1,-2 2-126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48.7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167 183 5715,'0'0'1067,"0"0"-67,0 0 86,0 0-768,-3 0 6109,-5 0-3875,-14 0-2677,21 1 120,0-1 0,1 1 0,-1-1 0,1 1-1,-1-1 1,1 1 0,-1 0 0,1-1 0,-1 1 0,1 0-1,-1-1 1,1 1 0,0 0 0,-1 0 0,1-1 0,0 1 0,0 0-1,0 0 1,-1 0 0,1-1 0,0 1 0,0 0 0,0 0-1,0 0 1,1-1 0,-1 2 5,0 30 169,0-26-44,1-5-114,-1 0 0,1 1 0,-1-1-1,0 1 1,1-1 0,0 0 0,-1 1-1,1-1 1,0 0 0,0 0-1,0 0 1,0 0 0,0 0 0,0 0-1,0 0 1,0 0 0,0 0 0,0 0-1,1 0 1,-1-1 0,0 1 0,1 0-1,-1-1 1,0 1 0,1-1 0,-1 0-1,1 1 1,-1-1 0,0 0 0,1 0-1,-1 0 1,2 0-11,58 1 4,-47-1 3,-10 0-11,0 0 0,1-1 0,-1 1 0,0-1-1,0 1 1,0-1 0,-1 0 0,1-1 0,0 1 0,0-1-1,-1 1 1,1-1 0,-1 0 0,1-1 0,-1 1 0,0-1 0,0 1-1,0-1 1,0 0 0,0 0 0,-1 0 0,1 0 0,-1-1-1,0 1 1,0-1 0,0 1 0,0-1 0,0-3 4,3-8 58,-1 1 0,-1-1 0,-1 0 0,0 0 1,-1 0-1,-1 0 0,0-3-58,0 16 21,0 1 0,-1-1-1,1 0 1,-1 1 0,1-1 0,-1 1-1,1-1 1,-1 1 0,0 0 0,0-1 0,0 1-1,0 0 1,0-1 0,0 1 0,0 0-1,0 0 1,-1 0 0,1 0 0,0 0 0,-1 0-1,1 0 1,0 0 0,-1 1 0,1-1 0,-1 1-1,1-1 1,-1 1 0,0-1 0,1 1-1,-1 0 1,1 0 0,-1 0 0,0 0-21,-65-2-54,50 3 22,16-1 41,0 0 0,-1 0 1,1 0-1,0 0 0,0 0 0,0 1 0,0-1 0,0 1 0,0-1 0,0 0 1,0 1-1,0 0 0,0-1 0,0 1 0,0 0 0,0-1 0,0 1 0,0 0 0,1 0 1,-1 0-1,0 0 0,1 0 0,-1 0 0,0 0-9,-8 33 137,12 36-149,-2-67-11,0-1 0,0 0 0,1 0-1,-1 1 1,1-1 0,-1 0 0,1 0 0,0-1-1,0 1 1,0 0 0,0-1 0,0 1-1,0-1 1,0 1 0,1-1 0,-1 0 0,0 0-1,1 0 1,-1 0 0,1-1 0,-1 1-1,1-1 1,-1 1 0,1-1 0,-1 0 0,1 0-1,2 0 24,0 1-24,0-1-1,0 1 0,1-1 1,-1-1-1,0 1 1,0-1-1,0 1 0,1-2 1,-1 1-1,0 0 1,0-1-1,-1 0 0,5-2 25,-4 0-10,-1 0 1,0 0-1,-1-1 0,1 1 0,-1-1 0,1 0 0,-1 0 0,-1 0 0,1 0 0,-1 0 0,0-1 1,0 1-1,0-1 0,-1 1 0,1-5 10,-2 7 13,1 0 0,-1-1 1,0 1-1,0-1 0,0 1 1,0 0-1,-1-1 0,1 1 1,-1 0-1,0-1 0,0 1 1,0 0-1,0 0 0,-1 0 0,1 0 1,-1 0-1,0 0 0,0 0 1,0 1-1,0-1 0,0 1 1,-1-1-1,1 1 0,-1 0 0,1 0 1,-4-2-14,-1 0 18,-1 0 0,0 1 0,-1-1 0,1 2 0,0-1 1,-1 1-1,0 0 0,1 1 0,-1 0 0,0 0 0,0 1 0,0 0 1,1 1-1,-1 0 0,-2 1-18,9-1-5,0 0 0,1 0 1,-1 0-1,1 0 0,-1 0 1,1 1-1,0-1 0,-1 1 0,1-1 1,0 1-1,0-1 0,0 1 1,0 0-1,0-1 0,1 1 0,-1 0 1,0 0-1,1-1 0,-1 1 1,1 2 4,-8 39-58,6-31 46,0 2 3,0 0 1,1 0-1,1-1 0,0 1 0,1 0 1,2 12 8,-2-25-15,-1 0 0,1 0 1,0 0-1,0 0 0,0-1 1,0 1-1,0 0 0,0-1 0,0 1 1,0 0-1,1-1 0,-1 0 1,0 1-1,0-1 0,0 0 1,0 1-1,1-1 0,-1 0 0,0 0 1,0 0-1,1 0 0,0 0 15,38-1-214,-28 1 162,-10 0 45,1-1-1,-1 1 1,1 0-1,-1 0 0,0-1 1,1 0-1,-1 1 1,0-1-1,0 0 1,1 0-1,-1 0 1,0 0-1,0-1 0,0 1 1,0 0-1,0-1 1,0 0-1,-1 1 1,1-1-1,0 0 1,-1 0-1,0 0 1,1 0-1,-1 0 0,0 0 1,0 0-1,0-1 1,0 1-1,0 0 1,0-3 7,1-7 43,1 0 0,-2 0 0,0 0 0,0 0 0,-1-8-43,-1 18 28,1 0 0,-1 1-1,0-1 1,0 0-1,0 1 1,0-1 0,0 0-1,0 1 1,0-1-1,0 1 1,0 0 0,-1-1-1,1 1 1,-1 0-1,1 0 1,-1 0 0,1 0-1,-1 0 1,0 0-1,1 1 1,-1-1 0,0 0-1,0 1 1,0-1-1,1 1 1,-1 0 0,0 0-28,-3-2 11,1 1-1,0 1 1,0-1 0,0 1 0,-1-1 0,1 1-1,0 0 1,-1 1 0,1-1 0,0 1 0,0 0 0,-2 0-11,1 2-9,0 0 1,1 1-1,0-1 1,0 1-1,0 0 1,0 0-1,0 0 1,1 1 0,0-1-1,0 1 1,0 0-1,0 0 1,1 0-1,-2 4 9,-1 2 4,1 0 1,0 1-1,1 0 0,1-1 0,-1 1 0,1 6-4,2-12 11,-1-1-26,1 0 0,-1 0 0,1 0 0,1 0 0,-1 0 0,1 0 0,0 3 15,0-6-20,0-1 0,-1 1-1,1-1 1,0 0 0,0 1 0,0-1-1,0 0 1,0 0 0,0 0 0,0 0 0,0 1-1,0-2 1,0 1 0,1 0 0,-1 0-1,0 0 1,1-1 0,-1 1 0,1 0-1,-1-1 1,1 1 0,-1-1 0,1 0 0,-1 1-1,1-1 1,-1 0 0,1 0 20,9 1-35,0 0 0,0 0 1,-1-2-1,1 1 0,0-1 0,0-1 0,0 0 1,0 0-1,-1-1 0,1 0 0,0-2 35,-4 2-8,1 0 0,-1-1 0,-1 0 0,1-1 1,-1 0-1,0 0 0,0 0 0,0-1 0,0 1 0,-1-1 0,0-1 0,-1 1 0,1-1 0,-1 1 0,3-8 8,-6 11-9,1 1 0,-1-1 1,0 1-1,0-1 0,0 1 0,0-1 0,-1 0 0,1 0 0,-1 0 0,0 1 0,1-1 0,-1 0 0,0 0 1,-1 0-1,1 1 0,0-1 0,-1 0 0,0 0 0,0 1 0,1-1 0,-2 0 0,1 0 9,-1 0 3,-1 0 0,1 0 0,-1 0 0,0 1 0,1-1 0,-1 1 0,0 0 0,-1 0 0,1 0 0,0 0 0,-1 0 0,1 1-1,-1-1 1,-2 0-3,-13-3 46,0 1 0,-1 1 0,1 1 0,0 0 0,-19 2-46,36 0 1,0 0 0,0 0 0,0 1 0,-1-1 0,1 1 0,0-1 0,0 1-1,0 0 1,0 0 0,0 0 0,1 0 0,-1 0 0,0 0 0,0 1 0,1-1 0,-1 1 0,1-1 0,-1 1 0,0 0-1,-1 3 14,-1 0-1,1 0 1,0 0 0,0 0 0,1 1 0,-1-1-1,0 5-13,-1 5 20,0 0-1,1 0 0,1 1 0,0-1 1,1 12-20,1-22-1,0 0 0,0 1 0,0-1 0,1 0 0,0 0 0,0 0-1,0 1 1,1-1 0,-1 0 0,1-1 0,1 1 0,0 3 1,-1-6-6,1 0 0,-1 1-1,0-1 1,1 0 0,-1 0-1,1 0 1,0 0 0,0 0-1,0-1 1,-1 1 0,2-1 0,-1 0-1,0 0 1,0 0 0,0 0-1,0-1 1,1 1 0,-1-1-1,0 0 1,3 0 6,0 1-12,5 0 3,0-1-1,0 1 1,0-2-1,0 1 1,0-2 0,0 1-1,3-2 10,-11 1 7,1 1 0,-1-1 0,1 0 0,-1 0 0,0 0 1,0 0-1,0 0 0,0-1 0,0 0 0,-1 1 0,1-1 0,-1 0 0,0 0 0,0 0 0,0-1 0,0 1 0,0 0 0,-1-1 0,1 1 0,-1-1 0,0 0 0,0-2-7,2-2 1,-1 0 0,0 0 0,0-1 0,-1 1 0,0 0-1,-1-1 1,0 1 0,0 0 0,-1-1 0,0 1 0,0 0-1,-3-9 0,2 13 6,1 1 0,-1-1-1,0 0 1,-1 0-1,1 1 1,-1-1-1,1 1 1,-1 0 0,0 0-1,0 0 1,-1 0-1,1 1 1,0-1-1,-1 1 1,0 0 0,1 0-1,-1 0 1,0 0-1,0 1 1,0-1 0,0 1-1,-1 0 1,1 0-1,0 1 1,-4-1-6,0 0-9,1 0-1,-1 0 1,0 1 0,0 0 0,1 0-1,-1 1 1,0 0 0,1 0 0,-1 1 0,-5 1 9,10-1 4,1-1 0,-1 1 0,0 0 0,1 0 0,0-1 0,-1 2 0,1-1 0,0 0 1,0 0-1,0 1 0,0-1 0,1 1 0,-1 0 0,1-1 0,-1 1 0,1 0 0,0 0 1,0 0-1,0 0 0,1 0 0,-1 0 0,1 0 0,-1 0 0,1 0 0,0 0 0,0 0 0,1 3-4,-2 22 46,1-17-51,-1-1 0,1 0 0,1 0 0,0 0 0,0 0 0,1 0 0,1 3 5,-1-10-18,-1 1 1,1-2-1,-1 1 0,1 0 1,0 0-1,0 0 0,0-1 1,0 1-1,1-1 0,-1 0 1,1 0-1,-1 0 0,1 0 1,0 0-1,0 0 0,0-1 1,0 1-1,0-1 0,0 0 1,0 0-1,0 0 0,1 0 1,-1-1-1,3 1 18,77 3-72,-63-4 77,-18-1-9,1 1-1,-1-1 1,0 1-1,0-1 1,1 0-1,-1 0 0,0 0 1,0 0-1,0 0 1,0 0-1,0 0 1,0-1-1,0 1 1,-1-1-1,1 0 0,0 1 1,-1-1-1,1 0 1,-1 0-1,0 0 1,0 0-1,1 0 1,-1 0-1,-1 0 0,1-1 1,0 1-1,0 0 1,-1 0-1,1-1 1,-1 1-1,0 0 1,0-2 4,3-13-104,-2-1 1,0 0 0,0 0 0,-2-2 103,0 3-53,1 14 69,0 0 0,-1 0 0,0 0 0,0 1 0,0-1 0,0 0 0,0 1 1,0-1-1,-1 1 0,0-1 0,1 1 0,-1-1 0,0 1 0,0 0 0,0 0 0,0 0 0,0 0 0,-1 1 0,1-1 0,0 0 0,-1 1 0,1 0 0,-1-1 0,0 1 0,0 0 0,1 1 0,-1-1 0,0 0 0,0 1 0,0-1 0,0 1-16,-15-3 16,0 0 0,0 1 0,0 1 0,-7 1-16,21 1 0,0-1 1,0 1-1,0-1 1,0 1 0,1 0-1,-1 0 1,0 1 0,1-1-1,-1 1 1,1 0-1,-1 0 1,1 0 0,0 0-1,-1 1 1,1-1 0,1 1-1,-1 0 1,0 0-1,1 0 1,-1 0 0,1 0-1,0 1 1,0-1 0,0 0-1,1 1 1,-1 0-1,1-1 1,0 1 0,-1 2-1,-2 11 2,0 0 0,1 0 1,0 1-1,2-1 0,0 0 1,1 3-3,0-18-14,1 0 1,-1 0-1,1 0 0,0 0 1,-1 0-1,1 0 1,0-1-1,0 1 1,0 0-1,0 0 1,0-1-1,1 1 1,-1-1-1,0 1 0,1-1 1,-1 0-1,1 0 1,-1 1-1,1-1 1,0 0-1,-1 0 1,1-1-1,0 1 1,0 0-1,0 0 0,0-1 1,0 1-1,0-1 1,0 0-1,-1 0 1,3 1 13,12 1-157,-1-1 1,1 0-1,13-1 157,-18 0-55,-4 0 19,1 0-20,-1 0-1,1 0 1,0 0-1,-1-1 1,1 0-1,-1-1 1,1 0-1,3-1 57,-9 2-15,0-1-1,1 1 0,-1-1 1,0 0-1,0 0 0,-1 1 1,1-1-1,0 0 1,0 0-1,-1-1 0,0 1 1,1 0-1,-1-1 0,0 1 1,0 0-1,0-1 1,0 1-1,-1-1 0,1 0 1,-1 1-1,1-1 1,-1 1-1,0-1 0,0 0 1,0 1-1,-1-1 0,1 0 16,0-9-22,1 0 8,-1 0 0,-1 0 1,0-1-1,-1 1 1,0 0-1,-2-6 14,3 14 15,-1 0-1,0 0 0,0 0 0,0 0 1,-1 1-1,1-1 0,-1 1 1,0 0-1,0-1 0,0 1 0,0 0 1,0 1-1,-1-1 0,1 1 0,-1-1 1,0 1-1,0 0 0,0 0 1,0 1-1,-3-2-14,-1 1 33,0-1 0,0 1 0,0 1 0,0 0 0,0 0 0,0 0 0,-1 1 0,1 0 0,0 1 0,0-1 1,0 2-1,0-1 0,0 1 0,0 0 0,0 1 0,0 0 0,1 0 0,-1 1 0,1 0 0,0 0 0,0 1 0,0 0 0,1 0 0,0 0 0,0 1 0,0 0 1,1 0-1,-2 3-33,-2 4 13,1 0 0,1 1 0,0 0 0,1 1 0,0-1 0,2 1 1,-1 0-1,2 0 0,0 1 0,1-1 0,0 1 0,1 0 1,1-1-1,1 6-13,-1-19-5,1 1 1,0 0 0,-1-1-1,1 1 1,0 0 0,0-1-1,0 1 1,1-1 0,-1 0-1,1 1 1,-1-1 0,1 0-1,0 0 1,0 0 0,0 0-1,0 0 1,0-1 0,0 1-1,0 0 1,1-1 0,-1 0-1,0 1 1,1-1 0,0 0-1,-1 0 1,1-1 0,-1 1-1,1 0 1,0-1 0,-1 0-1,3 1 5,14 2-94,0-1-1,0-1 1,1 0-1,0-1 95,-12 0-21,2 0-35,0 0 1,0-1-1,0 0 1,-1 0-1,1-1 1,-1-1-1,1 1 0,-1-2 1,0 1-1,0-1 1,2-2 55,-6 4-25,-1-2 1,0 1 0,1 0 0,-1-1 0,-1 0 0,1 0 0,0 0 0,-1 0 0,0-1-1,0 0 1,0 1 0,-1-1 0,1 0 0,-1 0 0,-1 0 0,1 0 0,0-1-1,-1 1 1,0 0 0,0-6 24,0-2 8,0 0-1,-1 0 1,0 0-1,-1 0 1,0 0-1,-1 0 1,-1 0-1,0 0 1,-1 1-1,-4-11-7,6 18 37,-1 0 1,1 0-1,-1 0 0,0 1 1,0-1-1,0 1 1,0 0-1,-1 0 0,0 0 1,0 0-1,0 0 0,0 1 1,-1 0-1,1 0 0,-1 0 1,0 1-1,0-1 0,0 1 1,0 0-1,0 1 0,0-1 1,-1 1-1,1 0 0,0 0 1,-1 1-1,1-1 0,-1 1-37,-2 1 9,0 0 0,0 0-1,-1 0 1,1 1-1,0 0 1,1 1-1,-1-1 1,0 2 0,1-1-1,0 1 1,-1 0-1,2 1 1,-1-1 0,0 1-1,1 1 1,0-1-1,0 1 1,1 0-1,-1 1 1,1-1 0,1 1-1,-3 4-8,-1 2 13,1 1 0,0 0 1,1 0-1,0 1 0,1 0 0,1 0 0,1 0 0,0 0 1,1 0-1,0 1 0,1 9-13,1-22-7,0-1 0,0 0 0,1 0 0,-1 0 0,1 0 0,-1 1 0,1-1 0,0 0 0,0 0 0,0 0 1,0 0-1,0-1 0,0 1 0,0 0 0,1 0 0,-1-1 0,1 1 0,-1-1 0,1 1 0,0-1 0,0 1 0,-1-1 0,1 0 0,0 0 0,0 0 0,0 0 0,0 0 0,0-1 1,0 1-1,1-1 0,-1 1 0,0-1 0,1 0 7,12 2-83,0 0 1,-1-2 0,1 0 0,13-1 82,0-1-40,-24 2 51,2 1-24,1-1 0,-1-1 0,0 1 0,1-1-1,-1 0 1,4-2 13,-9 3-12,0-1-1,1 1 0,-1-1 0,0 0 1,1 1-1,-1-1 0,0 0 0,0 0 0,0 0 1,1 0-1,-1 0 0,0 0 0,0 0 1,-1-1-1,1 1 0,0 0 0,0 0 1,-1-1-1,1 1 0,0 0 0,-1-1 1,0 1-1,1-1 0,-1 1 0,0-1 0,1 1 1,-1-1-1,0 1 0,0-1 0,0 1 13,0-20 4,1 13-112,-1-1-1,0 1 0,-1 0 0,0-1 0,0 1 0,0 0 0,-2-4 109,2 10-10,0 0 0,0 0 0,0 0 0,0 0-1,-1 0 1,1 0 0,0 0 0,-1 1 0,0-1-1,1 0 1,-1 1 0,0-1 0,0 1 0,0 0-1,0 0 1,0 0 0,0 0 0,0 0 0,0 0-1,0 0 1,0 1 0,-1-1 0,1 1 0,0-1-1,0 1 1,-1 0 0,1 0 0,0 0 0,-2 0 10,-2 0 12,5 0-5,0-1 1,0 1 0,0 0 0,0-1-1,1 1 1,-1 0 0,0 0-1,0 0 1,0 0 0,0 0 0,0 0-1,0 0 1,1 0 0,-1 0 0,0 0-1,0 1 1,0-1 0,0 0-1,0 1 1,1-1 0,-1 0 0,0 1-1,0-1 1,1 1 0,-1-1 0,0 1-1,1 0 1,-1-1 0,0 1-1,1-1 1,-1 1 0,1 0 0,-1 0-1,0 0-7,1 0-106,0-1-28,0 0 12,15 0-2177,-6 0-2422,-2 0-76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0.1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2 320 4818,'0'0'1780,"0"0"-129,0 0-152,0 0-346,0 0-70,0 0 251,-1 4-75,1 1-999,0 1 1,0 0-1,0 0 0,1-1 0,0 1 0,0 0 0,1-1 0,0 1 1,0-1-1,0 0 0,1 2-260,11 37 537,-11-21-342,17 72 29,-19-119 391,-8-26-715,-2 19 288,1 1 1,1-1-1,2 0 0,1 0 0,1-1 1,2 1-1,1-3-188,2 10 320,10 34-47,-2 1-370,10 10 135,2 0 0,0-1 0,1-2-1,1 0 1,0-1 0,17 7-38,-35-22 2,0 0 1,0 0-1,1 0 0,-1-1 1,1 0-1,-1 0 0,1-1 1,-1 0-1,1 0 1,3 0-3,8-1 21,-16 1-10,-1-1 0,1 1 0,-1-1 0,0 0 0,1 0 0,-1 0 0,0 1 0,0-1-1,0 0 1,0 0 0,0-1 0,0 1 0,0 0 0,0 0 0,0 0 0,0-1 0,0 1 0,-1 0 0,1-1 0,-1 1-1,1 0 1,-1-1 0,1 1 0,-1-1 0,0 1 0,0-1 0,0 1 0,0-2-11,5-52 53,-4 47-57,-1-81 151,0 89 42,0 0-53,0 0-181,2 25-539,-1-20 585,1 0-1,-1-1 1,1 1 0,0 0 0,0-1 0,1 1 0,-1-1 0,1 0 0,0 0-1,0 0 1,0 0 0,1 0 0,0-1 0,-1 0 0,1 1 0,0-1 0,1-1 0,-1 1-1,0 0 1,1-1 0,-1 0 0,1 0 0,0-1 0,0 1 0,0-1 0,-1 0-1,1 0 1,0-1 0,1 1 0,-1-1 0,0 0 0,0-1 0,0 1 0,2-1-1,2 0 2,0 0 0,0-1 0,0 0 0,0 0 1,-1-1-1,1 0 0,-1-1 0,0 0 1,0 0-1,0-1 0,0 1 0,-1-2 0,0 1 1,0-1-1,0 0 0,-1-1 0,1 1 1,-2-1-1,1-1-2,-4 4 22,-1 1 1,1-1-1,-1 1 1,0-1-1,0 0 1,0 1-1,-1-1 1,1 0-1,-1 0 1,0 1-1,0-1 1,0 0-1,-1 0 1,1 0 0,-1 1-1,0-1 1,0 0-1,0 1 1,0-1-1,-1 1 1,0-1-1,0 1 1,1 0-1,-2 0 1,1 0-1,0 0 1,-1 0-1,1 0 1,-3-2-23,-7-7 68,-1 0 1,-1 0-1,1 2 0,-2-1 1,-12-6-69,17 12 4,0 0 1,0 0-1,0 1 0,0 0 1,-1 1-1,0 0 0,1 1 1,-1 0-1,0 0 0,0 1 1,0 1-1,-1 0-4,7 0-16,0 0 0,0 1 0,0 0 0,0 0 0,1 0 0,-1 0 0,0 1 0,0-1 0,1 1 0,-1 1 1,1-1-1,-1 1 0,1-1 0,0 1 0,0 0 0,0 1 0,1-1 0,-1 1 0,1-1 0,0 1 0,0 0 0,0 0 0,0 1 0,1-1 0,0 0 0,-1 1 0,1 1 16,1 16-1630,3-17-7348,6-5 3643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0.6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5282,'0'0'2129,"0"0"-136,0 0-184,0 0-496,0 0-155,10 3 2553,3-5-3479,0-1 1,-1 0-1,0-1 1,0 0 0,0-1-1,0 0 1,9-6-233,78-52 1808,-98 61-1000,-8 4-1853,-10 5-2000,-6 10-2531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04.9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40 8116,'0'0'1278,"0"0"309,0 0-226,0 0-382,0 0-307,0 0-53,-1-8 5033,-8-24-2337,9 34-3330,-1-1-1,0 0 1,1 0 0,-1 1 0,1-1 0,0 0 0,-1 0 0,1 1-1,0-1 1,0 1 0,0-1 0,0 0 0,0 1 0,0-1-1,0 0 1,0 1 0,1-1 0,-1 0 0,0 1 0,1-1-1,-1 0 1,1 1 15,4 5-7,0-1 0,1 0-1,0 0 1,-1 0-1,2-1 1,-1 0 0,4 2 7,32 31-79,-8 7 11,-24-30-137,1-1 0,1 0-1,0 0 1,1-1 205,-13-12-128,0-1 61,0 0 33,-2 3-32,0 1 1,0 0-1,-1-1 0,0 1 1,1-1-1,-1 0 0,0 0 1,-1 0-1,1 0 1,0-1-1,-1 1 0,0-1 1,1 0-1,-2 0 66,-11 9-68,-101 80 33,111-85 51,4-3-40,13-4-32,14-9 73,0-2 1,-1 0-1,0-2 1,-1 0-1,-1-2 0,5-4-17,4-2 13,39-33 201,-155 123-1854,28-23-3457,26-18-972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7.9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 11 1409,'0'0'2105,"0"0"-515,0 0-56,0 0-72,0 0 186,0 0 236,-16-10 2229,12 9 695,6 28-4686,2 0 0,0 0-1,2-1 1,1 0 0,1 0-1,4 9-121,23 81 506,-24-46 142,-2 1 0,-1 50-648,-5-57 448,-2-56-476,0 17 266,0-19-343,-1-13-416,-2-8 489,0 0-1,-1 0 0,-1 0 1,0 1-1,-1-1 1,0 1-1,-1 0 1,-5-7 32,-22-59-100,17 14 8,3-2 0,3 1 0,-1-54 92,1 12 76,9 106-72,0-11 84,5 18 39,8 13-37,68 61 385,-38-38-267,26 33-208,235 309 64,-303-382-71,0 0-1,0 1 1,0-1-1,0 0 0,1 0 1,-1 1-1,0-1 1,0 0-1,0 0 0,0 0 1,1 0-1,-1 1 1,0-1-1,0 0 0,0 0 1,1 0-1,-1 0 1,0 0-1,0 0 0,1 0 1,-1 1-1,0-1 1,0 0-1,0 0 0,1 0 1,-1 0-1,0 0 0,0 0 1,1 0-1,-1 0 1,0 0-1,0 0 0,1-1 1,-1 1-1,0 0 1,0 0-1,1 0 0,-1 0 1,0 0-1,0 0 1,0 0-1,1-1 0,-1 1 1,0 0-1,0 0 8,7-15-120,1-27 65,-7 37 12,6-64-538,-4-1-1,-3-25 582,0 68-40,0 26 232,0 3-18,0 16-192,1 0 1,1-1-1,0 1 1,1 0-1,1-1 1,1 1-1,0-1 1,3 3 17,-5-11 11,1-1 0,0 0 1,1-1-1,0 1 1,0-1-1,0 0 0,1 0 1,0-1-1,1 1 0,-1-1 1,1-1-1,0 1 0,1-1 1,-1-1-1,1 1 0,0-1 1,9 3-12,-8-4 2,0 0-1,1-1 1,-1 0 0,1 0 0,0-1-1,0 0 1,-1-1 0,1 0 0,0-1 0,0 0-1,-1 0 1,1-1 0,0 0 0,-1-1-1,0 0 1,1-1 0,-1 0 0,-1 0 0,1 0-1,-1-1 1,1-1 0,-1 0 0,-1 0-1,1 0 1,-1-1 0,6-6-2,-2 0-15,-1 1-1,0-2 1,-1 1 0,0-1-1,-1 0 1,0-1 0,-1 0-1,-1 0 1,-1-1 0,0 0-1,-1 1 1,0-2-1,-1 1 1,-1 0 0,0-14 15,-2 18-48,0 0 0,-1 1 1,0 0-1,-1-1 0,0 1 0,-3-9 48,3 15-8,0-1 0,-1 1 0,0-1 0,-1 1 0,1 0 0,-1 0-1,0 1 1,0-1 0,0 1 0,0 0 0,-1 0 0,0 0 0,-3-1 8,-4-3 31,1 1 0,-2 1 0,1 0 0,-1 1 0,1 0 0,-1 1 0,-1 0 0,1 1 0,-1 1 0,-5 0-31,-23-2 441,0 3 0,-31 3-441,68-2 53,-1 1 0,0 0 0,1 0 0,0 1 0,-1-1 0,1 1 0,0 0-1,0 1 1,0-1 0,-5 4-53,-14 18-771,23-23 394,0 1 0,-1 0 0,1 1 1,0-1-1,1 0 0,-1 0 0,0 0 0,1 1 0,-1-1 0,1 0 0,0 0 0,-1 3 377,4-4-4290,8-1-2161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8.2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1 226 11717,'0'0'2095,"0"0"146,0 0-294,38-18-877,13-5-805,54-26 681,6-9-946,12-20-1550,-123 80-2179,0 8-1781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9.0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6 150 7972,'0'0'1403,"0"0"-533,0 0 274,0 0-215,0 0-281,-1 0-587,1 1-1,-1 0 1,1-1 0,0 1-1,-1-1 1,1 1 0,-1 0-1,1-1 1,0 1 0,-1 0 0,1-1-1,0 1 1,0 0 0,0-1-1,0 1 1,-1 0 0,1 0-1,0-1 1,0 1 0,0 0 0,0-1-1,1 1 1,-1 0 0,0 0-61,2 1 109,1 0 0,-1 0 0,1-1 0,0 1 0,-1-1 0,1 1 0,0-1 0,0 0 0,0 0 0,0 0 0,0 0 0,0-1 0,0 1 0,1-1 0,-1 0-109,6 2 272,67 8 620,0-3 0,1-4 0,0-2 1,29-7-893,-84 5-26,-18 1-42,0 0-1,0 0 1,0-1-1,-1 1 1,1-1-1,0 0 1,0-1 0,0 1-1,-1 0 1,1-1-1,-1 0 1,1 0-1,2-2 69,-4 2-42,-1 1 0,0-1 0,0 1 0,0-1 0,0 1 0,0-1 0,-1 1 0,1-1 0,0 0 0,-1 1 0,1-1 0,-1 0 0,1 0-1,-1 0 1,0 1 0,0-1 0,0 0 0,0 0 0,0 0 0,0 1 0,0-1 0,-1 0 0,1 0 0,-1 0 0,1 1 0,-1-1 0,0 0 0,0 1 0,0-1 0,1 1-1,-2-1 1,0 0 42,-2-5-110,-2 0 1,1 1-1,-1 0 0,0 0 0,0 0 0,-1 1 0,1 0 0,-1 0 0,0 0 0,-1 1 0,-5-2 110,-11-5-213,0 1 0,0 1 0,-6-1 213,8 4 347,-1 2 1,1 0 0,-1 1 0,1 1 0,-19 1-348,48 3-37,0 0 0,-1 0 0,1 0-1,-1 1 1,0 0 0,1 0 0,-1 0 0,-1 1 0,1 0 0,2 2 37,16 10-10,-1-3 65,-4-3-74,0 0 0,-1 2 0,-1 0 0,5 5 19,-18-13 42,0 0-1,0-1 0,0 2 0,-1-1 0,1 0 0,-1 1 0,0-1 0,0 1 1,-1 0-1,0 0 0,1 0 0,-2 0 0,1 1 0,0-1 0,-1 0 1,0 1-1,-1-1 0,1 6-41,-1 68 3060,-1-78-3140,0 1 0,0-1 0,0 0 0,0 0 0,0 0 1,0 0-1,0 0 0,0 0 0,-1 0 0,1 0 0,0 0 0,-1 0 0,1-1 0,0 1 0,-1-1 1,1 1-1,-1-1 0,1 1 0,-1-1 80,-15 5-4455,12-5-2831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4:59.7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32 286 5090,'0'0'2460,"0"0"-486,0 0 22,0 0-227,0 0-566,0 1-1147,0-1 1,0 0-1,0 0 0,0 1 0,0-1 1,0 0-1,-1 0 0,1 0 1,0 1-1,0-1 0,0 0 1,0 0-1,0 0 0,0 1 0,-1-1 1,1 0-1,0 0 0,0 0 1,0 0-1,0 0 0,-1 1 1,1-1-1,0 0 0,0 0 0,0 0 1,-1 0-1,1 0 0,0 0 1,0 0-1,-1 0 0,1 0 1,0 0-1,0 0 0,-1 0 0,1 0 1,0 0-1,0 0 0,0 0 1,-1 0-57,-2-6 189,0 0 0,1 0 0,0 0 0,0 0 0,0 0 1,1 0-1,-1-1 0,2 1 0,-1-1 0,1 1 1,0-1-190,-2-6 248,-2-117 860,6 74-774,2 39 625,27 74-844,-23-45-97,-1 1-1,-1-1 1,0 1-1,0 0 1,2 10-18,-3 1-2,-1 0 0,-1 1 0,-1-1 0,-1 1 0,-2-1 0,0 1 0,-1-1 0,-2 0 0,0 0 0,-2 0 0,-1 0 0,-2 5 2,3-12 10,0 0 0,2 0 0,0 1 1,1-1-1,0 1 0,2 0 1,0 13-11,1-30-2,0 0 1,1 0 0,-1 0-1,0 0 1,1 0 0,-1 0-1,0-1 1,1 1 0,-1 0-1,1 0 1,0-1 0,-1 1-1,1 0 1,-1 0 0,1-1-1,0 1 1,0-1 0,-1 1-1,1-1 1,0 1 0,0-1-1,0 1 1,0-1 0,-1 0-1,1 0 1,0 1 0,0-1-1,0 0 1,0 0 0,0 0-1,0 0 2,36 3 28,-29-3-22,112 0 240,0-6 1,24-9-247,-130 14 603,10-4-2870,-23 4 1906,0 0-1,0 0 0,-1 0 0,1 0 1,0 0-1,-1-1 0,1 1 0,-1 0 1,1 0-1,-1-1 0,0 1 0,1 0 1,-1-1-1,0 1 0,0 0 0,0-1 0,0 1 1,0 0-1,0-2 362,0-23-6142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00.8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6099,'0'0'2524,"0"0"-403,0 0 45,0 0-459,0 0-581,1 9-221,22 81 963,3-1 0,20 39-1868,-20-57 361,81 200 472,-97-261-1059,-3-18 53,1-28-69,-7 29 184,14-57-501,2 1 1,3 0-1,3 1 559,-9 28-111,2 0 0,1 0 0,1 2 0,2 0 0,1 2-1,4-3 112,-4 13 17,-11 15-91,-9 14-269,-11 17 298,-2-1 0,-1 0 0,0-1 0,-2 0 0,-1-1 0,-1-1-1,-11 11 46,1 1 48,1 2-1,-15 26-47,40-60 12,-1 0 0,1 1-1,0-1 1,0 0 0,0 1 0,0-1 0,0 1-1,0-1 1,1 1 0,-1 0 0,1-1 0,0 1 0,0-1-1,0 1 1,0 0 0,0-1 0,1 1 0,-1 0-1,1-1 1,-1 1 0,1-1 0,0 1 0,0-1 0,0 0-1,1 1 1,-1-1 0,0 0 0,1 0 0,0 0-1,-1 0 1,1 0 0,0 0 0,0 0 0,0 0 0,0-1-1,0 1 1,0-1 0,1 0 0,-1 1-12,13 5 160,0 0-1,0-1 1,0 0 0,1-1 0,15 2-160,-19-4 58,35 8 125,-24-6-74,1 1 0,-1 1 0,0 0 0,-1 2 0,2 2-109,-16-2 5,-13-5-7928,-4-4 1306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01.1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450 1 5907,'0'0'1443,"0"0"-176,0 0 203,0 0-138,0 0-644,10 20-171,31 59 57,-44-83-254,0 0 0,0 0 1,0 0-1,0 0 0,-1 0 0,0 1 1,0-1-1,0 1 0,0 0 0,-1 0 0,1 1 1,-4-2-321,-5-2 70,-1 0 0,0 1 0,0 1 0,-14-3-70,-13 1-38,0 1 1,-1 1-1,-22 3 38,60 1 26,-1 1-1,1-1 1,0 1 0,-1 0 0,1 0 0,0 0-1,0 1 1,0-1 0,0 1 0,0 0 0,0 0-1,0 1 1,1-1 0,-1 1 0,-1 1-26,-1 2 15,-1 1 1,1 0-1,0 0 1,0 1-1,1 0 1,0 0-1,-2 3-15,-3 11 65,0 1 1,1 0-1,1 0 0,2 0 1,-2 11-66,4-16 134,0 1 1,2 0-1,0 0 1,1-1-1,1 1 1,1 0-1,1 0 1,0 0-1,3 7-134,-2-16 38,0 1-1,1-1 1,0 0-1,1-1 1,0 1 0,0-1-1,1 0 1,1 0-1,-1-1 1,1 0-1,1 0 1,-1-1-1,2 1 1,-1-2-1,0 1 1,1-1-1,2 1-37,11 5 16,0-1 0,0-1 0,1-1 0,1-1 0,-1-1-1,1-1 1,0-1 0,6 0-16,35 2 1245,1-2 1,31-4-1246,-96-1 11,0 0 1,-1 0-1,1 0 0,0 0 1,0 0-1,-1 0 1,1 0-1,0 0 1,-1 0-1,1 0 0,0-1 1,-1 1-1,1 0 1,0 0-1,-1-1 1,1 1-1,0 0 1,-1-1-1,1 1 0,-1-1 1,1 1-1,-1-1 1,1 1-1,-1-1 1,1 0-1,-1 1 1,0-1-1,1 1 0,-1-1 1,0 0-1,1 1 1,-1-1-1,0 0 1,0 1-1,0-1 1,1 0-1,-1 1 0,0-1 1,0 0-1,0 0 1,0 1-1,0-1 1,-1 0-1,1 1 0,0-1 1,0 0-1,0 0 1,-1 1-12,1-2-88,0 2-531,-3 0-384,-4 0 143,0 0 0,0 1 0,0 0 0,0 0 0,0 1 0,-4 1 860,-31 16-6427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2.1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188 500 8340,'0'0'1211,"0"0"-88,0 0 417,0 0-150,0 0-646,0 0-203,0 0 174,0-6 1212,-5-101 230,-5 1 0,-9-29-2157,3 20 160,10 85-83,3 41 45,1 51-77,2-60-54,1 29 53,1 1 1,1 0 0,1-1 0,2 0 0,9 26-45,-15-57 0,62 237 131,-51-187-288,-3 1 1,-2-1-1,-1 43 157,-6-92-17,1 0 1,-1 0 0,1 0-1,-1 0 1,1-1 0,-1 1-1,0 0 1,1 0 0,-1-1-1,0 1 1,0 0 0,1-1-1,-1 1 1,0-1-1,0 1 1,0-1 0,0 1-1,0-1 1,1 0 0,-1 1-1,0-1 1,0 0 0,0 0-1,0 0 1,0 1 0,-1-1 16,-33 4-5,27-3-29,-45 3-59,38-4 99,1 1 1,0 1-1,-1 0 0,1 0 0,0 2 0,0 0 1,1 0-1,-3 2-6,14-2 638,10-2-448,15-1-197,-20-1 66,87-1 525,59-9-584,-115 6 18,0-2 1,-1-1 0,1-1 0,-1-2 0,30-15-19,-60 25 66,-1-1 1,1 0-1,-1 0 0,0 0 1,1 0-1,-1 0 0,0 0 1,0-1-1,0 1 0,0-1 1,0 1-1,0-1 0,0 0 1,-1 0-1,1 0 1,-1 0-1,1 0 0,-1 0 1,0 0-1,0-1 0,0 1 1,0 0-1,0-1-66,-21 4-2425,-11 7-1182,-6 13-3282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4.1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6 2785,'0'0'3330,"0"0"-996,0 0-149,0 0-64,0 0-336,-3 0-17,8 0-1484,307 4 2749,285-6-2681,-554-3 428,-29 3-2065,-24 1-7009,-69 16 2526,25-3 1783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4.8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241 0 944,'0'0'3263,"0"0"-1601,0 0-514,0 0 212,0 0-213,0 1-997,-1 0 0,0 0 0,0-1-1,1 1 1,-1 0 0,0 0 0,1 0-1,-1 0 1,1 0 0,-1 0 0,1 0 0,-1 0-1,1 0 1,0 0 0,0 0 0,-1 0-1,1 0 1,0 0 0,0 0 0,0 0-1,0 0 1,0 0-150,32 136 3908,-13-65-3006,6 31-125,4-2-1,32 68-776,-52-147 92,-1 1 1,-1-1-1,0 1 1,-2 1-1,-1-1 0,-1 1 1,0 0-1,-2 18-92,-1-37 10,0 0 1,0 0-1,0 0 0,-1 0 0,1-1 1,-1 1-1,-1 0 0,1 0 0,-1-1 1,0 3-11,0-4-22,-1 0 1,1 0-1,0-1 0,0 1 1,-1-1-1,0 0 1,1 0-1,-1 0 0,0 0 1,0 0-1,0 0 1,0-1-1,0 0 1,-1 1-1,1-1 0,-1 0 22,-36 8-209,0 0-1,-1-3 0,0-2 0,0-1 1,-17-2 209,25 0 5,-60 0 294,92-1-174,1 0 19,0 0 94,0 0-22,10 0-24,39-4-152,0-1 0,0-3 0,-1-2 1,20-8-41,52-10 42,-119 28-42,117-22-126,61-2 126,-170 24 299,-9 0-415,1 0 0,-1 0 0,0 0 0,1 1-1,-1-1 1,1 0 0,-1 0 0,1 0 0,-1 0 0,0 0 0,1 0 0,-1 0-1,1 0 1,-1-1 0,0 1 0,1 0 0,-1 0 0,1 0 0,-1 0 0,0 0-1,1-1 1,-1 1 0,1 0 0,-1 0 0,0-1 0,0 1 0,1 0-1,-1-1 1,0 1 0,1 0 0,-1-1 0,0 1 0,0 0 0,0-1 0,1 1-1,-1 0 1,0-1 0,0 1 0,0-1 0,0 1 0,0-1 0,0 1-1,0 0 1,0-1 0,0 1 0,0-1 0,0 1 0,0 0 0,0-1 116,0-16-5955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5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93 124 880,'0'0'4792,"0"0"-2882,0 0-915,0 0 286,0 0-465,-11 5-172,10-6 4107,8-9-4519,1 1 1,0 0 0,0 0-1,1 1 1,0 0 0,0 0 0,1 1-1,0 1 1,0-1 0,5-1-233,-2 2-60,0 0 1,1 0 0,0 1 0,0 1 0,0 1 0,1 0 0,-1 0-1,1 2 1,-1 0 0,1 0 0,0 1 0,-1 1 0,6 1 59,-16 0-22,0-1 1,0 0-1,0 1 1,0 0-1,0 0 0,-1 0 1,1 0-1,-1 0 1,0 1-1,0 0 1,0-1-1,0 1 1,0 0-1,0 1 1,-1-1-1,1 0 0,-1 1 1,0 0-1,0-1 1,0 1-1,-1 0 1,1 0-1,-1 0 1,0 0-1,0 0 1,0 3 21,3 15-5,-1 1-1,-1-1 1,-1 0 0,-1 10 5,0-28-1,-1 7 16,-1 1-1,0-1 1,0 0 0,-1 1-1,-1-1 1,1 0 0,-2-1-1,0 1 1,0-1 0,-1 0-1,0 0 1,-1-1-1,0 1 1,0-1 0,-1-1-1,0 0 1,-1 0 0,0 0-1,0-1 1,0-1-15,-5 5 32,-1-2 0,1 1 1,-2-2-1,1 0 0,-1-1 1,0-1-1,-1 0 0,1-1 0,-1-1 1,0 0-1,0-2 0,-1 0 0,-3 0-32,12-2 7,1 0-1,-1 0 1,0-1-1,1 0 0,0 0 1,-1-1-1,1 0 1,-8-3-7,13 3-18,1 1 1,-1-1 0,0 0 0,1 0 0,0 0 0,-1-1 0,1 1 0,0-1 0,0 1 0,0-1 0,0 1-1,1-1 1,-1 0 0,1 0 0,0 0 0,0 0 0,0 0 0,0 0 0,0 0 0,1 0 0,-1-1 0,1 1-1,0 0 1,0 0 0,0-1 17,-1-1-36,1 0 0,0 0 0,0 0 0,0 0 0,1 0 0,-1 0 0,1 1 0,0-1-1,2-3 37,-2 6-9,0 1 0,0-1 0,0 1 0,0-1 1,1 1-1,-1-1 0,1 1 0,-1 0 0,1 0 0,0 0 0,-1 0 0,1 0 0,0 0 0,0 0 0,-1 1 0,1-1 0,0 1 0,0-1 0,0 1 0,0-1 0,0 1 0,0 0 0,0 0 0,0 0 0,1 1 9,8-2-11,0 1 0,0 1 0,0 0 0,-1 1 0,1 0 0,0 0 0,-1 1 0,1 1 0,-1 0 0,0 0 0,0 1 0,0 0 0,-1 0 0,1 1 0,-2 1 0,9 7 11,16 10 9,0-1 1,21 10-10,-41-26 53,0-1-1,0 0 1,1-2 0,-1 1-1,1-1 1,0-1 0,0-1 0,1 0-1,-1-1-52,-4 1 97,-1-1-1,1-1 1,-1 0 0,1 0-1,-1-1 1,1 0-1,-1-1 1,1 0 0,-1-1-1,0 1 1,0-2-1,0 1 1,-1-1 0,1-1-1,-1 0 1,0 0-1,0 0 1,0-1 0,-1 0-1,0 0 1,0-1-1,-1 0 1,1-1 0,-1 0-97,3-4-15,0 1 1,-1-1 0,-1-1-1,0 0 1,-1 0 0,0 0 0,-1-1-1,1-5 15,-2 5-1554,-1 0 1,-1-1-1,0 1 0,-1 0 0,-1-5 1554,0-13-9919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381 19 3057,'0'0'2276,"0"0"-502,0 0 99,0 0-83,0 0-378,8 14-241,12 22-423,-2 0 0,-1 2 1,-2 0-1,2 14-748,5 42 2052,2 33-2052,-5-26 635,-18-96-590,-1 1-8,1-1-1,0 0 1,0 0 0,0 0-1,1 0 1,0 0-1,0 0 1,0 0-1,0 0 1,1-1 0,0 1-1,0-1 1,0 0-1,3 3-36,-6-6 6,0-1-1,1 0 1,-1 1 0,1-1-1,-1 0 1,1 0-1,-1 1 1,1-1-1,-1 0 1,1 0 0,-1 1-1,1-1 1,-1 0-1,1 0 1,0 0-1,-1 0 1,1 0 0,-1 0-1,1 0 1,-1 0-1,1 0 1,-1 0-1,1 0 1,0 0 0,-1-1-1,1 1 1,-1 0-1,1 0 1,-1-1 0,1 1-1,-1 0 1,1 0-1,-1-1 1,0 1-1,1 0 1,-1-1 0,1 1-1,-1-1 1,0 1-1,1-1 1,-1 1-1,0-1 1,1 1 0,-1-1-1,0 1 1,0-1-1,0 1 1,0-1-1,1 1 1,-1-1 0,0 1-1,0-1 1,0 0-1,0 1 1,0-1-1,0 0-5,-1-40-47,0 30 28,0-4-46,-1 0-1,-1-1 1,-1 1 0,0 0 0,0 0 0,-2 1 0,0-1 65,-53-104-212,23 49 133,10 15-13,4 7-21,-1 2 1,-3 1-1,-5-6 113,30 50 1,0 0-1,1 0 0,-1 0 1,1 0-1,-1 0 1,0 0-1,0 0 0,0 0 1,0 0-1,1 0 1,-1 0-1,0 1 1,-1-1-1,1 0 0,0 1 1,0-1-1,0 1 1,0-1-1,0 1 0,-1-1 1,1 1-1,0 0 1,0 0-1,-1-1 0,1 1 1,0 0-1,0 0 1,-1 0-1,1 0 0,0 1 1,0-1-1,-1 0 1,1 1-1,0-1 0,0 0 1,0 1-1,0-1 1,-1 1-1,1 0 1,0-1-1,0 1 0,0 0 1,0 0-1,0 0 1,0-1-1,1 1 0,-1 0 1,0 0-1,0 1 0,-5 6-38,0 0-1,1 1 1,-1 0 0,2 0-1,-3 6 39,6-13 4,-92 206 1122,-43 153-1126,131-344 28,-1 1 0,2 0 0,1 0 0,0 0 0,1 1 0,0 9-28,7-27-2,-1 0 1,1 0-1,-1 0 0,1 0 0,0-1 0,-1 0 1,1 0-1,0 0 0,3-1 2,0 1 0,47 1 30,0-2 1,0-3-1,0-2 1,-1-3-1,3-2-30,-25 2-11,-1 1 0,1 1 0,1 2-1,-1 2 1,3 1 11,-35 2-93,0 0-102,0 0 30,-1 4 147,0 0 1,0 0-1,-1 1 1,0-1-1,0 0 1,0-1 0,0 1-1,-1 0 1,0-1-1,1 1 1,-1-1-1,0 0 1,-1 0 0,1 0-1,0 0 1,-1 0-1,-1 0 18,-10 10-8,-67 62 64,-2-4-1,-4-3 0,-36 18-55,106-78-74,5-2-85,25-3 72,27-3 89,4-2 5,1 3 1,0 1-1,0 3 1,-1 1 0,15 6-8,-44-9-2,32 12 41,0-3 0,1-2-1,1-2 1,0-2 0,16-2-39,-62-4 18,1-1 0,-1 0 1,0 0-1,0 0 0,0 0 1,0 0-1,0-1 0,0 1 0,0 0 1,0-1-1,0 0 0,-1 1 1,1-1-1,-1 0 0,1 0 0,-1 0 1,0 0-1,0 0 0,0 0 1,0 0-1,1-2-18,20-50 252,-22 54-251,9-33 149,-1 1 0,-2-1 0,-2 0 0,-1 0 0,-1-1-1,-2-18-149,5 51-7047,16-6 2030,11-9-3128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65 7684,'0'0'2059,"0"0"-495,0 0 15,0 0-125,0 0-715,6 4-358,1 0-252,0 0-1,0 0 0,0-1 1,1 0-1,-1 0 1,1-1-1,0 0 0,0-1 1,-1 1-1,1-1 0,1-1-128,101 1 1398,-61-2-851,14-2-193,0-3-1,0-2 1,-1-3 0,0-3 0,-1-3 0,27-12-354,-85 28 1157,11-5-5264,-13 4-890,-9 2 587,-11 0-988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8.6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314 0 3394,'0'0'1720,"0"0"-82,0 0 366,0 0-515,0 0-478,-1 15-59,-4 314 3807,5-252-4107,2-43-339,1-1 1,2 0 0,1 0-1,5 11-313,13 75 416,-21-98-323,-2-11-42,1 0 0,-1 0-1,-1 0 1,0 0 0,0 0-1,-1 5-50,-1-13-18,1 0-1,-1-1 1,0 1-1,0-1 1,0 1-1,0-1 1,0 0-1,0 1 1,0-1-1,0 0 1,-1-1-1,1 1 1,0 0-1,-1 0 1,1-1-1,0 0 1,-1 1-1,1-1 1,0 0-1,-3 0 19,-7 2-65,-54 8-71,-1-2 0,0-4 0,-39-2 136,194-2 880,91 1 415,110-17-1295,-271 13 303,5-14-10149,-3-3 1140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9.1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19 6307,'0'0'2305,"0"0"-936,0 0-11,0 0 426,0 0-495,0 1-1220,-1-1-1,1 0 1,-1 0 0,1 1-1,-1-1 1,1 0 0,-1 1-1,1-1 1,0 0 0,-1 1-1,1-1 1,0 1 0,-1-1-1,1 1 1,0-1 0,-1 1-1,1-1 1,0 1 0,0-1-1,0 1 1,-1-1 0,1 1-1,0 0-68,4 1 183,1-1-1,-1 1 0,0-1 0,1 0 1,-1 0-1,0 0 0,1-1 1,-1 0-1,1 0-182,2 1 272,72 4 3467,78-5-3739,-60-1 543,-92 1-537,0 0 0,-1 0 0,1 0 0,0-1 0,0 1 0,0-1 0,-1-1 1,1 1-1,0 0 0,-1-1 0,0 0 0,1 0 0,-1-1 0,0 1 0,2-2-6,-5 3-24,-1 1-32,0 0-163,0 0-168,0 0-301,0 0-209,0 0-391,-42-12-6433,12 3 2327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19.6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0 404 6707,'0'0'2820,"0"0"-920,0 0-142,0 0-232,0 0-787,21-9-432,68-28-34,1 4 0,59-13-273,-145 45 12,0 1-1,0-1 0,1 0 1,-1 1-1,0 0 0,0 0 0,0 0 1,1 1-1,-1-1 0,0 1 0,0 0 1,0 0-1,0 1 0,0-1 1,0 1-1,0 0 0,-1 0 0,3 1-11,3 4 56,0 1 0,0 0-1,-1 1 1,0 0 0,5 7-56,2 2-4,14 17 80,-4-4 238,1-2-1,2 0 1,7 4-314,-24-25 63,-1 0 1,1 0-1,1-1 1,-1 0-1,1-1 1,0 0-1,1-1 1,-1-1-1,1 0 1,0-1-1,7 2-63,17-2 102,0 0-1,0-3 0,12-1-101,-35 0 25,-9 1-8,1 0 0,-1-1 0,1 1 0,-1-1 0,0 0 0,1-1 0,-1 1 0,0-1 0,0 0 0,0-1 0,0 1 0,0-1 0,-1 0 0,1 0 0,-1 0 0,1-1 0,-1 0 0,0 0 0,-1 0 1,1 0-1,-1 0 0,1-2-17,1-4 14,0 1-1,-1-1 1,0 0 0,-1 0 0,0 0 0,0 0 0,-1 0 0,0-1 0,-1 1 0,-1-1 0,1-2-14,-1-7-33,2-14-151,-3 0 1,-1-16 183,0 39-61,0 0-1,0 0 1,-1 0-1,0 0 1,0 1 0,-2-1-1,1 1 1,-1 0-1,-4-5 62,-1 1 14,-1 1 0,0 0 0,-1 0 0,0 1 0,-1 1 0,0 0-1,-1 1 1,0 1 0,-1 0 0,0 1 0,0 0 0,-1 1 0,0 1-1,0 0 1,-1 1 0,1 1 0,-1 1 0,0 0 0,0 1-1,0 1 1,0 1 0,0 0 0,0 1 0,-1 1 0,2 1 0,-6 1-14,13-1 4,0 0 1,0 1-1,0 0 1,0 1 0,1 0-1,-1 0 1,1 1-1,0 0 1,1 0 0,0 1-1,0 0 1,0 0-1,1 1 1,0 0 0,0 0-1,1 0 1,0 1-5,-11 19-1118,1 1 0,1 0 0,2 1 0,-4 18 1118,2 1-4675,6-5-2392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1.5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71 9316,'0'0'1820,"0"0"-153,0 0 337,0 0-377,0 0-613,20 1-302,168 3 887,-141-5-1247,0-2 0,-1-2 0,26-7-352,125-38 293,-204 48-8876,-65-1 2280,10 3 1202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1.8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74 4898,'0'0'2409,"0"0"-381,0 0 45,0 0-120,0 0-801,17-1-327,406-39 3383,-271 23-3518,-54 13 320,-31 2-3425,-22-2-5411,-22-2 2119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2.3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286 382 7652,'0'0'741,"0"0"-234,0 0 205,0 0 102,-4 31-200,-12 103 5,13-102 44,1-1 1,3 27-664,-1-41 257,0-11-173,1 0 0,-1-1-1,1 1 1,0-1 0,1 1-1,-1 0 1,1-1-1,0 0 1,1 1 0,-1-1-1,1 0 1,0 0 0,0-1-1,0 1 1,1-1 0,0 1-1,0-1 1,0 0 0,0 0-1,0-1 1,1 1-1,0-1 1,0 0 0,0-1-1,0 1 1,0-1 0,0 0-1,1 0 1,4 1-84,16 3 312,0-1 0,0-1 0,0-2-1,1 0 1,21-3-312,-43 1 36,11-1 34,1-1 1,-1 0-1,0-1 1,0-1-1,0-1 1,0-1-1,-1 0 1,0 0-1,0-2 1,0 0-1,1-2-70,8-5 43,0-2 1,-1 0-1,-1-2 0,-1 0 1,-1-2-1,1-2-43,-12 12 56,0-1 0,-1 0 0,0 0 0,-1-1 0,0 0 0,-1 0-1,-1-1 1,0 1 0,0-1 0,0-7-56,-1-2 121,-1 0 0,-1-1-1,-1 1 1,-1-1 0,-1 1-1,-1-4-120,0 13-3,-2 1-1,1-1 1,-2 0-1,1 1 1,-2 0-1,0 1 1,0-1-1,-2 1 1,1 0-1,-1 1 1,-1-1-1,0 2 1,-1-1-1,-4-3 4,0 0-9,-2 0-1,1 1 0,-2 1 1,0 1-1,0 0 0,-1 1 1,0 1-1,-1 0 0,-13-3 10,14 6 7,-1 2 1,0 0-1,0 1 0,0 1 0,0 1 1,0 0-1,-1 2 0,1 0 0,0 1 1,0 1-1,0 1 0,1 0 0,-1 2 1,1 0-1,0 1 0,1 1 0,-1 0 1,2 2-1,-1 0 0,1 0 0,-8 9-7,1-1 79,0 2-1,1 0 0,2 2 1,0 0-1,-12 19-78,23-29 96,2-1 0,-1 2 0,2-1 0,0 1 0,0 0 0,1 1 1,1-1-1,0 1 0,1 0 0,0 0 0,1 0 0,1 0 0,0 0-96,1 77-2078,0-89 1808,-1-1 1,1 1 0,-1-1-1,1 0 1,-1 1 0,0-1-1,0 1 1,1-1-1,-1 0 1,0 0 0,0 0-1,0 1 1,0-1 0,-1 0-1,1 0 1,0 0 0,0-1-1,-1 1 1,1 0-1,0 0 1,-1-1 0,1 1-1,-1-1 1,1 1 0,-1-1-1,1 1 1,-1-1 0,1 0-1,-1 0 270,-40 10-8596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50.7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24 190 8900,'0'0'1654,"0"0"-365,0 0 175,0 0 116,0 0-454,0 0-555,0 0-283,3-2-187,16-9 33,0 1 0,0 1-1,1 0 1,1 2 0,7-2-134,36-14 198,136-68-278,-199 91-128,-16 0-555,-13 3 630,-1 1 0,1 2 0,0 0 0,0 2 0,-23 10 133,-32 9-85,64-22 121,2 1 135,0-2 0,-1 0 0,1-1 0,-1-1 0,-2 0-171,18-2 326,14 0-75,6-3-308,0-1 0,-1 0 1,1-1-1,-1-1 0,0 0 0,0-2 1,-1 0-1,1-1 57,25-11-173,49-19-558,-88 38 547,-3 1 93,-16 1 139,-7 5 12,0 1 1,1 1-1,0 2 1,0 0-1,1 1 1,-15 11-61,34-21 13,2-1-48,26-5-119,1-5 287,0-1 0,26-15-133,2-1 683,-53 26-218,-2 1 172,0 0 150,0 0-136,0 0-184,0 0-187,0 0-69,0 0-110,0 0-7,0 0-25,0 0 19,0 0-45,0 0-24,0 0 2,0 0 24,0 0 25,0 0 34,0 0-3,0 0-48,0 0-47,0 0-68,0 0-36,0 0-148,0 0-159,0 0-230,0 0-374,0 0-1013,0 0-1753,0 0-2524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56.5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45 248 10565,'0'0'1211,"0"0"534,0 0 541,0 0-890,0 0-780,0 0-163,-8-4 100,-21-12 167,21 12 278,8 4-153,0 0-71,31 0 517,860-15-1432,-771 14-429,-66 3 556,0-3 1,0-2-1,0-3 1,8-3 13,-60 6-1482,-11-1 973,-15-2 312,-141-23 202,91 14-21,-74-4 16,420 15 1887,4 4-1810,-276 0-168,0 0 6,0 0-107,0 0 69,0 0 38,-19-5 29,-53-30 54,47 22-24,0 1 1,0 2-1,-1 0 1,-1 1 25,-2 3 103,1 2 0,-1 0 0,0 2 0,0 1 0,-2 2-103,34-1-6,0 1 0,0 0 1,0-1-1,0 1 1,0 0-1,-1 0 0,1 1 1,0-1-1,-1 1 1,1-1-1,0 1 6,13 7 67,34 8 86,0-3 1,1-2 0,1-1-1,0-4 1,5-1-154,86 15-277,-142-21 254,-1 0 0,1 0 0,-1 0 0,1 0 1,-1 0-1,1 0 0,0 0 0,-1 0 0,1 1 0,-1-1 1,1 0-1,-1 0 0,1 1 0,-1-1 0,1 0 0,-1 0 1,1 1-1,-1-1 0,1 1 0,-1-1 0,0 0 0,1 1 1,-1-1-1,0 1 0,1-1 0,-1 1 0,0-1 0,1 1 1,-1-1-1,0 1 23,-10 14-271,-33 13 273,37-24-14,-124 67 653,-22 3-641,-2 2 162,139-67-93,22-10 169,26-14 13,245-184 157,-270 193-408,-2 2-8,-1 0 1,1-1-1,-1 1 0,0-1 1,0 0-1,0-1 0,2-4 8,-6 7-37,-1 2 0,-16 4-56,0 0-1,0 1 1,0 0 0,0 1 0,0 1 0,1 1 0,-8 5 93,-59 21-79,70-28 76,9-4 6,0 0 0,0 0 0,0 0 0,0 0 0,0 0 0,0-1-1,0 1 1,-1-1 0,1 0 0,-1 0-3,3 0 94,23-25-22,-4 8-118,-13 13 46,-1 1 0,1-1-1,-1 0 1,0 0 0,0-1 0,-1 1 0,1-1 0,-1 0 0,0 0-1,0 0 1,0 0 0,-1 0 0,0-1 0,0 0 0,-2 5 16,-31 1-176,29 2-170,-1-1 1,1 1-1,-1 0 1,1 1 0,0-1-1,0 0 1,0 1-1,0-1 1,0 1-1,1-1 1,-1 1 0,1 0-1,0 0 1,0-1-1,0 1 1,0 0-1,0 2 330,-15 26-5687,-7 5-4288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2:07:03.52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08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7940,'0'0'2780,"0"0"-430,0 0-24,0 0-365,0 0-635,0 0-213,3 2 1585,15 23-2384,147 329 539,-131-278-1122,-33-75 184,-1-1 29,0 0-62,0 0 57,1-4 52,0-1-1,0 0 1,-1 1-1,0-1 1,1 1 0,-2-1-1,1 0 1,0 1 0,-2-4 9,1-12-63,-13-204-262,14 208 310,0 2-20,0 0 0,1 0 0,0 0 0,1 0-1,1-2 36,-2 12-8,1-1-1,-1 1 0,1-1 0,0 1 0,1 0 0,-1 0 0,1 0 0,-1 0 0,1 0 0,0 0 1,1 1-1,-1 0 0,1-1 0,-1 1 0,1 1 0,0-1 0,0 0 9,3 1-48,-1-1 0,1 2 1,0-1-1,-1 1 0,1-1 0,0 2 0,0-1 0,0 1 0,0 0 0,0 1 1,-1-1-1,1 1 0,0 1 0,0-1 0,-1 1 0,1 0 0,-1 1 0,1 0 0,-1 0 48,6 6-77,-1 0-1,0 0 1,-1 2-1,0-1 0,-1 1 1,0 1-1,0-1 1,-1 2-1,-1-1 0,0 1 1,-1 0-1,1 2 78,10 30-146,-3 1 1,-1 0-1,-2 3 146,10 37 29,-17-185 286,-10-179-392,5 274 76,1-1 0,1 0 1,-1 1-1,1-1 1,-1 1-1,2-1 0,-1 1 1,0-1-1,1 1 1,0 0-1,0-1 0,0 1 1,0 0-1,1 0 1,-1 1-1,1-1 0,0 0 1,0 1-1,0 0 1,1 0-1,-1 0 0,1 0 1,0 0-1,0 1 1,0-1-1,0 1 0,0 0 1,0 1-1,1-1 1,-1 1-1,1 0 0,-1 0 1,2 0 0,2-1-28,0 2 1,0-1 0,0 1 0,0 0-1,0 1 1,0 0 0,0 0-1,-1 0 1,1 1 0,0 1-1,-1-1 1,1 1 0,-1 0-1,0 1 1,0 0 0,0 0-1,0 0 1,-1 1 0,1 1 27,32 34-18,-1 2 1,-3 2 0,-1 1-1,20 37 18,-11-17 155,2-2 0,9 4-155,-26-32 109,26 25 1124,-77-82-5462,5-10-2955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09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7555,'0'0'2804,"0"0"-581,0 0-278,0 0-417,0 0-533,12 18 934,-4 0-1605,121 245 2222,-105-221-2401,1-1 1,2-1-1,3-2 0,0-1 1,7 4-146,-35-39 2,-1-1-3,0 0 0,-1 0 0,1 0-1,0 0 1,0 0 0,0 0 0,1 0 0,-1-1-1,0 1 1,0 0 0,0-1 0,0 1 0,1 0-1,-1-1 1,0 0 0,1 1 0,-1-1 0,0 0 0,1 0-1,0 0 2,-1 0-104,1 1-1655,-1-10-2658,-1-20-911,0-10-2000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10.0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34 2577,'0'0'2641,"0"0"-1563,0 0-11,0 0 830,0 0-413,-1-7-30,-4-19 245,4 47 3125,1-14-4758,-1-1 0,1 0 0,0 0 0,0 0 0,1 1 0,0-1 0,0 0 0,2 4-66,22 46 380,3-2 0,2 0 0,34 43-380,-42-64 71,35 53 577,4-3 1,37 37-649,-96-117 26,1 0 1,-1-1 0,1 1 0,0-1 0,0 1-1,0-1 1,0 0 0,0 0 0,0 0 0,2 0-27,13 1-2816,-18-3 151,0 0-1279,-2 0-1391,-9 0-1146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10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26 285 5026,'0'0'2543,"0"0"-929,0 0 136,0 0-157,0 0-523,-6 3 119,-13 3 124,30-17-121,43-28-128,-50 37-1100,42-30 434,30-21-15,3 3 0,1 3 0,7 2-383,-62 40-433,-19 3-3155,-17 0-1910,-14-3-1422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10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1 355 8964,'0'0'2804,"0"0"-926,0 0-245,0 0-574,0 0-805,31-14-46,-30 14-206,369-172 1020,-53 15-440,-314 155-473,1 1 1,-1-1 0,1 1-1,0-1 1,-1 1 0,1 0 0,0 1-1,0-1 1,2 1-110,-4 0 899,-2 0 88,0 0-237,0 0-206,0 0-197,0 0-264,0 0-196,0 0-177,0 0-423,-8 15-7368,-4-3 1062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27.8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109 4 12822,'0'0'1633,"0"0"-1537,0 0-64,0 0-64,0 0-80,0 0-2994,-108-4-3409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43.20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 1024,'0'0'681,"0"0"-292,0 0 326,0 0-138,0 0 103,0 0 374,0 6 261,0 15-171,0-6 2429,0-14-2541,4 35 1601,0-35-2490,1 0 1,-1 0-1,0 0 0,1 0 0,-1-1 0,1 1 0,-1-1 0,1 0 0,-1-1 0,0 1 0,1-1-143,12 0 579,-17 1-426,0 0-7,0 0 44,0 0-20,0 0-47,0 0-24,0 0-35,0 0 40,0 0-43,0 0 62,0 0-14,0 0 54,0 0 3,0 0-84,0 0 12,0 0-25,0 0-34,0 0-65,0 0-4,0 0 2,0 0 2,0 0-12,0 0-129,0 0-173,0 0-131,0 0-195,0 0-37,0 0-371,0 0-104,0 0-79,0 0 87,-17 11-849,-14 19-799,11-13-903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53.25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128 253 848,'0'0'729,"0"0"-441,0 0 45,0 0 57,0 0 15,0 0 153,-5-3 7393,3 3-7418,3 1-496,-1 0 1,0 0 0,1 0-1,-1 0 1,1 0-1,-1 0 1,1 0 0,-1 0-1,1-1 1,0 1-1,-1 0 1,1 0 0,0-1-1,0 1 1,0 0 0,-1-1-1,1 1 1,0-1-1,0 1 1,0-1 0,0 0-1,0 1 1,0-1-1,0 0 1,0 0 0,0 1-1,0-1 1,0 0-1,0 0-37,34 0 2013,-35-1-1961,1 1 0,-1-1 0,0 0 0,1 0 0,-1 1 0,0-1 0,0 0 0,0 0 0,0 0 0,0 0 0,0 1 0,0-1 0,0 0 0,0 0 0,0 0 0,0 0 1,-1 1-1,1-1 0,0 0 0,-1 0 0,1 1 0,0-1 0,-1 0 0,1 0 0,-1 1 0,1-1 0,-1 1 0,1-1 0,-1 0 0,0 1 0,1-1 0,-1 1 0,0-1 1,1 1-1,-1-1 0,0 1 0,0 0 0,1-1 0,-1 1 0,0 0 0,0 0-52,1 1-6,-1-1-1,1 1 1,0 0 0,0 0 0,0 0 0,0 0-1,0 0 1,0 0 0,0 0 0,0-1-1,0 1 1,1 0 0,-1 0 0,0 0 0,0 0-1,1 0 1,-1-1 0,1 1 0,-1 0-1,0 0 1,1-1 0,0 1 0,-1 0 0,1-1-1,-1 1 1,1 0 0,0-1 0,-1 1-1,1-1 1,1 1 6,8 0 56,25-2-22,-34 1-36,0 0 0,0 0 0,0-1 0,-1 1-1,1 0 1,0 0 0,0 0 0,-1-1 0,1 1 0,0 0-1,0-1 1,-1 1 0,1-1 0,0 1 0,-1-1 0,1 1-1,0-1 1,-1 1 0,1-1 0,-1 0 0,1 1 0,-1-1-1,1 0 1,-1 1 0,0-1 0,1 0 0,-1 1 0,0-1-1,0 0 1,1 0 0,-1 0 0,0 1 0,0-2 2,0 2 37,0 0 14,-8-1 33,-33 1 174,40 0-268,0 0-1,0 1 1,0-1-1,0 0 0,0 0 1,0 1-1,1-1 0,-1 0 1,0 1-1,0-1 1,0 1-1,0-1 0,0 1 1,0-1-1,1 1 0,-1 0 1,0-1-1,1 1 1,-1 0-1,0 0 0,1 0 1,-1-1-1,1 1 0,-1 0 1,1 0-1,-1 0 1,1 0-1,0 0 0,-1 0 1,1 0-1,0 0 0,0 0 1,0 0-1,0 0 11,4 1-52,1-1-1,0 0 0,-1 0 0,1 0 1,0-1-1,0 1 0,-1-1 1,1 0-1,0-1 0,0 1 1,-1-1-1,4-1 53,-6 1 6,0-1 1,-1 0-1,1 1 1,0-1-1,0 0 1,-1 0-1,0 0 1,1 0-1,-1 0 1,0-1-1,0 1 1,0 0-1,0-1 1,0 1-1,-1 0 1,1-1-1,-1 1 1,1-1-1,-1 1 1,0-1-7,1-59-154,-1 47 2,0 13 152,0 0 1,0 0-1,-1 0 0,1 0 1,-1 1-1,1-1 1,-1 0-1,1 0 1,-1 1-1,0-1 0,0 1 1,0-1-1,0 0 1,0 1-1,0 0 0,-1-1 1,1 1-1,0 0 1,-1-1-1,1 1 0,-1 0 1,1 0-1,-1 0 1,1 0-1,-1 1 0,0-1 1,0 0-1,1 1 1,-1-1-1,0 1 1,0 0-1,0-1 0,1 1 1,-1 0-1,0 0 1,0 0-1,-1 0 0,-1 0 15,0 0-1,1 1 1,-1-1 0,1 1-1,-1-1 1,1 1 0,-1 0-1,1 0 1,0 1-1,-1-1 1,1 1 0,0-1-1,0 1 1,0 0 0,0 0-1,0 1 1,0-1 0,1 0-1,-3 3-14,2 2 5,-1-1-1,1 0 1,0 1-1,1 0 1,0-1-1,0 1 0,0 0 1,1 0-1,0 0 1,0 1-1,1-1 1,0 6-5,33-14-441,-30 0 445,-1 0 0,1 0-1,-1 0 1,0-1-1,1 1 1,-1 0 0,0-1-1,0 1 1,0-1-1,0 0 1,0 0-1,-1 0 1,1 0 0,0 0-1,-1 0 1,0 0-1,1 0 1,-1-1-1,0 1 1,0-1-4,1-2 23,1-1 0,-2 1 0,1-1 0,0 0 0,-1 1 0,0-1 1,-1 0-1,1-3-23,-34 12 490,33-2-482,-1-1-1,1 0 0,0 0 0,0 0 0,0 0 1,-1 0-1,1 1 0,0-1 0,0 0 0,0 0 0,-1 0 1,1 0-1,0 1 0,0-1 0,0 0 0,0 0 1,0 1-1,-1-1 0,1 0 0,0 0 0,0 1 0,0-1 1,0 0-1,0 0 0,0 1 0,0-1 0,0 0 1,0 0-1,0 1 0,0-1 0,0 0 0,0 0 0,0 1 1,0-1-1,0 0 0,0 0 0,1 1 0,-1-1 1,0 0-1,0 0 0,0 0 0,0 1-7,1-1 13,-1-1 1,0 1-1,1 0 0,-1 0 1,0 0-1,1 0 0,-1-1 1,0 1-1,1 0 0,-1 0 1,0-1-1,0 1 0,1 0 1,-1-1-1,0 1 0,0 0 1,0-1-1,1 1 0,-1 0 1,0-1-1,0 1 0,0 0 1,0-1-1,0 1 0,0 0 1,0-1-1,0 1 0,0-1 1,0 1-1,0 0 0,0-1 1,0 1-1,0-1 1,0 1-1,0 0 0,0-1 1,0 1-1,0 0 0,-1-1 1,1 1-14,0-3 15,0 0 0,-1 1 0,1-1 0,-1 0 0,0 1 0,1-1 0,-1 1 0,0-1 0,-1 1 0,1-1 0,0 1 0,-1 0 0,1-1 0,-1 1 0,0 0 0,-2-2-15,3 4 6,1-1 0,-1 0 0,0 1 0,0-1 0,0 1 0,0-1 0,0 1 0,1 0 0,-1-1 0,0 1 0,0 0 0,0 0 0,0-1 0,0 1 0,0 0 0,0 0 0,0 0 0,0 0 0,0 0 0,0 1 0,0-1 0,0 0 0,0 0 0,0 1 0,0-1 0,0 0 0,0 1 1,0-1-1,0 1 0,0-1 0,0 1 0,1 0 0,-1-1 0,0 1 0,0 0 0,1 0 0,-1-1 0,1 1 0,-1 0 0,0 0 0,1 0 0,0 0 0,-1 0 0,1 0 0,-1-1 0,1 2-6,-4 6-21,0-1 0,1 0 0,0 1 0,0 0-1,0 0 1,1 0 0,1 0 0,-1 0 0,1 0 0,1 0 0,-1 0 0,2 8 21,-1-15-7,1 0 0,-1 0 0,1 0 0,-1 0 0,1 0 1,0-1-1,-1 1 0,1 0 0,0-1 0,0 1 0,-1 0 1,1-1-1,0 1 0,0-1 0,0 1 0,0-1 1,0 1-1,0-1 0,0 0 0,0 1 0,0-1 0,0 0 1,0 0-1,0 0 0,0 0 0,0 0 0,0 0 7,36 0-7,-26 0-7,-9-1 15,1 1 0,0 0-1,-1-1 1,1 0 0,-1 1 0,1-1-1,0 0 1,-1 0 0,0-1 0,1 1-1,-1 0 1,0-1 0,0 1 0,0-1-1,0 0 1,0 0 0,0 0 0,0 0-1,0 0 1,-1 0 0,1 0 0,-1-1-1,0 1 1,1-1 0,-1 1 0,0-1-1,-1 1 1,1-1 0,0 1 0,-1-2-1,3-6-90,-1 0 1,-1-1 0,0 1-1,0 0 1,-1-1 0,0 1-1,-1-5 90,0 13 6,0 0-1,0 1 1,0-1-1,0 0 1,0 0 0,0 1-1,0-1 1,0 1-1,-1-1 1,1 1-1,0-1 1,-1 1-1,1 0 1,-1 0 0,0 0-1,1 0 1,-1 0-1,0 0 1,0 0-1,0 0 1,0 1-1,0-1 1,1 1-1,-1-1 1,0 1 0,0 0-1,0 0 1,0 0-1,-1 0-5,1 0 3,1-1 1,-1 1-1,0 0 0,0 0 0,1 0 1,-1 0-1,0 0 0,0 0 0,1 0 0,-1 1 1,0-1-1,1 1 0,-1-1 0,0 1 1,1 0-1,-1-1 0,1 1 0,-1 0 0,1 0 1,-1 0-1,1 0 0,0 0 0,-1 1 1,1-1-1,0 0 0,0 1 0,0-1 1,0 0-1,0 1 0,0-1 0,0 1 0,1 0-3,-1 2-12,0 0-1,1 0 1,0 0-1,0 0 0,0 0 1,0 1-1,1-1 0,0 0 1,-1 0-1,2 0 1,-1 0-1,0 0 0,1-1 1,-1 1-1,3 3 13,-2-4-9,0-1 0,0 0-1,1 0 1,-1 0 0,0 0-1,1 0 1,-1 0 0,1-1 0,0 1-1,-1-1 1,1 0 0,0 1-1,0-1 1,0-1 0,0 1 0,0 0-1,0-1 1,0 1 0,0-1 0,0 0-1,3 0 10,-5 0 83,-1-1-14,0-1 1,1 1-1,-1 0 1,1 0 0,-1 0-1,1 0 1,-1 0-1,1 1 1,0-1-1,-1 0 1,1 0-1,0 0 1,0 0-1,0 1 1,-1-1-1,2 0-69,174 3 767,190-4-728,-345 0-8,1 0 1,-1-2-1,1 0 0,-1-1 0,0-2 1,-1 0-1,14-7-31,-33 14 53,-1 0 14,0 0 2,0 0 9,0 0-46,0 0-14,-18 0-255,-1 1 239,0 2 0,0 0 0,1 1 0,-1 1 0,1 1 1,-14 6-3,-40 12 110,5-10-78,0-2 1,-17-2-33,29-4 49,0 2 1,0 3-1,-38 13-49,92-24 2,1-1-1,0 1 1,0 0-1,-1 0 1,1 0 0,0 0-1,-1 0 1,1 0-1,0 0 1,-1 0 0,1 0-1,0 0 1,-1 0-1,1 0 1,0 0 0,-1 1-1,1-1 1,0 0-1,0 0 1,-1 0 0,1 0-1,0 0 1,-1 1-1,1-1 1,0 0 0,0 0-1,0 1 1,-1-1-1,1 0 1,0 0 0,0 1-1,0-1 1,-1 0-1,1 0 1,0 1 0,0-1-1,0 0 1,0 1-1,0-1 1,0 0 0,0 1-1,0-1 1,0 0-1,0 1 1,0-1 0,0 0-1,0 0 1,0 1-1,0-1 1,0 0 0,0 1-2,21 5 132,36 0 46,325-5 276,-295-11-577,-87 10 168,0 0-63,0 0-142,-12-3-136,-79-16 279,-1 3 0,-1 5 1,0 4-1,0 4 1,-5 4 16,97-1 141,1 0-74,0 0-51,0 0-32,29 0-48,68 1 147,-1-5-1,0-4 1,0-4 0,85-23-83,-173 33 112,-7 1 29,-1 1-26,0 0 53,0 0-59,0 0-61,0 0-98,0 0-38,-21 2 21,0-2 1,0-1-1,0 0 1,-8-2 66,-45-3 12,-385 6-412,454 1 394,1-1-1,-1 1 1,1 0 0,0 0 0,-1 1-1,1 0 1,0-1 0,0 1 0,0 1-1,-1 0 7,1-1-3,0 0-1,0 0 0,0 0 1,0 0-1,-1 0 1,1-1-1,-1 0 0,1 0 1,-1 0-1,-1 0 4,5-1 30,1 0 2,0 0 2,0 0 84,0 0 95,0 0-10,0 0-30,0 0 25,0 0-126,0 0 21,0 0-13,0 26-24,14 178-120,-17 201 246,3-405-116,0-20 356,0-471-798,0 1041 610,0-549-156,0-1 111,0 0-37,0-14 155,0-568-648,0 662 226,0 72 64,-13 94 51,9-144 16,4-101 14,0-1 10,0 0 85,0-14 232,0-495-341,0 488 9,2 27-112,2 39-168,0 320 245,-4-287 12,0-77 17,0-1-19,0 0 29,0 0 75,0 0-5,-3-45-110,1-1 0,5-31 11,-1-6 8,-4 20 78,1 33-1,0-1 0,2 1 1,1 0-1,5-21-85,-10 83-208,2-1 0,1 1 0,3 6 208,-1 37 21,-5 46 262,-15 95-283,15-166 144,3-49-34,0-1-22,0 0-11,0 0-10,0 0 5,0-27 32,-7-639-675,7 665 512,0 1-29,0 0-24,0 0-104,0 17-179,0 613 542,0-629-166,0-1 54,0 0 42,0 0 54,0-10 21,0-64-164,-2-39 22,5 1 0,5 0 1,13-52-11,-14 135-215,-6 50-239,-2 3 445,-16 428 391,12-340-346,4-80 187,1-27 76,0-11 172,0-472-708,2 444 158,1 0 0,2 0 0,1 1 0,5-13 79,-1 4-31,-2 0-1,0-17 32,-7 10-99,-1 48 69,1 0 0,-1 0 0,1 0 0,0 0 0,-1 0-1,1 0 1,0 0 0,0 0 0,-1 0 0,1 1 0,0-1-1,0 0 1,0 0 0,0 1 0,0-1 0,0 1 0,0-1-1,0 1 1,0-1 0,1 1 0,-1-1 0,0 1-1,0 0 1,0 0 0,0 0 0,1 0 0,-1 0 0,0 0-1,0 0 31,51-4 279,-33 4-304,50-6 71,-1 4 0,1 3 0,43 6-46,-20 8 46,-63-8-34,1-2 1,0-2-1,16 0-12,-45-3-48,-3 2-557,-11 6 170,-160 17 514,63-7-81,48-10 7,0 2-1,1 3 1,0 2 0,-32 14-5,69-14 82,24-15-76,0 0 0,-1 0-1,1 1 1,0-1 0,0 0 0,-1 1 0,1-1 0,0 0 0,0 1 0,0-1 0,-1 1 0,1-1 0,0 0 0,0 1 0,0-1 0,0 0 0,0 1 0,0-1 0,0 1 0,0-1 0,0 1 0,0-1 0,0 0 0,0 1 0,0-1 0,0 1 0,0-1 0,0 0 0,1 1 0,-1-1 0,0 1-6,3 2 35,0-1 0,1 1 1,-1-1-1,0 1 0,1-1 1,-1 0-1,1-1 0,0 1 1,1 0-36,2 1 7,16 7 43,0-2-1,0-1 1,0-1 0,1-1 0,-1-1-1,1-1 1,13 0-50,50-1 112,39-5-112,-76 1 23,-24-1 1,0-1 0,0-1-1,0-1 1,0-1 0,11-5-24,7-2-92,-134-7-503,-359-38 400,425 56 206,17 3-8,0-1-1,1 1 1,-1-2 0,0 1-1,1-1 1,-1 0 0,1 0-1,-1 0 1,1-1-1,0 0 1,0-1 0,-4-2-3,9 4 29,1 1 24,0 1 14,0 0-27,0 0-19,0 0-31,0 0 7,0 0-61,0 0 56,0 0-32,0 0 27,0 0 47,0 0 1,0 0-14,0 8-135,-13 168 218,13 265 429,0-440-516,1 1 0,-1-1 0,0 1 0,0-1 0,0 1 0,0-1 0,0 0 0,0 1 0,0-1 0,0 1 0,-1-1 0,1 1 0,-1-1 0,1 0 0,-1 1 0,1-1 0,-1 0 0,0 1 0,1-1 0,-1 0 0,0 0 0,0 0 0,0 0 0,0 0 0,0 0 0,0 0 0,0 0 0,-1 0 0,1 0 0,0-1 0,0 1 0,-1 0 0,1-1 0,0 1 0,-1-1-17,0-1 11,1-1 1,0 1-1,-1-1 0,1 0 1,0 1-1,0-1 0,0 0 0,1 0 1,-1 1-1,0-1 0,1 0 1,-1 0-1,1 0 0,-1-2-11,0 0 24,-10-45 36,2 1 1,2-2-1,3 1 1,1 0-1,3-1 1,3-12-61,-2-25 34,-1 86-47,0 0-1,0 1 1,0-1-1,0 0 1,0 0-1,0 0 1,1 0 0,-1 0-1,0 1 1,1-1-1,-1 0 1,0 0-1,1 0 1,-1 1 0,1-1-1,-1 0 1,1 0-1,-1 1 1,1-1-1,0 1 1,-1-1-1,1 0 1,0 1 13,0-1-12,-1 1 1,1-1-1,-1 1 1,1-1-1,-1 1 0,1-1 1,-1 1-1,1-1 0,-1 1 1,1-1-1,-1 0 1,0 1-1,1-1 0,-1 0 1,0 1-1,0-1 1,1 0-1,-1 0 0,0 1 1,0-1-1,0 0 0,0 0 1,0 1 11,0-1 40,0 1 59,0 0-3,0-4-21,0 3-83,-1 1-1,1-1 0,0 1 0,0-1 1,0 0-1,-1 1 0,1-1 1,0 1-1,0-1 0,0 0 0,0 1 1,0-1-1,0 0 0,0 1 1,0-1-1,1 1 0,-1-1 0,0 0 1,0 1-1,0-1 0,1 1 1,-1-1-1,0 1 0,1-1 0,-1 1 1,0-1-1,1 1 0,-1-1 1,1 1-1,-1-1 0,0 1 0,1 0 1,-1-1-1,1 1 0,0 0 1,-1-1-1,1 1 0,-1 0 0,1 0 9,6-1 33,-1-1 0,1 1 0,-1-1 0,1 0 0,-1 0 0,0-1 0,0 0 0,0 0 0,3-2-33,-8 4-19,-1 1 30,0 0-14,0 0 30,0 0 58,0 0-32,0 0-37,0 0-42,0 0-57,0 0-5,0 0-139,0 0 32,0 0 43,0 0 91,-3-1 17,0-1 0,0 1 0,0-1 0,0 0 0,0 0 0,1 0 0,-1 0 0,1 0 0,-1 0 0,1-1 0,-2-1 44,-7-8-98,-45-30-499,66 58-57,-9-13 664,0 0 0,0-1 0,0 1 0,1 0-1,-1-1 1,1 1 0,-1-1 0,1 0 0,0 0 0,0 1 0,0-1-1,0 0 1,0-1 0,0 1 0,1 0 0,-1-1 0,1 1-1,-1-1 1,1 0 0,-1 1 0,1-1 0,0-1 0,0 1 0,-1 0-1,1-1 1,1 1-10,-2-1 4,-1 0 1,0 0-1,0-1 0,1 1 0,-1 0 0,0-1 1,0 1-1,1 0 0,-1-1 0,0 1 0,0-1 1,0 0-1,0 0 0,0 1 0,0-1 0,0 0 1,0 0-1,0 0 0,0 0 0,0 0 0,0 0 1,-1 0-1,1 0 0,0 0 0,-1 0 0,1 0 1,-1-1-1,1 1 0,-1 0 0,0 0 0,1-1 1,-1 1-1,0 0-4,1-5-61,-1 0 1,1 0-1,-1 0 0,0 0 1,-1 0-1,1 0 1,-1-1 60,0 5-14,0 0-1,0 0 1,-1 1 0,1-1 0,0 0 0,-1 1 0,1-1 0,-1 1-1,1-1 1,-1 1 0,0 0 0,1 0 0,-1-1 0,0 1-1,0 1 1,0-1 0,0 0 0,0 0 0,0 1 0,0-1-1,0 1 1,0-1 0,-1 1 14,1 0 4,0-1-1,1 0 1,-1 1-1,0 0 1,0 0 0,0-1-1,0 1 1,0 0-1,0 0 1,1 1 0,-1-1-1,0 0 1,0 1-1,0-1 1,0 1 0,1-1-1,-1 1 1,0 0-1,0 0 1,1 0 0,-1 0-1,1 0 1,-1 0-1,1 0 1,-1 1 0,0 0-4,-2 9 9,0 1-1,1-1 1,0 1 0,1 0 0,0 0 0,1 0 0,0 0 0,1 0 0,1 1 0,-1-1 0,2 0-1,0 1-8,-1-11 2,-1 0-1,1 0 1,0 0-1,0 0 1,0 0 0,0-1-1,0 1 1,0 0-1,0-1 1,1 1-1,-1 0 1,0-1-1,1 0 1,0 1-1,-1-1 1,1 0-1,0 0 1,-1 0-1,1 0 1,0 0-1,0 0 1,0 0-1,0-1 1,0 1-1,2-1-1,54 5-33,-48-5 31,-9-1-2,0 1 0,0 0-1,0-1 1,0 1 0,0-1 0,0 1 0,0-1-1,0 0 1,0 1 0,0-1 0,0 0 0,-1 0-1,1 0 1,0 0 0,-1 0 0,1 1 0,0-1-1,-1 0 1,1 0 0,-1 0 0,1 0-1,-1-1 1,0 1 0,0 0 0,1 0 0,-1 0-1,0 0 1,0 0 0,0 0 0,0 0 0,0-1-1,0 1 5,-1-51-286,1 35 157,-1 12 80,-1 0-1,1 1 1,-1-1-1,0 0 1,0 0-1,0 1 1,-1-1-1,0 1 1,1 0-1,-1 0 1,-1 0-1,1 0 1,-1 0-1,0 1 1,1-1-1,-3 0 50,1 0 15,0-1 1,0 1-1,0 1 1,-1-1-1,1 1 0,-1 0 1,1 0-1,-1 1 1,0 0-1,-1 0 0,1 0 1,0 1-1,-3-1-15,6 2 11,1 1 0,0-1 0,0 1 0,0 0 0,0-1 0,0 1 0,0 0 0,0 0 0,0 0 0,0 1 0,0-1 0,0 0 0,1 1 0,-1-1 0,0 1 0,1 0 0,0-1 0,-1 1 0,1 0 0,0 0 0,0 0 0,0 0 0,0 0 0,0 0 0,0 0 0,1 0 0,-1 0 0,1 1 0,-1-1 0,1 0 0,0 0 0,0 1 0,0 0-11,-1 2 22,1 0 0,0-1 0,0 1 0,0 0 0,1-1 0,-1 1 0,1 0 0,0-1 0,0 1 0,1-1 0,-1 0 0,1 1 0,0-1 0,0 0 0,1 0 0,2 3-22,2-1 23,0 0-1,0 0 1,1-1-1,0 0 0,0-1 1,0 0-1,0 0 1,1-1-1,-1 0 1,1 0-1,0-1 0,0 0 1,0 0-1,0-1 1,1-1-1,-1 1 1,2-2-23,-10-2 15,0 0 0,0 0 1,0 0-1,-1 0 0,1-1 1,-1 1-1,0 0 0,0 0 0,0-1 1,0 1-1,-1-2-15,1-1 2,0 6-2,0-13-15,0 0 0,-1 0-1,0 1 1,-1-1 0,-2-5 15,3 15-3,0 0 1,1 0-1,-2 0 1,1 1-1,0-1 1,0 0-1,-1 1 1,0-1-1,1 0 1,-1 1-1,0 0 1,0 0-1,-1-1 1,1 1-1,0 0 1,-1 1-1,1-1 1,-1 0-1,0 1 1,1-1-1,-1 1 1,0 0 0,0 0-1,0 0 1,0 0-1,0 1 3,0-1 2,1 2-1,-1-1 1,0 0-1,1 0 1,-1 1-1,0 0 1,1-1-1,-1 1 1,1 0-1,-1 0 1,1 0-1,-1 1 1,1-1-1,0 1 1,-1-1-1,1 1 1,0 0 0,0-1-1,0 1 1,1 0-1,-1 1 1,0-1-1,1 0 1,-1 0-1,1 1 1,0-1-1,0 1 1,0-1-1,0 1 1,0-1-1,1 1 1,-1-1-1,1 1 1,-1 0-1,1 1-1,0-4 54,0 0-86,0 0 37,0 0-53,0 0 19,0 0 2,0 0 6,0 0-14,0 0-16,0 0 25,0 0 7,0 0 27,38 1 37,-28-2 38,607 1 395,-617 0-449,0 0-8,0 0-90,-102 8 4,-1-4 0,-17-5 65,-110 3-27,218-2-152,-19 5 661,30-4-581,0-1-1,0 1 1,0 0 0,0 0-1,1-1 1,-1 1 0,0 0 0,0 0-1,1 0 1,-1 0 0,0 0-1,1 0 1,-1 0 0,1 0-1,-1 0 1,1 1 0,0-1 0,0 0-1,-1 0 1,1 0 0,0 0-1,0 1 1,0-1 0,0 0-1,0 0 1,0 0 99,0 25-4562,0 4-2428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55.79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112 123 2081,'0'0'2118,"0"0"-957,0 0-297,0 0 27,0 0-29,0 0 13,-8 13 7003,8-11-7801,-1 1-1,0 0 0,1 0 1,-1-1-1,1 1 0,0 0 1,0 0-1,0 0 0,0 0 1,1 0-1,-1-1 0,1 1 1,0 1-77,1-1 15,0 1 0,1-1 1,-1 0-1,1 0 1,0 0-1,0 0 0,0 0 1,0-1-1,1 1 0,-1-1 1,1 0-1,-1 0 0,1 0 1,0-1-1,2 1-15,2 1-5,0 0 1,0-1-1,1 0 0,-1-1 1,1 0-1,-1 0 0,2-1 5,-9-2-6,0 0-1,0 0 1,0 0 0,0 0-1,-1 0 1,1 0 0,0-1-1,-1 1 1,0 0 0,1-1-1,-1 1 1,0 0 0,0 0-1,-1-1 1,1 1 0,0 0 6,0-1-22,0-71-639,-1 73 667,1 1 1,0-1-1,0 0 1,-1 1-1,1-1 0,0 1 1,-1-1-1,1 1 1,-1-1-1,1 1 1,0-1-1,-1 1 1,1 0-1,-1-1 0,1 1 1,-1 0-1,0-1 1,1 1-1,-1 0 1,1-1-1,-1 1 0,0 0 1,1 0-1,-1 0 1,1 0-1,-1 0 1,0 0-1,0 0-6,-25-4 22,12 3-8,5-1 37,-1 0-1,1 0 1,0 1-1,-1 1 1,-7-1-51,15 1 14,0 0 0,-1 0-1,1 1 1,-1-1 0,1 1 0,-1-1 0,1 1-1,0 0 1,-1-1 0,1 1 0,0 0 0,0 1-1,0-1 1,0 0 0,0 1 0,0-1 0,0 1-1,0-1 1,0 1 0,1 0 0,-1 0 0,1 0-1,-1 0 1,1 0-14,-4 8 76,1 1 1,0-1-1,0 0 0,1 1 0,1 0 1,-1 0-1,2 0 0,0 0 1,0 0-1,1 0 0,0 0 0,1 3-76,0-10 8,1-1 1,-1 0-1,0 0 0,1 0 0,0-1 0,0 1 1,0 0-1,0-1 0,0 1 0,0-1 0,1 1 1,-1-1-1,1 0 0,-1 0 0,1 0 0,0-1 0,0 1 1,0-1-1,0 1 0,0-1 0,1 0-8,6 3-1,0 0 0,0-1 0,0 0 0,0-1 0,1 0 0,1 0 1,-8-2-19,-1 1 0,1-1 1,-1 0-1,1 0 0,-1 0 1,0 0-1,1-1 0,-1 0 1,1 1-1,-1-1 0,0 0 1,1 0-1,-1-1 0,0 1 1,0-1-1,0 0 0,0 0 1,1-1 18,0-1-4,-1 0 1,0 0-1,0-1 1,-1 0 0,1 1-1,-1-1 1,0 0-1,0 0 1,-1 0 0,1 0-1,-1-4 4,3-6-108,0-1 1,-2 1-1,0-1 0,-1 1 1,0-1-1,-1 0 0,-1 1 0,-1-6 108,-1 18 52,-1 0 0,1 0-1,0 0 1,-1 0 0,1 1-1,-1 0 1,0 0 0,0 0-1,0 0 1,0 1 0,-3-2-52,-3 0 21,-1 0 0,1 1 1,0 0-1,-1 1 0,1 0 1,0 1-1,-1 0 0,1 0 1,-1 1-1,-4 2-21,14-2 16,-1 0-1,0 0 1,1 0 0,-1 0-1,1 1 1,-1-1 0,1 1-1,0-1 1,0 1 0,0 0-1,0-1 1,0 1 0,0 0-1,0 0 1,0-1 0,0 1-1,1 0 1,-1 0 0,1 0-1,0 0 1,-1 0-1,1 0 1,0 1-16,-1 53 208,1-43-165,0-10-37,0 1 1,0-1-1,1 0 0,-1 0 0,1 0 1,-1 1-1,1-1 0,0 0 0,0 0 1,1 0-1,-1 0 0,1 0 0,-1-1 0,1 1 1,0 0-1,0-1 0,0 1 0,1 0-6,2 1 0,0 0 0,1 0-1,-1-1 1,1 0 0,-1 0-1,1-1 1,0 1 0,0-1-1,4 1 1,0-1-41,0 1-1,1-2 0,-1 1 1,0-1-1,4-1 42,-12 0-10,1 1 0,-1-1 0,0 0 0,1 0 0,-1-1 0,1 1 0,-1 0 0,0-1 0,1 1 0,-1-1 0,0 0 0,0 0 0,1 0 0,-1 0 0,0 0 0,0 0 0,0-1 0,0 1 0,0-1 0,-1 1 0,1-1 0,0 0 0,-1 0 0,1-1 10,4-14-62,-2-1-1,0 1 1,-1-1-1,-1 0 1,-1-1-1,-1 1 0,0 0 1,-1 0-1,-1-4 63,1 19 5,0 0-1,0-1 0,0 1 0,0 0 0,-1 0 0,1 0 1,-1 1-1,0-1 0,0 0 0,0 1 0,0-1 1,0 1-1,-1-1 0,1 1 0,-1 0 0,1 0 1,-1 0-1,0 0 0,0 1 0,0-1 0,0 1 0,0 0 1,-1-1-5,-5-1 38,0-1 0,1 2 0,-1-1 0,0 1 0,-1 1 0,1-1 0,-7 1-38,-7 1 73,16-1-39,-1 1 0,1 0-1,-1 1 1,1-1 0,-1 2 0,-5 1-34,10-2 12,0 0 1,0 1-1,0-1 1,1 1-1,-1 0 1,0 0-1,1 0 1,-1 0-1,1 0 1,0 0-1,0 1 1,0-1-1,0 1 1,0 0-1,1-1 1,-1 1-1,0 3-12,-4 4 52,1 1-1,1 0 1,0 0-1,0 0 0,1 0 1,1 0-1,0 1 1,0-1-1,1 1 0,1 0 1,0-1-1,0 1 1,1 0-1,1-1 0,0 2-51,0-10 5,-1 1-1,1-1 0,0 1 1,0-1-1,1 0 0,-1 0 0,1 0 1,0 0-1,-1 0 0,1-1 1,0 1-1,1-1 0,-1 1 1,0-1-1,1-1 0,-1 1 0,1 0 1,0-1-1,-1 1 0,1-1 1,0 0-1,0-1 0,1 1-4,14 2 27,0 0 0,0-2-1,1 0 1,2-2-27,-11 1 8,-6 0-3,0 0 0,1-1 0,-1 0 0,0 0 0,-1 0 0,1 0 0,0-1 0,0 0 0,-1 0 0,1 0 0,-1-1 0,1 0 0,-1 1 0,0-1 0,0-1 0,0 1 0,-1-1 0,1 1 0,-1-1 0,0 0 0,0 0 0,0-1 0,0 1 0,-1-1 0,0 1 0,2-5-5,0-2-77,0-1 0,-1 1 0,0-1 0,-1 1 0,0-1 0,-1 0 0,0 1 0,-1-1-1,0 0 1,-1 0 0,-1-5 77,1 16 14,0-1-1,0 1 1,0 0 0,0 0-1,0 0 1,0-1 0,-1 1-1,1 1 1,0-1-1,-1 0 1,1 0 0,0 0-1,-1 1 1,1-1 0,-1 0-1,1 1 1,-1 0-1,1-1 1,-1 1 0,0 0-1,1 0 1,-1 0-1,1 0 1,-1 0 0,-1 0-14,-44 2 166,42 0-144,0 1-1,0 0 1,0 0 0,0 0 0,0 0-1,0 1 1,1-1 0,0 1-1,0 0 1,0 1 0,0-1-1,1 1 1,0 0 0,-1 0-1,2 0 1,-2 2-22,-9 12 349,13-19-496,0 1-1,0-1 0,0 0 0,0 0 0,0 0 0,0 1 1,0-1-1,0 0 0,0 0 0,0 0 0,0 1 0,0-1 1,0 0-1,1 0 0,-1 0 0,0 0 0,0 1 0,0-1 1,0 0-1,0 0 0,0 0 0,1 0 0,-1 0 0,0 0 1,0 1-1,0-1 0,0 0 0,1 0 0,-1 0 0,0 0 1,0 0-1,0 0 0,0 0 0,1 0 0,-1 0 0,0 0 1,0 0-1,0 0 0,1 0 0,-1 0 0,0 0 0,0 0 1,0 0-1,1 0 0,-1 0 0,0 0 0,0 0 0,0 0 1,1 0-1,-1 0 0,0 0 0,0-1 0,0 1 0,0 0 1,1 0-1,-1 0 148,1 0-1825,6 0-6920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03.0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 2272 19924,'-1'4'2,"-1"3"1,1 1 1,0 0-1,0 0 0,0 1 0,1 1-3,0 1 32,-2 3-6,2-1 1,0 1-1,0-1 0,1 0 1,1 1-1,2 5-26,-4-15-2,2-1-1,-1 0 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42.7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203 15 14038,'1'-10'-55,"-1"6"52,-54 4 149,52 0-141,1 0-1,-1 0 0,1 0 0,0 0 0,-1 1 1,1-1-1,-1 1 0,1-1 0,0 1 0,-1-1 1,1 1-1,0 0 0,0 0 0,0 0 0,0-1 1,-1 1-1,1 0 0,0 0 0,0 1 0,1-1 1,-1 0-1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03.05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1115 5690 11129,'0'1'1,"-7"13"245,1-1 0,1 1 0,0 0 0,1 1 0,1-1 0,-1 9-246,4-23 3,0 0 1,0 0 0,0 1 0,0-1-1,0 0 1,0 0 0,0 0-1,0 0 1,0 0 0,1 0 0,-1 1-1,0-1 1,0 0 0,0 0-1,0 0 1,0 0 0,0 0-1,0 0 1,0 0 0,1 0 0,-1 0-1,0 1 1,0-1 0,0 0-1,0 0 1,0 0 0,1 0 0,-1 0-1,0 0 1,0 0 0,0 0-1,0 0 1,0 0 0,1 0-1,-1 0 1,0 0 0,0 0 0,0 0-1,0 0 1,0 0 0,1 0-1,-1 0 1,0-1 0,0 1-1,0 0 1,0 0 0,0 0 0,0 0-1,0 0 1,1 0 0,-1 0-1,0 0 1,0 0 0,0-1 0,0 1-1,0 0 1,0 0 0,0 0-1,0 0 1,0 0 0,0 0-1,0-1 1,0 1 0,1 0 0,-1 0-1,0 0 1,0 0-4,13-14-45,61-80-91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0.3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639 2 3586,'0'0'1616,"0"0"-268,0 0 335,0 0-53,0 0-267,0 0-37,0 0-1246,-1 0 0,1 0-1,0 0 1,-1-1 0,1 1 0,0 0-1,-1 0 1,1 0 0,-1 0-1,1 0 1,0 0 0,-1 0-1,1 0 1,0 0 0,-1 0-1,1 0 1,-1 0 0,1 0-1,0 0 1,-1 0 0,1 0-1,0 0 1,-1 1 0,1-1-1,0 0 1,-1 0 0,1 0-1,0 1 1,-1-1 0,1 0 0,0 0-1,-1 1 1,1-1 0,0 0-1,0 0 1,0 1 0,-1-1-1,1 0 1,0 1 0,0-1-1,0 0 1,0 1 0,-1-1-1,1 1 1,0-1-80,0 127 1153,0 172 1434,30 221-2587,-16-397 1585,-3 87-1585,-5-160-325,-6-50-27,0 0-110,0 0-184,1 1 577,-1-1-1,0 0 1,0 1 0,0-1-1,0 1 1,0-1-1,1 0 1,-1 1-1,0-1 1,0 0 0,0 1-1,0-1 1,0 0-1,0 1 1,0-1-1,0 1 1,-1-1 0,1 0-1,0 1 1,0-1-1,0 0 1,0 1-1,0-1 1,-1 0 0,1 1-1,0-1 1,0 0-1,0 1 1,-1-1-1,1 0 1,0 0 0,0 1-1,-1-1 1,1 0-1,0 0 1,-1 0-1,1 1 1,0-1 0,-1 0-1,1 0 1,-1 0 69,-22 11-1347,-2-2 0,1-1 1,-1-1-1,0-1 0,-1-1 1,0-1-1,-16 0 1347,-54 0-2542,-44-6 2542,37 1 2399,-21 1 1192,123 0-2556,1 0 30,0 0-28,0 0 39,20 0 578,114 0-194,126 1 209,147-24-1669,10-21-32,-325 36 1830,-92 8-1480,0 0-118,0 0-112,0 0-312,0 0-406,-18 2-4630,9-2 3506,-18 11-3987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0.91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65 0 2257,'0'0'1737,"0"0"-1070,0 0-318,0 0-45,0 0-130,-11 4 55,-32 13 441,32-13 376,11-4 442,0 0 319,0 0 81,0 0-249,86 3 1442,0 0-2862,-52-3-164,73 0 285,80-11-340,-170 9-2414,-31 4-54,-34 6-1927,13 4 425,-1 0-685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1.33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68 1 2593,'0'0'718,"0"0"261,0 0 272,0 0-296,0 0-24,-11 3 315,-35 7 51,35-8-105,11-2-132,0 0-71,0 0-47,5 0-733,0 0 0,-1 0 1,1 1-1,0-1 0,-1 1 0,1 0 0,-1 1 0,1-1-209,26 5 181,176 6 1991,177-15-2172,-226-10 50,-78 5 287,42 2-337,-121 6-184,-1 0-433,0 0-498,-10 3-2943,-10 9 2245,1-2-263,1 0 0,-1-1 0,-4 0 2076,-17 5-3398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1.6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 7 2785,'0'0'2508,"0"0"-1195,0 0-59,0 0 248,0 0-419,-4 2-173,4-2-869,-1 0 0,1 0 0,0 0 0,0 0 0,-1 0 0,1 0 0,0 1 0,-1-1 0,1 0 1,0 0-1,-1 0 0,1 0 0,0 0 0,0 1 0,-1-1 0,1 0 0,0 0 0,0 0 0,-1 1 0,1-1 1,0 0-1,0 0 0,0 1 0,0-1 0,-1 0 0,1 0 0,0 1 0,0-1 0,0 0 0,0 1 1,0-1-1,0 0 0,0 0 0,0 1 0,0-1 0,0 0 0,0 1 0,0-1 0,0 0 0,0 1 1,0-1-1,0 0 0,0 1 0,0-1 0,0 0 0,0 0 0,0 1 0,1-1 0,-1 0 0,0 1 1,0-1-1,0 0 0,1 0 0,-1 0 0,0 1-41,27 5 1542,60-6 48,-65 0-1305,23 0-24,0-1 1,0-3-1,0-1 1,15-6-262,-20 5-152,-40 6-206,0 0-384,0 0-592,0 0-658,-4 2-620,-87 39-5592,57-29 5920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2.08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 1217,'172'51'1875,"-138"-36"1727,-33-15-3538,-1 0-1,0 0 0,0 0 0,0 0 0,0 0 0,0 1 0,1-1 0,-1 0 0,0 0 0,0 0 0,0 0 0,0 1 0,0-1 1,0 0-1,0 0 0,0 0 0,0 1 0,0-1 0,0 0 0,0 0 0,0 0 0,0 1 0,0-1 0,0 0 0,0 0 0,0 0 1,0 0-1,0 1 0,0-1 0,0 0 0,0 0 0,0 0 0,0 1 0,0-1 0,0 0 0,-1 0 0,1 0 0,0 0 0,0 0 1,0 1-1,0-1 0,0 0 0,0 0 0,-1 0 0,1 0 0,0 0-63,-2 4-96,4 41 1897,3 1 0,2 0 0,7 23-1801,1 14 926,-14-81-907,41 252 2907,54 165-2926,-93-410 76,1 4 233,-1-1 0,0 1 1,-1-1-1,0 1 0,-1 3-309,-1-15 475,0-1-227,0 0-309,0-4-572,0-5-481,-1 0 0,0 0 0,0 1 0,-1-1 0,-1-5 1114,-13-25-6643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4.2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0 138 416,'0'0'3263,"0"0"-1764,0 0-429,0 0 342,0 0-137,0 1 7667,18 3-8728,71 0 975,61-5-1189,-34-1 116,91 0-54,258 7 36,-371 6-164,-1 4-1,73 23 67,-89-18 34,0-3 0,1-4 0,1-3-1,35-2-33,-114-8 78,0 0-44,0 0-154,0 0-50,0 0 95,0 0 24,0 0 14,-16-6-14,10-3 70,1 0 0,0 0 0,1-1-1,0 0 1,1 0 0,0 0 0,0 0 0,1-2-19,-5-12 47,3 10 163,-1 0 1,0 1 0,-1-1 0,-3-3-211,10 27 239,0 0 0,-1 0 0,0 0 0,0 0 0,-1 5-239,-1 20 18,7 202 799,14 40-817,-18-263 82,-2-10-58,1-1 0,0 1 1,0 0-1,1-1 1,-1 1-1,1-1 1,0 1-1,0-1 1,0 1-1,0-1 1,0 0-1,1 1 1,0-1-1,0 1-24,-1-4 32,-1 0 1,1 0-1,-1 0 1,0 0-1,1-1 0,-1 1 1,1 0-1,-1 0 1,0-1-1,1 1 0,-1 0 1,0-1-1,0 1 1,1 0-1,-1-1 0,0 1 1,0 0-1,1-1 0,-1 1 1,0-1-1,0 1 1,0 0-1,0-1 0,0 1 1,1-1-1,-1 1 1,0-1-1,0 1 0,0 0 1,0-1-1,0 1 1,0-1-1,-1 1 0,1-1 1,0 1-1,0 0 1,0-1-1,0 1 0,-1-1-32,2-26-41,-1 25 113,0-80-140,-4 1 0,-12-60 68,-8-75-127,4 38 59,20 157 106,8 14-178,21 19-108,-14-3 371,83 35 14,1-4 0,3-4 0,103 21-137,-114-35-176,-89-21 140,-1 0 0,1 0 0,-1 0 0,0 0 0,1 0 0,-1 0 0,0 0 0,1 0 0,-1 1 0,0-1 0,0 0 0,0 1 0,0-1 0,0 1 0,-1-1 0,1 1 0,0-1 0,-1 1 0,1 0 0,-1-1 0,1 1 0,-1 0 0,0-1 0,0 1 0,0 0 0,0 0 0,0-1 0,0 1 0,0 0 0,-1-1 0,1 1 0,0 0 1,-1-1-1,0 1 0,0 0 36,0 6-84,-1-1 0,0 0 0,-1 0 0,1 0 1,-1 0-1,-1 0 0,-3 5 84,-11 10-5,-1-1 1,-1 0-1,-1-2 0,0 0 1,-1-2-1,-14 8 5,-39 22 256,-37 15-256,29-17 180,-5 8-180,84-51-7,1 0 0,-1 0 0,1 0 0,0 1 0,0-1 0,0 1 0,0 0 0,0 0 0,0 0 0,1 0-1,-1 0 1,1 1 0,0-1 0,0 1 0,0-1 0,0 1 0,0 3 7,2-6-469,0-1-492,9 2-4866,6-3 3594,-4 0 299,29 1-3290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6.8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1 498 1313,'0'0'2337,"0"0"-355,0 0-459,0 0-111,7-27-49,-4 17-1203,10-37 979,-2 0 0,-2-1 1,1-25-1140,-9-134 3001,-1 168 739,3 83-3600,2-1 0,2 0 1,2-1-1,8 23-140,14 71 149,10 63-84,5 26 913,-43-210-981,-2-14-45,-1-1-98,0 0-60,0 0-154,0-24-435,0-481-1390,0 505 2313,0 0 147,0 0-104,0 0-75,0 0-46,0 0-26,0 0 8,0 0 3,0 0-35,0 0 37,0 0 91,0 0-26,0 0 82,0 0-53,0 0 21,0 0 5,0 0-50,0 0 5,0 0-69,0 0-3,0 0 8,0 0 42,0 0 4,-18 0 1333,13 0-1257,7-1-73,17-5-66,1-1 0,-2-1 0,16-9-31,-18 8-21,0 2 0,1-1 1,0 2-1,1 0 0,-1 1 0,4 0 21,87-6-92,0 5 0,1 5 0,2 4 92,46-1-263,609-8-1042,-753 3 1335,-12 2-69,0 1 0,-1-1 0,1 1 0,-1 0 0,1-1 1,-1 1-1,1 0 0,0 0 0,-1 0 0,1-1 0,-1 1 1,1 0-1,0 0 0,-1 0 0,1 0 0,0 0 0,-1 0 1,1 0-1,0 0 0,-1 0 0,1 0 0,0 1 0,-1-1 1,1 0-1,-1 0 0,1 1 0,0-1 39,-4 36-17,-1-1-1,-1 1 1,-2-1-1,-4 7 18,1 0 59,1 1 0,-2 38-59,3 348 763,8-339-576,0-33-40,2-1-1,2 0 1,8 29-147,-3 0 43,-20-83-595,-1 0 0,1-1 0,-1-1 0,0 0 0,-10-1 552,6 1-215,-429 0 887,499-3-478,0-2-1,0-3 0,20-6-193,30-4 125,87-7 33,-81 12-192,0-4 0,99-29 34,-207 45 27,-2 1 48,0 0 58,0 0-69,0 0-176,0 0-34,-34 2-10,0 2 0,0 1 1,1 2-1,-14 4 156,-25 6-122,-42 1-361,-54 0 483,42-6-291,-3 6 291,38-7 26,65-9-82,0 1 0,1 1 1,-1 1-1,-24 8 56,47-8 168,12 2 3,18 4 161,-25-10-280,113 47 1895,93 55-1947,-81-38 492,-110-56-456,33 16 108,2-1 1,41 11-145,-78-29-12,3-3-39,-17-4 55,1 0 0,-1 0 0,1 0 0,-1 0 0,0 0 0,0-1 0,1 1 0,-1 0-1,0-1 1,0 1 0,0-1 0,-1 1 0,1-1 0,0 0-4,37-68 247,-2-1 0,-4-2-1,-3-1 1,3-22-247,-32 96-112,-1 0 0,1 0 1,0 0-1,0 0 0,0 1 0,0-1 0,0 0 0,0 0 0,0 0 1,0 0-1,0 0 0,0 0 0,0 1 0,0-1 0,0 0 0,0 0 1,0 0-1,-1 0 0,1 0 0,0 0 0,0 0 0,0 0 0,0 0 1,0 0-1,0 0 0,0 1 0,-1-1 0,1 0 0,0 0 0,0 0 1,0 0-1,0 0 0,0 0 0,0 0 0,-1 0 0,1 0 0,0 0 1,0 0-1,0 0 0,0 0 0,0 0 0,0 0 0,-1 0 0,1-1 1,0 1-1,0 0 0,0 0 0,0 0 0,0 0 0,0 0 0,0 0 1,-1 0-1,1 0 0,0 0 0,0 0 0,0-1 0,0 1 0,0 0 1,0 0-1,0 0 0,0 0 0,0 0 0,0 0 0,0-1 112,-17 16-3175,4-4 407,-20 16-3675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37.41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77 2497,'0'0'1766,"0"0"-290,0 0 12,0 0 201,0 0-120,0 0-267,9 0-251,90 3 2613,61-8-3664,237-34 1269,-205 17-274,-184 21-927,-7 1-43,0 1 0,1-1 0,-1 0-1,0 0 1,1 0 0,-1 0 0,0 0 0,1-1 0,-1 1 0,0 0 0,1-1 0,-1 1 0,0 0 0,0-1 0,1 0 0,-1 1-1,0-1 1,0 0 0,0 0 0,0 1 0,0-1 0,0 0 0,0 0 0,0 0 0,0-1-25,-1 1-141,0 1-145,-69 1-5450,33-2 1580,6 1-372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7:40.11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4108 1 5298,'0'0'1465,"0"0"45,0 0 43,0 0-137,0 0-292,9 14 5801,29 56-6095,-22-35-600,37 81 698,17 66-928,-56-140 46,-3 0 0,-1 1-1,-2 0 1,-2 1 0,-2 0 0,-2 16-46,-2 485 333,-1-535-327,-1 1-1,-1-1 0,1 1 0,-2-1 0,0 0 0,0 0 0,0-1 1,-1 1-1,-1-1 0,0 0 0,0-1 0,0 1 0,-1-1 1,-1 0-1,-5 5-5,10-12-3,0 0 0,0 0 1,0 0-1,0 0 0,0-1 1,0 1-1,0-1 0,0 1 0,0-1 1,-2 0 2,-5 0-83,-346 22-658,-106-17 741,413-5 24,-104 8 11,0 6 1,-102 24-36,154-21-47,67-12 92,0-1 0,-20-1-45,52-3-2,2 0 4,0 0-50,0 0 72,0 0-21,0 0 10,0 0 14,0 0-38,-1 0 0,0 0 0,0-1-1,1 1 1,-1 0 0,0 0 0,1-1 0,-1 1 0,0 0 0,1-1-1,-1 1 1,0-1 0,1 1 0,-1-1 0,1 1 0,-1-1-1,1 1 1,-1-1 0,1 1 0,-1-1 0,1 0 0,-1 0 11,-15-37-156,1-2 0,3 1 0,1-2 0,-2-16 156,-20-71-227,35 147 501,-2 0 1,0 0-1,-1 0 1,-3 16-275,0 20 246,4-19-86,1-28-128,0 1 0,-1-1 0,0 1-1,0-1 1,-1 1 0,-1-1 0,1 1-1,-1-1 1,0 0 0,-1 0 0,-2 4-32,5-12-12,0 1 0,0-1 0,-1 0-1,1 0 1,0 0 0,0 1 0,-1-1 0,1 0 0,0 0 0,0 0 0,-1 1 0,1-1 0,0 0 0,-1 0 0,1 0 0,0 0-1,0 0 1,-1 0 0,1 0 0,0 0 0,-1 0 0,1 0 0,0 0 0,-1 0 0,1 0 0,0 0 0,-1 0 0,1 0 0,0 0-1,-1 0 1,1 0 0,0 0 0,0 0 0,-1-1 0,1 1 0,0 0 0,0 0 0,-1 0 0,1-1 0,0 1 0,0 0 0,-1 0-1,1 0 1,0-1 0,0 1 0,0 0 0,-1-1 0,1 1 0,0 0 0,0 0 0,0-1 0,0 1 0,0 0 0,0-1 0,0 1 0,0 0-1,0-1 1,0 1 12,-8-17-46,-90-302-757,95 310 768,-13-26-98,14 32 175,2 34-186,-4 15 122,-3 0 0,-1 0 22,-11 78 527,20-122-501,-1-1-22,0 0-1,0 0 0,0 0 1,0 0-1,0 0 0,0 0 0,0 0 1,0 0-1,0 0 0,0 0 1,-1 0-1,1 0 0,0 0 0,-1 0 1,1 0-1,-1-1 0,1 1 1,-1 0-1,1 0 0,-1 0 1,1-1-1,-2 2-3,1-2 1,1 1 1,-1-1-1,0 1 1,0-1-1,0 1 1,0-1-1,0 0 1,0 0-1,0 1 0,1-1 1,-1 0-1,0 0 1,0 0-1,0 0 1,0 0-1,0 0 1,0 0-1,0 0 1,0 0-1,0-1 1,0 1-1,0 0 1,0-1-1,0 1 0,0 0 1,1-1-1,-1 1 1,0-1-1,0 0 1,0 1-1,0-1-1,-21-21-76,22 22 75,-26-32-194,1-1 1,1-1-1,0-6 195,14 23-35,1 0 0,0-1 0,2 0 0,0 0-1,1-1 1,1 0 0,-1-12 35,3 9 432,5 50-477,-2 228 221,0-256-177,0 1-1,0-1 1,0 0 0,0 1-1,0-1 1,0 0 0,0 1-1,0-1 1,0 0 0,0 1 0,0-1-1,0 0 1,0 0 0,-1 1-1,1-1 1,0 0 0,0 1-1,0-1 1,0 0 0,-1 0-1,1 1 1,0-1 0,0 0-1,0 0 1,-1 0 0,1 1-1,0-1 1,0 0 0,-1 0-1,1 0 1,0 0 0,0 1-1,-1-1 1,1 0 0,0 0-1,-1 0 1,1 0 0,0 0 1,-15-5-136,-10-15 13,14 8 73,1-2 0,1 1 0,0-1 0,0-1 0,2 0 0,0 0 1,-5-13 49,-3-20-501,-8-45 501,15 60-303,8 191 911,6 30-464,-6-187-85,-1-6-40,-14-31-254,-2 0 0,-15-23 235,2 1-213,20 38 138,-13-25-232,-25-37 307,48 81 26,0 1 0,0-1-1,0 1 1,0 0 0,-1-1 0,1 1-1,0 0 1,0-1 0,0 1-1,-1 0 1,1-1 0,0 1-1,0 0 1,-1 0 0,1-1 0,0 1-1,-1 0 1,1 0 0,0 0-1,-1-1 1,1 1 0,0 0 0,-1 0-1,1 0 1,-1 0 0,1 0-1,0 0 1,-1 0 0,1-1 0,-1 1-1,1 0 1,-1 1-26,-3 11 244,4 35-394,0-34 236,0 22-16,-1 26 135,4-1 1,6 40-206,-10-98-11,1-1 1,-1 0-1,0 0 1,1 0-1,-1 0 1,0 0-1,0 0 1,0 0 0,0 0-1,0 0 1,0 0-1,0 0 1,0 0-1,0-1 1,0 1-1,0 0 1,-1-1 0,1 1-1,0-1 1,0 1-1,-1-1 1,1 0-1,0 0 1,-1 1-1,1-1 1,0 0 0,-1 0-1,1 0 1,0-1-1,-1 1 11,-60 4 12,49-4-65,-164 5 93,50-3 9,0 5 1,-46 12-50,15 0 335,0-7 0,-137-8-335,274-4 61,-140 18-91,-31-18 516,192 0-433,0 0-16,-3 0-395,4 0-5318,11 0-1242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24.7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1 117 3602,'0'0'736,"0"0"574,0 0-48,0 0 42,0 0-437,0 0-55,4 0 231,18 0 1547,-21 0-1267,-1 0-205,0 0-283,0 0-216,0 0-288,25 1 707,57 25-96,-49-14-723,0-2 1,1-1 0,15 1-220,47-2 122,0-3 1,74-8-123,-26 1-123,-16 4 129,12-1-337,7-5 331,-98-1-15,1-3 0,-1-1 0,33-12 15,144-54-243,-122 39 211,-95 34 32,0 0 0,0 0-1,0 1 1,1 0 0,7 1 0,-7 0-40,-1-1 0,0 0 0,0 0 1,0-1-1,9-2 40,1-3-39,-14 4 68,0 1 0,0 0 0,0 0 0,1 1 1,-1 0-1,1-1 0,2 1-29,-8 1-24,0 0-29,0 0 7,0 0 17,0 0 2,0 0 94,0 0-22,0 0 27,0 0-40,0 0-40,0 0 22,0 0-73,0 0-16,0 0 27,0 0 32,0 0 14,0 0-33,0 0 38,0 0-43,0 0-35,0 0-10,0 23-206,-2-3 289,-1-1 1,-1 1 0,-1-1-1,-1 1 1,0-2 0,-1 1-1,-3 2 2,-11 34 42,3 4 45,3 0 1,2 1-1,3 1 1,-2 52-88,5 248 610,7-264-604,-2-64 117,0 0-1,-4 9-122,-4 65 309,10-107-269,-1 0-18,-31 0-188,-38 0-8,-23 5 174,72-3 7,0 1 1,1 1 0,-1 1 0,1 1 0,0 0-1,-9 5-7,18-5 3,10-5 29,1-1 27,0 0 58,22 0 166,31 0-37,47 1-26,-1-5 0,2-5-220,-2 6-1065,-98 3 542,-1 0-5,0 0 50,0 0 121,-26 2-297,13-3 598,-13 7 54,1 0-1,0 2 1,0 1-1,-7 4 3,-40 14 34,17-11-16,25-8 218,0 1 1,1 1-1,0 2 0,-22 13-236,93-22 2145,349-3-1926,-390 0-280,-1 0-91,0 0-195,0 0-80,-15 3-790,-85 37 1023,-1-4-1,-103 22 195,175-52 51,20-5-7,-1 1 1,0 0-1,1 1 1,-1 0-1,1 0 1,0 1-1,0 0 0,1 1 1,-4 2-45,11-7 10,1 0-1,0 0 1,0 0 0,0 0 0,-1 0-1,1 0 1,0 1 0,0-1 0,0 0-1,-1 0 1,1 0 0,0 0 0,0 0 0,0 1-1,0-1 1,0 0 0,-1 0 0,1 0-1,0 1 1,0-1 0,0 0 0,0 0-1,0 0 1,0 1 0,0-1 0,0 0 0,0 0-1,0 1 1,0-1 0,0 0 0,0 0-1,0 0 1,0 1 0,0-1 0,0 0-1,0 0 1,0 1 0,0-1 0,0 0 0,0 0-1,0 0 1,0 1 0,1-1 0,-1 0-1,0 0 1,0 0 0,0 1 0,0-1-1,1 0 1,-1 0 0,0 0 0,0 0 0,0 0-1,0 0 1,1 1 0,-1-1 0,0 0-1,0 0 1,1 0 0,-1 0 0,0 0-10,17 3 410,-13-3-461,110 7 1224,96-7-1173,-76-2-853,-133 2 480,-1 0-52,0 0-127,-12 16-446,-7-4 930,-1-1 0,-1 0-1,0-2 1,0 0-1,-1-1 1,0-2 0,0 0-1,-16 1 69,-35 7 63,-62 16 400,135-30-451,0 0 0,0 0 0,0 0-1,0 0 1,0 0 0,0 0 0,1 0 0,-1 0 0,0 0 0,0 0 0,0 0-1,0 0 1,0 0 0,0 0 0,0 0 0,0 0 0,0 0 0,0 0 0,0 1 0,0-1-1,0 0 1,0 0 0,0 0 0,0 0 0,0 0 0,0 0 0,0 0 0,0 0-1,0 0 1,0 0 0,0 0 0,0 1 0,0-1 0,0 0 0,0 0 0,0 0-1,0 0 1,0 0 0,0 0 0,0 0 0,0 0 0,0 0 0,0 0 0,0 0-1,0 0 1,0 0 0,0 0 0,0 1 0,0-1 0,0 0 0,-1 0 0,1 0 0,0 0-1,0 0 1,0 0 0,0 0 0,0 0 0,0 0 0,0 0 0,0 0 0,0 0-13,12 4 201,18 0-102,299-1 884,-208-3-2714,-120 0 1681,-1 0-21,-1 2-1,0 1 0,0-1 0,-1 0 0,1 1 0,-1-1 0,1 0 0,-1 0 0,0 0 0,0 0 0,0-1 0,0 1 0,0 0 0,0-1 0,-1 0 0,1 1 0,0-1 0,-1 0 0,-1 1 73,-3 1-100,-44 21 81,-1-1-1,-1-4 0,-1-1 1,-1-3-1,-46 6 20,-27 9 640,133-26 580,18 0-947,31 2-107,405-6-1105,-458 0 910,-1 0-19,0 0-107,0 0-26,-19 0-558,-43 1 763,1 3 0,-1 3 0,2 3 0,-38 11-24,97-21 16,0 1 0,0-1 1,0 0-1,0 1 0,0-1 1,0 1-1,0 0 0,0-1 1,0 1-1,0 0 0,0 0 1,1 0-1,-1-1 0,0 1 1,0 0-1,1 0 1,-1 0-1,1 0 0,-1 0 1,1 0-1,-1 0 0,1 0 1,-1 1-1,1-1 0,0 0 1,0 0-1,0 0 0,0 0 1,0 0-1,0 1 0,0-1 1,0 0-1,0 0 0,0 0 1,0 0-1,1 0 0,-1 1 1,1-1-1,-1 0 0,1 0 1,-1 0-1,1 0 0,-1 0 1,1 0-1,0-1 0,0 1 1,-1 0-1,1 0 0,0 0 1,0-1-1,0 1 0,0 0 1,0-1-1,0 1 0,0-1 1,0 1-1,1 0-16,58 7 360,-46-8-288,1 2-1,-1 0 1,0 1 0,8 2-72,-18-4 5,0 1 1,0 0 0,-1-1-1,1 1 1,0 0-1,-1 1 1,1-1-1,-1 1 1,0-1 0,0 1-1,0 0 1,0 0-1,0 1 1,-1-1-1,1 0 1,-1 1 0,1 2-6,5 15 175,-1 0 0,-1 1 0,-1 0 1,-1 0-1,-1 0 0,-1 0 0,0 15-175,7 59 316,21 52-5,-13-71-34,-3 1-1,-3 8-276,-6 51 615,-7 50-615,-1-28 116,3-38-185,0-120 135,0-1 38,-32 1 91,0 2-1,-27 6-194,27-3 214,0-2 0,-28 0-214,-459-4 656,257-6-621,8 0-99,-36 6 50,284 0-11,0 1 0,0 0 0,0 1 0,0-1 0,0 1 0,0 0 0,-1 1 25,1-1 15,0 1 0,-1-1 0,1-1 0,-1 1 1,1-1-1,-1 0 0,-1-1-15,-32 0 283,40 3 65,2-4-7977,9-7 575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27.0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1 213 2945,'0'0'3140,"0"0"-1219,0 0-621,0 0-268,0 0-392,0 0-205,0 0 59,0 0 125,0 0 29,0 0 115,0 0 40,0 0 99,2 5-6,22 48-280,-2 2 0,-3 1 0,-2 0 0,-3 2-1,-2-1 1,-1 17-616,-28-109 281,-10-36-695,15 25 323,1 0 0,3-1 1,2 0-1,2 0 0,1 0 1,4-11 90,-1 52 2,0-1 1,1 1 0,-1 0-1,1-1 1,1 1 0,0 0 0,-1 0-1,2 0 1,-1 0 0,1 0-1,0 0 1,0 1 0,0-1-1,1 1 1,3-4-3,0 3-6,-1-1 0,1 1 0,1 0-1,-1 0 1,1 1 0,0 0 0,0 1 0,1 0-1,-1 0 1,3 0 6,8-3-55,0 2-1,0 0 1,1 2 0,-1 0-1,1 1 1,0 1-1,0 0 1,0 2-1,15 2 56,-29-2-43,-1 1 0,0-1 0,0 1-1,0 0 1,0 1 0,0-1 0,0 1 0,-1 0-1,1 0 1,-1 0 0,0 0 0,0 1-1,0 0 1,0 0 0,-1 0 0,0 0 0,1 1-1,-2-1 1,1 1 0,0 0 0,-1 0-1,0 0 1,0 0 0,0 0 0,-1 0 0,0 0-1,0 1 1,0-1 43,1 5-33,-1 0 1,1 0-1,-2 0 1,0 0-1,0 0 0,0 0 1,-1 0-1,-1 0 0,0-1 1,0 1-1,-1 0 0,0-1 1,-1 1-1,-4 7 33,-1-3-7,0-1 1,-1-1-1,0 1 0,-1-2 1,-1 1-1,0-1 1,0-1-1,-1 0 0,-1-1 1,0 0 6,-31 16 109,-1-1 0,-23 6-109,22-9 264,51-18-189,0 0 0,0 0-1,0 0 1,0 0 0,1-1-1,-1 1 1,1-1 0,4 1-75,129 52 358,-67-28 31,41 23-389,-106-47 148,1-1 1,0 0-1,-1 0 1,1-1-1,0 0 0,0 0 1,3 0-149,29 0-6628,-16-1 291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27.84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140 267 16,'0'0'6707,"0"0"-4322,0 0-1390,0 0 6,0 0-409,0-19-133,0 3-252,1-3 447,0-1 1,-2 1-1,0-1 0,-2 1 0,0 0 0,-4-13-654,2 16 915,-10-28 1029,14 43-1815,0 0 1,1-1-1,-1 1 0,0 0 1,1-1-1,-1 1 0,0 0 1,0 0-1,0 0 0,0-1 1,0 1-1,0 0 0,0 0 1,-1 1-1,1-1 0,0 0 1,0 0-1,-1 1 0,1-1 1,-1 0-1,1 1 0,0 0 1,-1-1-1,0 1-129,2 0 155,0 0-75,-3 29 1486,4-19-1535,1 0 0,0-1 0,0 1 0,1-1 0,0 1 1,1-1-1,0 0 0,1 0 0,-1-1 0,3 3-31,12 15 16,0 0 1,13 11-17,-11-14-25,-2 0 1,-1 2-1,0 1 25,-13-18 3,-1 1-1,0-1 0,0 1 1,0 0-1,-1 0 0,-1 1 1,1-1-1,-1 0 0,-1 1 1,0-1-1,0 7-2,-1-14-18,-1 0 0,1-1 0,-1 1 0,1 0 0,-1 0 0,0-1 0,1 1 0,-1-1 0,0 1 1,0-1-1,0 1 0,0-1 0,-1 1 0,1-1 0,0 0 0,0 0 0,-1 0 0,1 0 0,-1 0 0,1 0 0,-1 0 0,1 0 0,-1 0 0,0-1 0,1 1 0,-1-1 0,0 1 0,0-1 0,0 1 18,-64 9-171,42-7 124,-23 4 151,1-1 0,-26-1-104,71-5 128,1 0-34,0 0 26,0 0 16,13 0-24,37 0-89,-1-2-1,0-2 1,0-2 0,15-5-23,74-18 5,-195 35-1212,-47 6 1229,45 5 42,41-12 1,1 0 0,-1-1 0,0 0 1,0-2-1,-10 1-65,28-3 21,0 0-53,0 0-75,0 0-162,0 0-499,0 0-1140,-2 0-3244,-2-1 2502,4 1 714,-1-5-8458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29.78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1 6995,'0'0'1345,"0"0"-1073,0 0 672,0 0 33,0 0-977,0 0 0,-3 0-80,3 0 176,0 0 0,0 0-96,0 0-32,3 0-753,11 0-1007,10 0-1378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31.10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136 83 5907,'0'0'1600,"0"0"-511,0 0 274,0 0-253,0 0-336,1 2 4854,6 11-5728,-5-12 100,1 1 1,0-1 0,0 0 0,0 0 0,-1 0-1,1 0 1,0 0 0,0 0 0,0-1 0,0 1-1,1-1 1,-1 0 0,0 0 0,0 0 0,0-1 0,0 1-1,0-1 1,0 0 0,0 1 0,0-1 0,0 0-1,-1-1 1,1 1 0,0-1 0,0 1 0,-1-1-1,1 0 1,-1 0 0,0 0 0,1 0 0,-1 0-1,0 0 1,0-1 0,-1 1 0,1-1 0,0 1-1,-1-1 1,1 0 0,-1 0 0,0 1 0,0-1-1,0 0 1,0-1-1,0-31-28,-1 34 48,0 0 0,0 1 0,-1-1 0,1 0 0,0 0-1,-1 0 1,1 0 0,-1 1 0,1-1 0,-1 0 0,1 0 0,-1 1 0,0-1 0,1 0-1,-1 1 1,0-1 0,1 1 0,-1-1 0,0 1 0,0-1 0,0 1 0,1-1 0,-1 1-1,0 0 1,0 0 0,0-1 0,0 1 0,0 0 0,0 0 0,0 0 0,0 0 0,0 0-20,-8-1 46,0 1 0,0 1 0,0 0 0,0 0 0,0 0 0,0 1 1,0 1-1,0-1 0,0 1 0,1 1 0,0 0 0,-2 0-46,5 0 42,-1-1 1,1 1-1,0-1 0,0 2 1,1-1-1,-1 0 0,1 1 1,0 0-1,0 0 0,0 0 0,1 0 1,-1 1-1,1 0 0,1-1 1,-1 1-1,1 0 0,-2 6-42,4-11 23,0 0-1,0-1 1,-1 1-1,1 0 1,0 0 0,0 0-1,0 0 1,0-1-1,0 1 1,0 0-1,0 0 1,0 0-1,0 0 1,0 0 0,0-1-1,1 1 1,-1 0-1,0 0 1,0 0-1,1-1 1,-1 1 0,1 0-1,-1-1 1,1 1-1,-1 0 1,1-1-1,-1 1 1,1 0-1,0-1 1,-1 1 0,1 0-23,1-1 21,0 1-1,-1-1 1,1 1 0,0-1 0,0 0 0,-1 0 0,1 0 0,0 0 0,0 0 0,-1 0 0,1 0 0,0-1 0,-1 1 0,1 0 0,1-2-21,1-5 110,-4 7-101,0 0-1,0 0 1,0 0-1,0 0 1,0 0-1,0 1 0,0-1 1,0 0-1,0 0 1,0 0-1,0 0 1,0 0-1,0 0 0,0 0 1,0 1-1,-1-1 1,1 0-1,0 0 1,0 0-1,0 0 0,0 0 1,0 0-1,0 0 1,0 0-1,0 0 0,-1 0 1,1 0-1,0 1 1,0-1-1,0 0 1,0 0-1,0 0 0,0 0 1,0 0-1,-1 0 1,1 0-1,0 0 1,0 0-1,0 0 0,0 0 1,0 0-1,0 0 1,-1 0-1,1 0 1,0-1-1,0 1 0,0 0 1,0 0-1,0 0 1,0 0-1,0 0 1,-1 0-1,1 0 0,0 0 1,0 0-1,0 0 1,0 0-1,0-1 1,0 1-1,0 0 0,0 0 1,0 0-1,0 0 1,0 0-1,0 0 1,-1 0-1,1-1-8,-43 63-4898,11-12-950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32.0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28 7363,'0'0'2466,"0"0"-1266,0 0-79,0 0-273,0 0-464,6 5 4411,29 17-3568,-25-19-1156,1-1 1,0-1-1,-1 1 1,1-2-1,0 1 1,0-2-1,1 0-71,15 1 303,-25-6-243,-1 0 0,0 1 0,0-1 0,-1 0 1,0 0-1,0 0 0,0 0 0,-1-2-60,1 4 66,0 2 46,-1 2-71,1 1 1,-1-1 0,0 1 0,0-1-1,1 1 1,-1 0 0,0-1 0,1 1 0,-1 0-1,1-1 1,-1 1 0,1 0 0,-1 0-1,1 0 1,-1 0 0,1-1 0,0 1 0,0 0-1,-1 0 1,1 0 0,0 0 0,0 0-1,0 0 1,0 0 0,0 0 0,0 0 0,0-1-1,0 2-41,1 38-308,-1-30 170,2-10-92,1 0 1,-1 0 0,1-1 0,-1 1 0,0-1-1,1 0 1,-1 1 0,0-1 0,0 0 0,0 0-1,1-1 1,-1 1 229,2-1-1929,11 1-3874,4 1-3398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8:32.5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62 5507,'0'0'2577,"0"0"-993,0 0-111,0 0-208,0 0-257,0 0-320,-6 0 529,6 0-209,0 0 65,0 0-497,0 0-576,0-6-112,0 0-768,0 0-1185,0-16-2929,0 1-3010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18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2890 320,'0'0'830,"0"0"186,0 0 46,0 0-35,0 0 193,0 0 140,11 25 9298,-5-17-10017,0-7-566,0 0 0,0 0 0,0-1 0,-1 1 1,1-1-1,0-1 0,0 1 0,0-1 1,0 0-1,0 0 0,-1 0 0,1-1 0,-1 0 1,1 0-1,-1-1 0,1 1 0,-1-1 0,0 0 1,0-1-1,-1 1 0,1-1 0,-1 0 1,1 0-1,-1 0 0,-1-1 0,1 0 0,1-1-75,5-8 62,0-1-1,-1 0 0,0 0 1,-1-1-1,-1 0 0,-1 0 0,0 0 1,2-14-62,3-28 271,-2-1 1,-2-9-272,-3 18 70,15-220 485,-14-117-555,-7 346 67,-3 0 0,-1 0 0,-2 1 0,-6-16-67,1 3 214,2 0 1,2-7-215,-2-73 468,7 56-382,-4 0-1,-4 0 1,-14-51-86,9 81 237,-1 0-1,-23-39-236,14 29-14,-9-30 14,-14-44 117,8 19 196,2-8-313,37 109 1,-11-37 117,-16-37-118,25 72 17,-1 1 1,-1-1-1,0 1 1,0 1-1,-1-1 1,0 2-1,-1-1 0,-9-8-17,17 22-84,-1 0-1,1 0 0,0 0 0,0 0 0,1 0 0,-1 1 1,0-1-1,1 0 0,0 0 0,0 0 0,0 1 0,0-1 1,1 2 84,-1 72-13,10 136 211,-10-212-204,0 0 1,0 1 1,0-1-1,0 1 1,0-1-1,1 0 1,-1 1-1,0-1 0,1 1 1,-1-1-1,1 0 1,-1 1-1,1-1 1,-1 0-1,1 1 1,0-1-1,0 0 1,0 0-1,0 0 0,0 0 1,0 0-1,1 1 5,-2-2 80,0 0-34,0 0-12,0 0-4,0-3-52,1-70-104,0-16 159,-9-67-33,8 126-77,-7 47-246,8 83 233,-2 107 452,4-264-222,-2 0 0,-3 0 0,-2 0 0,-7-26-140,11 83-16,0-1 0,0 1 0,1-1 0,-1 1 0,0-1 0,1 1 0,-1-1 0,0 1 1,1-1-1,-1 1 0,0 0 0,1-1 0,-1 1 0,1 0 0,-1-1 0,1 1 0,-1 0 0,1 0 0,-1-1 0,1 1 0,-1 0 0,1 0 0,-1 0 0,1 0 0,-1 0 0,1 0 0,0 0 0,-1 0 0,1 0 0,-1 0 0,1 0 0,-1 0 0,1 0 0,-1 0 0,1 0 0,0 1 16,24 1 18,-4 3-53,1 1 0,-1 1 1,0 1-1,-1 1 0,0 0 1,0 2-1,-1 0 0,11 9 35,-29-19 0,0 1 0,0-1-1,0 0 1,0 1 0,0-1 0,0 1-1,0-1 1,-1 1 0,1 0 0,0-1-1,-1 1 1,0 0 0,1-1 0,-1 1-1,0 0 1,0 0 0,0-1 0,0 1-1,0 0 1,0 0 0,0-1 0,-1 1-1,1 0 1,0-1 0,-1 1 0,0 1 0,0 0 51,0 1 1,-1 0-1,1-1 1,-1 1-1,0-1 1,0 0-1,0 0 1,0 1-1,-1-1 1,1-1-1,-2 2-51,-4 3-462,-22 19 1232,23-15-3617,4 1-3495,3-9-1147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19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130 306 3586,'0'0'1005,"0"0"-474,0 0 27,0 0-75,0 0 125,0 0 451,-6 0 374,-12 0-111,5 0 2766,12 30-1820,1 0-1547,-1-17-509,0-1 1,2 1 0,-1-1-1,2 0 1,-1 1-1,2-1 1,0 3-213,-1-11 0,-1-1 1,1 1-1,0-1 1,0 0-1,0 0 0,0 0 1,0 0-1,1 0 1,0 0-1,-1-1 1,1 1-1,0-1 0,0 0 1,0 0-1,0 0 1,1 0-1,-1 0 0,1-1 1,-1 1-1,1-1 1,-1 0-1,1 0 1,0 0-1,-1-1 0,1 1 1,3-1-1,-3 0-18,1 0 1,-1 0 0,0-1-1,1 1 1,-1-1-1,0 0 1,1-1-1,-1 1 1,0-1 0,0 1-1,0-1 1,0 0-1,0-1 1,0 1 0,-1-1-1,1 1 1,-1-1-1,0 0 1,0-1 0,0 1-1,0 0 1,0-1-1,-1 0 1,0 1-1,1-1 1,-1 0 0,-1 0-1,2-3 18,6-13-29,-1-1-1,-1 0 1,-1-1-1,-1 0 1,0-7 29,0-9 8,-2 0 1,-2 1 0,-1-1-1,-2 0-8,2 32 38,-1 0 0,0 1 0,-1-1-1,1 1 1,-1-1 0,0 1 0,0 0-1,-1 0 1,0 0 0,0 0 0,0 0-1,0 0 1,-1 1 0,1 0-1,-1-1 1,-1 2 0,1-1 0,0 0-1,-1 1 1,0 0 0,0 0 0,-4-2-38,2 1 161,-1 0 0,1 1 0,-1 0 0,0 1 0,0 0 0,0 0 0,0 0 1,-1 1-1,1 0 0,0 1 0,-1 0 0,1 0 0,0 1 0,-1 0 0,-4 1-161,7 1 4,1-1-1,0 1 0,0 0 0,0 0 1,0 0-1,0 1 0,0 0 0,1 0 1,0 0-1,0 0 0,0 1 0,1-1 1,-4 6-4,-2 3-16,1 0 0,0 1 0,1 0 0,-2 8 16,6-17-80,1 1 0,0 0 0,1 0 0,-1 0 1,1 0-1,0 0 0,1 0 0,-1 1 0,1-1 0,1 0 0,-1 0 1,1 0-1,0 1 80,0-4-390,0 1 1,1-1-1,-1 1 1,1-1-1,0 0 1,-1 0-1,1 0 1,1 0-1,-1 0 1,0-1-1,1 1 1,-1-1-1,1 1 1,0-1-1,0 0 1,0 0-1,0 0 1,0 0-1,0-1 1,1 1-1,-1-1 1,2 0 389,31 8-6881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19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4722,'0'0'2345,"0"0"-485,0 0-195,0 0-286,0 0-307,0 15-13,1 32 19,2-1 0,2 1 0,3 3-1078,-2 10 652,-5-45-695,0-1 0,1 1 0,0-1 0,1 0 0,2 5 43,-5-19-141,1 0 0,-1 1 0,0-1 0,0 0 0,1 0 0,-1 0 0,0 0 0,0 1 0,1-1 0,-1 0-1,0 0 1,0 0 0,1 0 0,-1 0 0,0 0 0,1 0 0,-1 0 0,0 0 0,0 0 0,1 0 0,-1 0-1,0 0 1,1 0 0,-1 0 0,0 0 0,1 0 0,-1 0 0,0 0 0,0-1 0,1 1 0,-1 0 0,0 0 0,0 0-1,1 0 1,-1-1 0,0 1 0,0 0 0,0 0 0,1 0 0,-1-1 0,0 1 0,0 0 0,0 0 0,0-1-1,1 1 1,-1 0 0,0 0 0,0-1 0,0 1 0,0 0 0,0-1 0,0 1 141,9-28-5187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19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0 5202,'0'0'2263,"0"0"-566,0 0 10,0 0-208,0 0-311,-5 12-100,-12 35-293,16-47-762,1 1 1,1-1-1,-1 1 1,0-1-1,0 1 0,0-1 1,0 1-1,0-1 1,0 1-1,0-1 0,1 1 1,-1-1-1,0 0 1,0 1-1,1-1 0,-1 1 1,0-1-1,1 0 1,-1 1-1,0-1 0,1 1 1,-1-1-1,1 0 1,-1 0-1,1 1 0,-1-1 1,1 0-1,-1 0 1,0 1-1,1-1 0,-1 0 1,1 0-1,-1 0 1,1 0-1,-1 0 0,1 0 1,0 0-1,-1 0 1,1 0-1,-1 0 0,1 0 1,-1 0-1,1 0-33,27-1 380,-25 1-211,8 0-47,0-2-1,0 1 1,0-2-1,0 1 1,-1-2 0,3 0-122,-1 0 5,-1 1 0,0 0 0,1 0 0,0 1 0,-1 1 0,5 0-5,-12 0 2,-1 1-1,1 1 0,0-1 1,-1 0-1,1 1 1,0 0-1,-1 0 0,1 0 1,-1 0-1,1 0 1,-1 1-1,0-1 0,1 1 1,1 2-2,0 0 12,-1 1 0,0-1 1,0 1-1,-1 0 1,1 0-1,-1 0 0,0 0 1,-1 1-1,1-1-12,12 28 212,-1 1 0,-2 0-1,-1 1 1,-2 0 0,-1 1 0,-2-1-1,-1 1 1,-2 8-212,-3-42 12,0 1-1,0 0 1,0-1-1,1 1 1,-1 0-1,1-1 1,0 1-1,0-1 1,-1 1-1,2-1 1,-1 1-1,0-1 1,0 0-1,1 1 1,-1-1-1,3 2-11,-4-4-56,0 0-75,0 0-93,0 0-349,0 0-532,-13-18-4593,-11-1 124,-6-5-1258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0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0 162 8228,'0'0'4210,"0"0"-1457,0 0-720,0 0-624,0 0-689,0 0 464,170-61-287,-109 34-369,-7 2-16,-16 10-336,-15 0-96,-6 9-80,-10 0 0,3 6-208,-6 0-256,-1 0-1249,1 0-1888,-1-7-5043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2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3278 1297,'0'0'322,"0"0"-212,0 0 66,0 0 139,0 0 480,-2 3 419,2-1-204,-7 8-1359,4-7 3375,-1-2 3969,3-1-5837,1 0-190,0 0-226,6-1-158,13-5-400,1 0 0,0-1 0,-1-1 0,-1-1 0,1 0 0,-1-2 0,-1 0 0,10-8-184,15-14 267,-2-2 0,32-33-267,3-15 200,-3-2 1,-3-4-1,-5-3 0,49-92-200,-72 107 40,-4-1 1,-2-2-1,-5-1 1,-3-2-1,6-37-40,-26 76 217,-2-1-1,-3 1 1,-1-1-1,-4-38-216,2 47 90,-4-9-39,-1 1 1,-2-1 0,-2 2-1,-2-1 1,-2 2 0,-2 0-1,-2 0 1,-21-36-52,-2 11 568,-2 1 0,-26-27-568,-13-19 81,13 20 3,-30-27-84,42 51 212,27 27-146,1-1 1,2-2-1,-12-28-66,3 6 86,-14-16-86,21 40 100,-2 2 0,-2 1 0,-1 2 0,-3 1 0,0 2 1,-11-6-101,47 40-2,1 0 1,0 0 0,0 0 0,-1 0 0,1-1 0,0 1 0,-1 0 0,1 0 0,0 0 0,-1 0 0,1 0 0,0 0 0,-1 0 0,1 0 0,0 0 0,-1 0 0,1 0-1,0 0 1,-1 1 0,1-1 0,0 0 0,0 0 0,-1 0 0,1 0 0,0 0 0,-1 1 0,1-1 0,0 0 0,0 0 0,-1 0 0,1 1 0,0-1 0,0 0 0,0 0-1,-1 1 1,1-1 0,0 0 0,0 0 0,0 1 0,0-1 0,0 0 0,0 1 0,-1-1 0,1 0 0,0 1 0,0-1 0,0 0 0,0 1 0,0-1 0,0 0 0,0 1-1,0-1 1,0 0 0,1 1 0,-1-1 1,-3 38-133,11 45-62,58 173 312,-64-246-134,16 53-83,-14-124-231,-9-12 195,-3 1 0,-4-3 136,0-14-134,12 457 196,-2-429-95,-2 1 1,-3-1 0,-2 1-1,-3 0 1,-3 1-1,-2 1 1,-22-48 32,52 118-74,1-1 0,0-1 0,0 0 1,1 0-1,0-2 0,2 1 74,15 5-205,0-2 1,1-1-1,0-1 0,31 4 205,15 5-352,-78-19 336,0 1 0,0-1 0,-1 0 0,1 0-1,0 1 1,0-1 0,0 0 0,-1 1 0,1-1 0,0 1 0,-1-1 0,1 1 0,0-1 0,-1 1 0,1-1 0,-1 1 0,1 0 0,-1-1-1,1 1 1,-1 0 0,1 0 0,-1-1 0,0 1 0,1 0 0,-1 0 0,0 0 0,0-1 0,1 1 0,-1 0 0,0 0 0,0 0-1,0 0 1,0-1 0,0 1 0,0 0 0,-1 0 0,1 0 0,0 0 0,0-1 0,0 1 0,-1 0 0,1 0 0,0 0 0,-1-1 0,1 1-1,-1 0 1,1-1 0,-1 1 0,0 0 16,-27 33 94,-132 109 506,158-142-642,2-1-124,0 0-826,0 0-1601,3-3-1908,11-10-1536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3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72 205 1169,'0'0'6613,"0"0"-3609,0 0-1486,0 0-205,0 0-585,4 22-205,16 72-80,-19-90-410,0 0 0,0-1 0,0 1 0,1 0 0,0 0 0,0-1 0,0 1 0,0-1 0,1 0 0,-1 1 0,1-1 0,0 0 0,0-1 0,0 1 0,0 0 0,0-1 0,1 0 0,-1 0 0,1 0 0,-1 0 0,1 0-33,4 0 101,0 0 0,1 0-1,-1-1 1,0 0 0,0-1 0,1 1-1,7-2-100,1 0 104,-12 1-66,-1-1 0,1-1 1,0 1-1,0-1 0,-1 0 0,1 0 0,0 0 1,-1 0-1,0-1 0,0 0 0,0 0 1,0 0-1,0 0 0,0-1 0,-1 1 0,0-1 1,0 0-1,0 0 0,0 0 0,0-1 0,-1 1 1,0-1-1,2-3-38,2-6 4,0 0 1,0-1-1,-2 1 1,0-1-1,0 0 0,-1 0 1,-1-6-5,0 8 9,-1-1 0,-1 1 1,0-1-1,-1 0 0,0 1 1,-1-1-1,-1 1 0,0-1-9,1 9 51,0 1-1,1 0 1,-1 0-1,-1 1 1,1-1-1,-1 0 1,1 1-1,-1-1 1,0 1-1,0 0 1,0 0-1,-1 0 1,1 0-1,-1 1 1,0 0-1,1-1 1,-1 1-1,0 0 1,0 1-1,-1-1 1,1 1-1,0 0 1,0 0-1,-1 0 1,1 0-1,-1 1-50,-10-2 154,0 0-1,0 1 1,0 1-1,1 0 1,-1 1-1,0 1 1,0 0-1,1 1 1,-1 1-1,1 0 1,-5 3-154,13-5 38,1 1 0,-1 0 0,1 0 0,-1 1 1,1 0-1,0 0 0,0 0 0,0 1 0,1-1 0,0 1 0,0 0 1,0 0-1,0 1 0,1-1 0,0 1 0,0-1 0,1 1 0,-1 0 1,1 0-1,0 1 0,1-1 0,0 0 0,0 0 0,0 1 0,0-1 1,1 1-1,1 2-38,-2 1-276,1 1 0,0-1 0,1 0 1,1 1-1,-1-1 0,2 0 0,1 6 276,-2-12-328,0-1 0,0 1 0,0-1 0,0 0 0,1 0 0,-1 1 0,1-2 0,0 1 0,0 0 0,0-1-1,0 1 1,0-1 0,0 0 0,1 0 0,-1 0 0,1 0 0,0-1 0,-1 1 0,1-1 0,0 0 0,2 0 328,28 4-5021,3-5-1510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3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7267,'0'0'2396,"0"0"-454,0 0-133,0 0-440,0 0-569,4 23 43,33 154 763,-32-143-1688,-1 0-1,-2 0 0,-2 1 1,-1 0 82,1 5-4232,1-39-463,1-1-1087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23 181 800,'0'0'1292,"0"0"178,0 0 69,0 0 14,0 0 122,-4-1 137,-1 0-977,-4-2 25,4 2 6630,18 0-7399,-1 0 0,0-1 0,0-1 0,0 0 0,0 0 0,0-2-1,0 1 1,-1-1 0,6-4-91,30-18 191,28-21-191,-19 11-27,-44 28-25,-9 7 7,-1 0 0,0 0 1,1 0-1,-1 1 0,1-1 1,0 1-1,-1-1 0,1 1 1,0 0-1,1 0 45,-4 1-328,0 0-75,0 0-106,-22 2-527,-22 11 962,1 1-1,0 2 0,-21 13 75,55-25 56,-7 3 120,0 1 0,0 0 0,1 1 0,0 1 1,0 2-177,64-10 592,-31-3-509,0-1 0,0-1-1,0-1 1,-1 0 0,0-2 0,0 0-1,2-1-82,64-20 136,-78 25-160,0 1-1,0 0 1,1 1 0,-1-1 0,0 1-1,1 0 1,-1 0 0,5 1 24,-8 0-10,0-1-1,0 1 1,0 0 0,0-1 0,0 1 0,0 0 0,0 0-1,0 0 1,-1 1 0,1-1 0,0 0 0,-1 1-1,1-1 1,0 1 0,-1-1 0,0 1 0,1 0-1,-1-1 1,0 1 0,0 0 0,0 1 10,8 18 65,-1 1-1,-1-1 1,-1 1 0,-2 1 0,0-1-1,-1 1 1,0 7-65,-1 48 737,-4 40-737,-1-14 186,3-103-138,0-1-26,0 0-52,0 0-34,0 0-80,0 0-512,0 0-689,0 0-970,0 0-2477,-5 0 1361,-10 0-2798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4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1 224 6275,'0'0'2809,"0"0"-995,0 0-400,0 0-584,0 0-91,36-13 379,118-48-139,-110 40-170,0-1 0,32-22-809,-41 23 580,0 1-1,5 0-579,-40 20-46,0 0-1,0 0 1,0 0-1,0 0 1,1 0-1,-1 0 1,0 0-1,0 0 1,0-1-1,0 1 1,0 0-1,0 0 1,1 0-1,-1 0 1,0 0-1,0 0 1,0 0-1,0 0 1,0 0-1,1 0 1,-1 0-1,0 0 1,0 0-1,0 0 1,0 0-1,0 0 1,1 0 0,-1 0-1,0 0 1,0 0-1,0 0 1,0 0-1,0 0 1,0 0-1,1 0 1,-1 1-1,0-1 1,0 0-1,0 0 1,0 0-1,0 0 1,0 0-1,0 0 1,1 0-1,-1 1 1,0-1-1,0 0 1,0 0-1,0 0 1,0 0-1,0 0 1,0 0-1,0 1 1,0-1-1,0 0 1,0 0-1,0 0 1,0 0-1,0 0 47,-4 13-2074,-11 11-1726,-8 1-2688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5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1249,'0'0'1160,"0"0"-410,0 0-137,0 0-258,0 0-221,0 0 76,0 0 28,0 0 141,0 0 90,0 0-10,17-37 2534,-10 26-655,-7 11-2236,0 1 0,0-1 0,0 0-1,0 0 1,0 0 0,0 0 0,0 0-1,0 0 1,0 0 0,0 0 0,0 0-1,0 1 1,0-1 0,0 0 0,0 0-1,0 0 1,1 0 0,-1 0 0,0 0-1,0 0 1,0 0 0,0 0 0,0 0-1,0 0 1,0 0 0,0 0 0,0 0-1,0 0 1,1 0 0,-1 0-1,0 0 1,0 0 0,0 0 0,0 0-1,0 0 1,0 0 0,0 0 0,0 0-1,0 0 1,1 0 0,-1 0 0,0 0-1,0 0 1,0 0 0,0 0-102,8 20-631,79 201 3051,-85-216-2057,3 14 380,-16-9-6862,-8-4-1861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59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 7652,'0'0'1315,"0"0"-592,7 29 966,-4-15-1415,15 54 1048,2-1 0,5 3-1322,0 6 2757,2 20-2757,7 23 2774,-24-94-2166,-10-24-501,0-1 5,0 0 19,0 0-33,0 0-50,0-6-98,-1-14-55,-1 1 0,-1-1 0,-1 0 0,0 1 1,-2 0-1,0 0 0,-1 0 0,-1 1 0,-5-8 105,-23-39 119,-41-57-119,33 55 606,43 66-570,0 0 1,1 0 0,-1 1-1,0-1 1,1 0 0,-1 0-1,1 0 1,-1 0-1,1 0 1,0 1 0,-1-1-1,1 0 1,0 0 0,0 0-1,0 0 1,-1 0 0,1 0-1,0 0 1,0 0-1,0 0 1,1 0 0,-1 0-1,0 0 1,0 0 0,0 0-1,1 0 1,-1 0-1,1 0 1,-1 0 0,0 1-1,1-1 1,0 0 0,-1 0-1,1 0 1,-1 1 0,1-1-1,0 0 1,0 1-1,-1-1 1,1 0 0,0 1-1,0-1 1,0 1-37,5-3-34,0 1 0,0 0 0,0 0-1,1 1 1,-1 0 0,4-1 34,5 0 94,84-11-121,0 4 0,1 4-1,32 5 28,-126 0-6,2 0 6,-1 0-36,0 0 0,0 0 0,0 1 0,0-1 0,0 2 0,3 0 36,-8-1-11,0-1 0,0 1 0,-1 0 0,1 0 0,0 0 0,-1 0 0,1 0 0,-1 1 0,0-1 0,1 0 0,-1 1 0,0-1 0,0 1 0,1-1 0,-1 1 0,-1-1 0,1 1 0,0 0 0,0-1 0,0 1 0,-1 0 0,1 0 1,-1 0-1,0 0 0,1 0 11,0 8-32,0 1 0,0 0 0,-1-1 0,0 1 0,-1 0 0,0-1 0,0 1 0,-2-1 0,1 1 0,-1-1 0,-1 0 0,1 0 0,-2 0 0,1-1 0,-2 1 0,1-1 0,-1 0 0,-5 5 32,0-1-10,-1 0 0,0 0-1,-1-1 1,-1-1 0,0 0 0,0-1 0,-1 0-1,0-1 1,-1-1 0,-16 6 10,26-12-48,-30 17 149,35-18-102,1-1 0,-1 1 0,1-1 0,-1 1 0,0 0 0,1-1 0,-1 1 0,1 0 0,-1 0 0,1-1 0,0 1 0,-1 0 0,1 0 0,0 0 0,-1-1 0,1 1 0,0 0 0,0 0 0,0 0 0,0 0 0,0 0 0,0 0 0,0-1 0,0 1 0,0 0 0,0 0 0,1 0 0,-1 0 0,0-1 0,0 1 0,1 0 0,-1 0 0,1 0 0,-1-1 0,1 1 0,-1 0 0,1-1 0,-1 1 0,1 0 0,0-1 0,-1 1 0,1 0 1,7 6 2,1 0 0,0-1 0,0 0 0,0 0 0,1-1 0,0 0 0,0-1 0,0 0 0,0 0 0,4 0-2,111 25 500,36 0-132,-150-27-239,-4 0-962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8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1 281 6931,'0'0'1902,"0"0"-362,0 0 231,0 0-143,0 0-388,22 14-50,-3-3-904,-1-1-58,-1 1 1,0 1 0,-1 0-1,-1 1 1,0 0 0,0 1-1,8 11-228,40 59 2515,40 73-2515,-50-75 817,30 57-73,7 11-330,-89-148-413,0 0 0,0-1 0,0 1-1,1-1 1,-1 1 0,0-1 0,0 0-1,1 0 1,-1 1 0,1-1 0,0 0-1,-1 0 1,1 0 0,0-1-1,-2 1 0,1-1 0,-1 0 1,1 0-1,-1 0 0,1 0 0,0 0 1,-1 0-1,1 0 0,-1-1 0,1 1 1,-1 0-1,1 0 0,-1 0 0,1 0 1,-1-1-1,1 1 0,-1 0 1,1-1-1,-1 1 0,1 0 0,-1-1 1,0 1-1,1 0 0,-1-1 0,0 1 1,1-1-1,-1 1 0,0-1 0,1 1 0,1-6 1,1 0 0,-1 0 0,0 0 0,0 0 0,0 0 0,0-6-1,14-84 79,-4 1 0,-2-74-79,-9-200 275,-4 166-179,3 143-19,0 59-93,0 1-83,0 16-987,0 42-686,2 95-7186,6-99 1491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8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34 4370,'0'0'2751,"0"0"-788,0 0 305,0 0 202,1 32-543,-1 7-1427,0-13-180,0 0 0,2-1-1,1 1 1,2-1 0,0 1 0,2 3-320,17 73 1166,-5 0 0,-1 25-1166,-15-113 220,-1-26-251,0-26-190,-6 14 148,0-1 0,-2 2 0,-1-1 1,0 1-1,-2 0 0,-1 0 0,-3-5 73,-18-44-61,20 45 109,0-1-1,2 0 1,1-1 0,2 0-1,1 0 1,0 0 0,2-12-48,3 38 7,1 1 1,-1 0 0,0 0-1,1-1 1,0 1-1,0 0 1,0 0 0,0 0-1,0 0 1,0 0 0,0 0-1,1 0 1,-1 0 0,1 0-1,-1 0 1,1 1-1,0-1 1,-1 1 0,1-1-1,0 1 1,0 0 0,0 0-1,0-1 1,1 2 0,-1-1-1,0 0 1,2 0-8,9-3-6,0 0 1,1 1-1,0 0 1,4 1 5,-11 1-6,46-6-52,0 3-1,0 3 0,0 2 1,4 2 58,-52-3-11,0 1-1,0 0 1,0-1 0,0 2 0,0-1 0,0 1 0,0 0 0,-1 0 0,1 0 0,0 0 0,-1 1 0,0 0 0,0 0 0,1 0 0,-2 0 0,1 1 0,0-1 0,-1 1 0,0 0 0,1 0 0,-2 1 0,1-1 0,0 1-1,-1-1 1,0 1 0,0 0 0,0 0 0,-1-1 0,0 1 0,0 0 0,0 1 0,0-1 0,-1 0 0,0 1 11,1 6-23,-1 0-1,-1 0 1,0 0 0,0 0 0,-1 0-1,-1 0 1,0 0 0,-1-1-1,0 1 1,0-1 0,-1 0 0,-1-1-1,0 1 1,-3 2 23,-4 4 2,0 0 0,-1-1 0,-1-1 0,-1-1 0,0 0 0,-1 0 0,0-2 0,-1 0 0,0-2 0,-1 0 0,0 0 0,-8 1-2,25-11 1,0 1 0,1-1 0,-1 1 0,0-1 0,0 1 0,1 0 0,-1 0 0,1 0 0,-1 0 0,1 0 0,-1 0 0,1 0-1,-1 0 1,1 1 0,0-1 0,0 1 0,0-1 0,0 1 0,0-1 0,0 1 0,0-1 0,0 1 0,0 0 0,1 0 0,-1-1 0,1 1 0,-1 0 0,1 0 0,0 0 0,0-1 0,0 1 0,0 0 0,0 0 0,0 0 0,0 0 0,1-1 0,-1 1 0,1 0 0,-1 0 0,1-1-1,0 3 0,2 1-7,0 0 0,0 0 0,1-1-1,-1 1 1,1-1 0,0 1-1,0-1 1,0-1 0,1 1 0,-1 0-1,1-1 1,4 3 7,78 34 207,-67-33-190,-1 1 0,0 1 0,-1 0 0,0 2 0,-1 0 0,0 1 0,0 0 0,-1 2 0,12 13-17,-22-20 58,10 9 313,-16-16-441,1 0 0,-1 0 0,1-1 0,-1 1 0,1 0 0,-1-1-1,1 1 1,-1 0 0,0-1 0,1 1 0,-1 0 0,0-1 0,1 1 0,-1-1 0,0 1-1,1-1 1,-1 1 0,0-1 0,0 1 0,0-1 0,0 1 0,1-1 0,-1 1 0,0-1 0,0 1-1,0-1 1,0 1 0,0-1 0,0 1 0,0-1 0,0 1 0,0-1 0,-1 1 0,1-1-1,0 1 1,0-1 0,0 1 0,-1-1 0,1 1 70,0-30-5210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29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4930,'0'0'7892,"0"0"-6916,0 0-239,0 0 271,0 0-608,0 0-32,214 9-47,-146-9-129,-10-22 48,-11 7-176,-13-3-64,-17 9-272,-10 2-305,-7 7-831,0-6-529,-27 3-1953,-21 0-1648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0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10453,'0'0'3247,"0"0"-1505,0 0-483,0 0-165,40 0-248,136-2-396,-151 0-413,0 0 0,-1-1 0,1-1-1,-1-2 1,0 0 0,2-3-37,55-12 185,-77 21 232,-3 0-4518,-1 0 1993,0 0-4650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1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0 342 9828,'0'0'2831,"0"0"-1067,0 0-286,0 0-537,0 0-159,39 27 72,124 91-166,-141-99-509,0 1 0,-1 0-1,-2 2 1,0 1 0,-1 0 0,-1 1-1,-1 1 1,-2 0 0,0 1-1,-2 0 1,4 14-179,-1-5 140,2-1-1,1 0 1,2-1-1,4 4-139,-22-34 21,0 0 0,0-1 0,0 1 0,0 0 0,0-1 0,0 1 0,1-1 0,-1 0 0,1 0 0,0 0 0,0 0-1,0-1 1,0 1 0,0-1 0,0 1 0,0-1 0,0 0 0,0 0 0,1-1 0,-1 1 0,2 0-21,-4-2 9,0 1 0,0-1 0,0 0 0,0 1 1,0-1-1,0 0 0,0 1 0,0-1 0,0 0 0,-1 0 0,1 0 0,0 0 0,-1 0 0,1 0 0,-1 0 0,1 0 1,-1 0-1,1 0 0,-1 0 0,0 0 0,1 0 0,-1-1 0,0 1 0,0 0 0,0 0 0,0 0-9,2-6 52,8-34 29,-2 0 0,-1 0 0,-3 0 0,0-7-81,-3-172-40,-2 119 87,0 15-20,-1 23 47,3-1 1,3 1 0,3-4-75,-6 60 16,0-1 0,0 1 1,1-1-1,0 1 0,1 0 1,0 0-1,0 0 0,0 0 0,1 1 1,2-4-17,-1 6-40,-4 5-47,0-1-1,0 1 1,0 0 0,0-1 0,0 1 0,0 0 0,-1-1 0,1 1 0,0 0 0,0 0 0,-1 0 0,1 0 0,-1 0 0,1 0 0,-1 0 0,1 0-1,-1 0 1,1 0 0,-1 0 0,0 0 0,0 0 0,1 0 0,-1 0 0,0 0 0,0 1 87,0 1-358,17 73-6776,-10-36-285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2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43 106 3314,'0'0'1029,"0"0"455,0 0 42,0 0-62,0 0-7,-3-2 64,3 1-1404,-1 1 0,1 0 1,0-1-1,-1 1 0,1 0 1,0-1-1,-1 1 0,1 0 1,0 0-1,-1-1 0,1 1 0,-1 0 1,1 0-1,-1 0 0,1 0 1,-1-1-1,1 1 0,-1 0 1,1 0-1,0 0 0,-1 0 1,1 0-1,-1 0 0,1 0 1,-1 0-1,1 1 0,-1-1 0,1 0 1,-1 0-1,1 0 0,-1 0 1,1 1-1,0-1 0,-1 0-117,-1 22 2773,2-16-3249,2 31 1134,2-1-1,2 1 1,1-1-1,4 11-657,-1-10 468,-3-1 1,-1 1-1,-1 1 1,-2 12-469,1-52 56,-1-9-120,-6-29-75,-1-1 1,-3 1 0,-1 1-1,-2-1 1,-2 0 138,0 0-11,2 0 0,2 0 0,2-1 0,1 1 0,2-4 11,0 23 161,4 20-89,12 13-60,9 2 5,0-1 1,0-1-1,2-2 0,-1 0 0,2-1-17,37 17-14,32 10-90,25 11-8,-106-41 86,0 1 1,-1 0-1,0 1 1,0 0-1,-1 1 1,0 0-1,5 7 26,-12-12-30,0 0-1,0 1 1,-1-1-1,0 1 0,0 0 1,0 0-1,0 0 1,-1 0-1,0 1 1,0-1-1,0 1 0,-1-1 1,0 1-1,0 0 1,0-1-1,-1 1 1,0 0-1,0 0 0,0-1 1,-1 1-1,1 0 1,-2 0-1,1-1 1,0 1-1,-3 4 31,0-1-14,0 0 0,-1-1 1,0 1-1,-1-1 0,0 0 0,0 0 0,-1-1 0,1 0 1,-2 0-1,1 0 0,-1-1 0,0 0 0,0 0 1,-5 1 13,-5 3 96,-2-1 0,0 0 0,0-2 0,0 0 0,-1-1 0,0-1 0,0-1-96,-23 1-1393,1-1 1,-42-2 1392,84-2-4819,1 0-4273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3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128 188 3698,'0'0'1304,"0"0"-87,0 0-83,0 0-337,0 0 129,0 0-723,-1 0 0,1 0-1,0 0 1,0 1 0,-1-1 0,1 0-1,0 0 1,-1 0 0,1 0 0,0 0 0,0 0-1,-1 0 1,1 0 0,0 0 0,-1 0-1,1 0 1,0 0 0,-1 0 0,1 0-1,0 0 1,0-1 0,-1 1 0,1 0-1,0 0 1,-1 0 0,1 0 0,0 0-1,0-1 1,-1 1 0,1 0 0,0 0-1,0-1 1,0 1 0,-1 0 0,1 0-1,0-1 1,0 1 0,0 0 0,0 0 0,0-1-1,0 1 1,-1 0 0,1 0 0,0-1-1,0 1 1,0 0 0,0-1 0,0 1-203,18-22 41,2 2 0,0 0 1,0 1-1,2 1 0,0 1 1,2 1-1,-1 1 0,8-2-41,-27 14-22,0 1 0,0 0-1,0 0 1,0 0 0,0 1-1,0 0 1,1-1-1,-1 1 1,0 1 0,1-1-1,-1 1 1,1-1-1,-1 1 1,1 0 0,-1 1-1,1-1 1,-1 1 0,1 0-1,0 0 23,-2 1-38,1 0 1,-1 0-1,1 0 0,-1 1 1,0-1-1,0 1 0,0-1 1,0 1-1,0 0 0,-1 0 0,1 1 1,-1-1-1,0 0 0,0 1 1,0-1-1,-1 1 0,1 0 1,-1 0-1,1-1 0,-1 4 38,3 7 1,-1 0-1,-1 0 1,0 0 0,-1 0-1,0 0 1,-1 0-1,0 0 1,-2 0 0,0 0-1,0 0 1,-1 0-1,-1 0 1,0-1 0,-1 1-1,0-1 1,-1 0-1,-1-1 1,-3 5-1,-6 6-25,-2-1 1,-1-1-1,-1 0 1,0-2-1,-2 0 1,0-1-1,-17 9 25,23-17-15,-1-1 0,0 0 0,0-2-1,0 0 1,-1-1 0,0 0-1,0-2 1,-1 0 0,1-1 0,-1-1-1,0-1 1,0 0 15,18-2-14,0 1-1,1-1 1,-1 1-1,0-1 1,0 0-1,1 1 1,-1-1-1,1 0 1,-1 0-1,1 1 1,-1-1-1,1 0 1,-1 0-1,1 0 1,-1 0-1,1 0 1,0 0-1,0 1 1,0-1-1,-1 0 1,1 0-1,0 0 1,0 0-1,0 0 1,0 0-1,1 0 1,-1 0-1,0 0 1,0 0 14,5-31-442,-2 29 414,-1-1-1,1 1 1,0 1-1,0-1 1,0 0-1,0 1 1,0-1-1,1 1 1,-1 0-1,1 0 1,0 0-1,-1 1 1,1-1-1,0 1 1,0 0-1,0 0 1,0 0-1,4 0 29,12-1-59,1 0 0,0 1 0,3 1 59,-16 0-19,20 2 26,0 1 0,0 1 0,0 2 0,-1 1 0,1 1 0,-2 1 0,1 1 1,-2 1-1,1 2-7,-9-6 29,0 0-1,1-2 1,0 0 0,0-1 0,6 1-29,-19-4 37,0-1 0,0 1 0,1-1 0,-1 0 0,0 0 0,0 0 0,0-1 0,0 1 0,0-1 0,0 0 0,0-1 0,0 1 0,0-1-1,-1 0 1,1-1 0,-1 1 0,1-1 0,-1 0 0,0 0 0,0 0 0,1-1-37,9-14 528,0-2 0,-1 0 0,-1-1 0,0 0 0,-2-1 0,-1 0 0,-1-1 0,0 1 0,3-23-528,-14 75-7751,-4-22-1205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4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12502,'0'0'2942,"0"0"-1469,0 0-91,0 0-163,0 0-755,41 1-215,136 1-199,-158-2-64,0 0 0,1-2-1,-1 0 1,0-2 0,0 0-1,0-1 1,8-4 14,31-7-404,-70 14-1742,0 1 0,0-2 0,1 1 0,-1-2 0,-7-2 2146,-6-2-3284,-27-7-1599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4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14 266 7443,'-7'-73'1195,"3"22"2970,1-38-4165,9 88 2006,122 3 530,-6 0 238,40-7-2774,-159 5-74,-1 0 1,1 0 0,0 0-1,-1-1 1,1 1 0,0-1-1,-1 0 1,1 0 0,0 0-1,-1 0 1,1 0 0,-1 0 73,14-20-8877,-2-1 4246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4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1 307 6547,'0'0'2956,"0"0"-1174,0 0-637,0 0-518,0 30-251,3 97-19,-2-116-277,1 1 0,0-1 0,1 0 0,0 0 0,1 0 0,0 0 0,1-1 0,0 0-1,0 0 1,1 0 0,0 0 0,1-1 0,0 0 0,1 0 0,0-1 0,0 0 0,1-1 0,-1 1-1,2-2 1,-1 1-80,3 0 74,0 0 0,0-1 0,0 0 0,1-1 0,0-1-1,0 0 1,0 0 0,1-2 0,-1 1 0,1-2 0,-1 0 0,1 0-1,0-1 1,-1-1 0,1 0 0,-1-1 0,1-1 0,-1 0 0,0-1-1,0 0 1,0-1 0,10-5-74,-6-1-2,0-1 0,-2 0 0,1-1-1,-2 0 1,1-2 0,-2 1 0,0-2 0,1-2 2,-6 6-33,0 0 0,-1-1-1,0 0 1,-1 0 0,-1 0 0,0-1 0,-1 0 0,0 0 0,-1 0 0,-1 0 0,1-12 33,-1 4-32,-2 0 1,-1 0 0,0 0-1,-3-8 32,2 19-10,0 1 0,-1-1 0,-1 1 0,0 0 0,0 0-1,0 1 1,-1-1 0,-1 1 0,0 0 0,-1-1 10,-6-7-1,-1 1 0,-1 0 0,0 0 0,-1 2 0,-1 0 0,-3-1 1,11 8 124,0 2-1,-1-1 0,1 1 0,-1 0 0,-1 1 0,1 0 1,-1 1-1,1 0 0,-1 1 0,0 0 0,0 1 1,-11-1-124,16 2 83,-2 0-23,0-1 0,0 1 0,0 0 0,0 1 0,0 0 0,0 0 0,1 1 0,-1-1 0,0 2 0,1-1 0,0 1 0,-1 0 0,1 1 0,0 0 0,1 0 0,-3 2-60,-9 8 103,-1 2 0,2 1 0,0 0 1,1 1-1,1 1 0,1 0 0,0 1-103,6-7-105,1 0 0,0 1 0,1 0-1,0 0 1,1 0 0,1 0 0,0 1-1,1 0 1,1 0 0,0 0 0,0 13 105,2-8-695,-1-14 57,1 1 0,-1 0 1,2-1-1,-1 1 0,1 0 0,0-1 0,0 1 0,2 4 638,23 21-6621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5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8180,'0'0'2161,"0"0"320,0 0-32,-3 156-1312,3-110-929,0-6-128,0-7-64,0-8 0,0-4-16,0-6-449,0-3-1023,0-5-1986,0-7-1984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5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11317,'0'0'963,"0"0"329,0 0 98,0 0-844,0 0-340,24 14 186,-9-5-330,-7-3-39,1 0-1,-1 0 1,1-1-1,1-1 1,-1 0-1,0 0 1,1 0 0,0-1-1,0-1 1,0 0-1,0 0 1,0-1-1,0 0 1,0-1-1,1 0 1,-1-1 0,8-1-23,3-4 66,1-2 0,-1 0 0,0-2-66,-8 4 65,0 0-1,1 0 0,0 2 0,0 0 0,0 0 1,0 1-1,0 1 0,12-1-64,-25 3 1,-1 0 0,1 0 0,0 1 0,0-1 0,0 0 0,-1 0 0,1 0 0,0 1 0,0-1 0,-1 1 0,1-1 0,0 0 0,-1 1 0,1-1 0,0 1 0,-1 0 0,1-1 0,-1 1 0,1-1 0,-1 1 0,1 0 0,-1-1 0,1 1 0,-1 0 0,0 0 0,1-1 0,-1 1 0,0 0 0,0 0 0,1 0-1,3 29-13,-4-23 15,3 82 220,-4 0 0,-4 0 0,-6 13-222,-3 72 1046,10 11 539,4-184-1668,0-1-365,0 0-755,-9 1-2300,6-1 2913,1 0 0,-1 0 1,0 0-1,1 0 1,-1-1-1,0 1 1,1 0-1,-1-1 0,1 0 1,-1 0-1,-1 0 590,-25-22-6744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12342,'0'0'2235,"0"0"-623,0 0-188,0 0-682,35 0-360,20 1-295,136-3 28,-172 1 13,-1-1-1,0 0 1,0-2-1,0 0 0,0-1 1,0-1-1,-1-1 0,12-5-127,-25 7 1200,-16 4-2270,-17 5-1917,-11 8-2682,0 1-3554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0:04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166 261 2209,'0'0'2908,"0"0"-1113,0 0-250,0 0 45,0 0-381,0 0-145,0 0 35,0 0 57,0 0 108,0 0 22,0 0-176,0 0-224,0 0-115,0-17 301,0-225-669,0 241-352,0 1-41,0 0 12,0 9-81,0 22 83,2 0-1,1 1 1,1-1-1,2 0 1,3 9-24,0 3-22,-1 1 1,-3 1-1,-1-1 1,-2 1 0,-3 13 21,1-56 0,-1-1 1,1 1-1,-1 0 1,1-1-1,-1 1 1,0 0-1,0-1 1,0 1-1,1-1 1,-2 1-1,1-1 1,0 1-1,0-1 1,0 0-1,-1 1 1,1-1-1,0 0 1,-1 0-1,1 0 1,-1 0-1,0 0 1,0 0-1,-40 18-51,35-17 32,-9 4 2,1-1 1,-1-1-1,0-1 0,0 0 0,0-1 0,0-1 1,-15 0 16,31 2 583,9 0-451,20-4 12,0-1 1,-1-2 0,1 0-1,-1-2 1,26-9-145,15-10-11,50-25 11,-106 43-5,-10 5-1,-3 2 28,0 0-4,-6 0 52,-16-1-157,-36 4-766,55-3 516,0 1-1,1-1 1,-1 1-1,1 0 1,-1 0-1,1 0 1,-1 0-1,1 1 0,0-1 1,0 1-1,-1-1 1,1 1-1,0 0 1,0 0-1,1 0 1,-1 0-1,0 0 1,1 0-1,-2 2 338,-6 22-6563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0:06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58 300 3410,'0'0'2195,"0"0"-114,0 0-61,0 0-195,0 0-219,0 0-315,4-29 1916,0-42 201,-4-50-3408,-1 44 836,1 76-454,0 1-115,0 0-94,0 0-133,0 0-45,0 0 10,2 18 14,6 2 169,1-2 0,1 1 0,1-1 0,10 13-188,-10-16 49,-1 1 0,0 1 0,-1-1 0,-1 2 0,0-1 0,-1 4-49,-6-20-4,-1 1 1,0-1 0,0 1 0,0-1 0,0 1 0,0-1 0,0 0 0,-1 1-1,1-1 1,0 0 0,-1 1 0,1-1 0,-1 1 0,1-1 0,-1 0 0,0 0-1,1 0 1,-1 1 0,0-1 0,0 0 0,0 0 0,0 0 0,0 0 0,0 0-1,0 0 1,0 0 0,0-1 0,-1 1 0,1 0 0,0-1 0,-1 1 0,1-1-1,0 1 4,-55 17-27,37-13-3,-33 8-231,31-8 458,21-5-127,0 0 0,0 0-1,0 0 1,0-1 0,0 1 0,0 0 0,0 0-1,0 0 1,0 0 0,-1 0 0,1 0 0,0 0 0,0 0-1,0 0 1,0 0 0,0 0 0,0 0 0,0-1-1,0 1-69,4-2 21,0 0-1,0-1 1,0 1-1,0-1 1,-1 0-1,1 0 1,-1-1 0,0 1-1,0-1 1,0 1-1,0-1 1,-1 0-1,1 0 1,-1 0-1,0-1 1,0 1-1,-1 0 1,1-2-21,0-1-35,1-1 1,-2 1 0,1-1-1,-1 1 1,0-1 0,-1 0 0,0 1-1,0-1 1,0 0 0,-1 1-1,-1-2 35,-2 1-17,0 17 55,-1 17 56,7 1-77,1 1-1,1-1 0,2 0 1,1 3-17,11 56 14,-15-66 62,-2-15-177,0 0 1,0 1 0,-1-1 0,1 0 0,-1 1 0,0-1 0,-1 1 0,0 1 100,0-5-38,0 0 0,1 0 0,-1 0 0,-1 0 0,1 0 0,0 0 0,0-1 0,-1 1 0,1 0 0,-1-1 0,0 1 0,1-1 0,-1 0 1,0 0-1,0 0 0,1 1 0,-1-2 0,0 1 0,0 0 0,0 0 0,0-1 0,-1 1 0,1-1 38,-66 20-888,63-19 882,3-1 129,2 0-56,8 0 80,11-1-60,0-2 0,-1-1 1,0 0-1,1-1 1,-2-1-1,1 0 1,-1-2-1,0 0 1,14-9-88,41-17 50,-72 34-38,1 0 0,-1 0-1,1 0 1,-1 0 0,1 0-1,0-1 1,-1 1-1,1 0 1,-1 0 0,1-1-1,-1 1 1,1 0 0,-1 0-1,1-1 1,-1 1 0,1-1-1,-1 1 1,1 0 0,-1-1-1,0 1 1,1-1 0,-1 1-1,0-1 1,1 1 0,-1-1-1,0 1 1,0-1 0,1 0-12,-18-3-138,-47 4-4230,47 0 218,-4 0-2125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0:5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1 188 1105,'0'0'490,"0"0"105,0 0-72,0 0-355,0 0-96,0 0-5,-1-3 1419,1-18 14579,2 15-14255,0 3-4345,10-4 2724,1 0-1,0 1 0,0 1 0,0 0 0,6 0-188,28-12 329,-2-2-244,1 1 0,1 3 0,0 1 0,0 3 1,1 2-1,1 2 0,0 2 0,10 2-85,11 1-25,0 4 1,0 2-1,-1 4 0,0 3 1,18 6 24,-31-1-218,46 19 218,-86-29-36,0 1 0,0 1 0,-1 1 0,0 0 0,0 1-1,-1 1 1,0 0 0,4 5 36,-14-11-23,-1 0-1,1 0 0,-1 0 1,0 1-1,0 0 1,0-1-1,-1 1 1,0 0-1,0 0 1,-1 0-1,0 1 1,0-1-1,0 0 1,0 3 23,0 16-30,-1 1 0,-3 23 30,2-37 2,-1-1 7,0 1-1,-1-1 1,-1 1 0,1-1-1,-2 0 1,0-1-1,0 1 1,-1-1 0,0 0-1,0 0 1,-1-1 0,-7 7-9,-17 19 25,-1-1 0,-22 15-25,46-42-4,-244 203 314,-35 32-119,225-188-89,31-28-32,1 1 1,-9 12-71,35-33 11,3-3-17,1-2 17,0-1 10,0 0 17,0 0-6,0 0 29,0 0-16,3-11 81,11-17-150,2 0 1,2 2-1,0 0 1,14-14 23,-7 8-104,-1-1 0,12-23 104,-35 55-26,-1 1-57,0 0-200,-2 5 187,1 1 1,-1-1-1,-1 0 1,1 0-1,-1 0 0,0 0 1,0 0-1,0-1 0,-1 1 1,0-1-1,0 0 1,0 0-1,0 0 0,0 0 96,-12 12-38,-14 18 93,-8 12-29,-3-2-1,-2-1 0,-21 14-25,64-56 7,0-1 0,0 0 0,0 0 1,0 0-1,-1 1 0,1-1 0,0 0 0,0 0 0,0 0 0,0 0 0,0 1 0,-1-1 0,1 0 0,0 0 0,0 0 1,0 0-1,-1 0 0,1 0 0,0 0 0,0 0 0,0 1 0,-1-1 0,1 0 0,0 0 0,0 0 0,-1 0 0,1 0 1,0 0-1,0 0 0,-1 0 0,1 0 0,0 0 0,0 0 0,0-1 0,-1 1 0,1 0 0,0 0 0,0 0 1,-1 0-1,1 0 0,0 0 0,0 0 0,0-1 0,0 1 0,-1 0 0,1 0 0,0 0-7,1-14 80,12-20-95,96-160 143,-129 223-414,-2-2 1,-1-1 0,0-1-1,-18 14 286,-68 76 109,232-241-103,-101 107 61,1 1 1,0 0 0,2 2 0,0 1-1,15-7-67,-83 78-696,-7-3 765,-2-2 1,-31 21-70,83-72 1,0 0 1,0 1-1,0-1 1,-1 0-1,1 0 1,0 0-1,0 1 0,0-1 1,-1 0-1,1 0 1,0 0-1,0 1 1,0-1-1,0 0 1,0 0-1,0 1 1,0-1-1,0 0 0,0 0 1,-1 1-1,1-1 1,0 0-1,0 0 1,0 1-1,0-1 1,1 0-1,-1 1 1,0-1-1,0 0 0,0 0 1,0 1-1,0-1 1,0 0-1,0 0 1,0 1-1,0-1 1,1 0-1,-1 0 1,0 0-1,0 1 0,0-1 1,0 0-1,1 0 1,-1 0-1,0 0 1,0 1-1,1-1 1,-1 0-1,0 0 1,0 0-1,1 0 0,-1 0 1,0 0-1,0 0 1,1 0-1,-1 0 1,0 0-1,0 0 1,1 0-1,-1 0 0,0 0 1,0 0-1,1 0 1,-1 0-1,0 0-1,38 6 123,51-4 100,-84-2-207,23 1 84,-19-1-70,-1 1-1,0-1 1,0 0 0,0 0-1,0-1 1,1-1 0,-1 1 0,0-1-1,-1 0 1,1-1 0,0 0-1,4-2-29,-11 4 30,0-1-1,0 1 0,0 0 0,0-1 1,0 1-1,0 0 0,0-1 0,0 1 0,-1-1 1,1 1-1,-1-1 0,1 1 0,-1-1 1,1 0-1,-1 1 0,0-1 0,0 0 1,0 1-1,0-2-29,-1-40 150,0 23-138,1-134 828,-17 327-143,17-173-789,0 0 0,-1 1 0,1-1 0,0 0 0,-1 0 0,1 0 0,-1 1 0,1-1 0,0 0-1,-1 0 1,1 0 0,-1 0 0,1 0 0,-1 0 0,1 0 0,0 0 0,-1 0 0,1 0 0,-1 0 0,1 0 0,-1 0 0,1 0 0,-1 0 0,1 0 0,0 0 0,-1-1 0,1 1 0,-1 0 0,1 0 0,0-1 0,-1 1 0,1 0 0,0 0 0,-1-1 0,1 1 0,0 0 0,-1-1 0,1 1 0,0-1 0,0 1 0,0 0 0,-1-1 0,1 1 0,0-1 0,0 1 0,0 0 0,0-1 0,0 1 0,0-1 92,-11-28-4666,-2-14-2820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0:54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3986,'0'0'1478,"0"0"160,0 0 155,0 0-587,0 0-81,16 8 297,-10-4-1261,5 1 64,-1 1-1,1-1 1,0-1 0,0 0 0,1-1 0,-1 0 0,1 0 0,0-2 0,0 1 0,7-1-225,27-3 669,0-3 1,0-1-1,0-2 1,4-4-670,-37 9 38,0 1 0,0 0 0,0 0 0,8 1-38,-20 1-232,-1 0-128,0 0-107,0 0-8,0 0 3,0 0 93,0 0 112,-31 2-82,27-1 373,1 1 1,-1 0-1,1 0 1,0 0-1,-1 0 1,1 1 0,0-1-1,0 1 1,0 0-1,1-1 1,-1 2-1,1-1 1,-1 0-1,1 0 1,0 1-1,0-1 1,1 1-1,-1 0 1,1-1-1,0 1 1,0 0 0,-1 3-25,-1 9 279,0 0 0,1 0 0,0 1 1,1 14-280,1-1 266,-1-22-137,0 1 1,1 0 0,0 0-1,0 0 1,1 0 0,1 0-1,-1 0 1,1-1 0,1 1-1,0 0 1,0-1 0,3 6-130,-5-13-1,0 0 1,-1-1 0,1 1 0,-1 0 0,0-1-1,1 1 1,-1 0 0,1 0 0,-1-1-1,0 1 1,0 0 0,1 0 0,-1-1-1,0 1 1,0 0 0,0 0 0,0 0-1,0 0 1,0-1 0,0 1 0,0 0-1,0 0 1,-1 0 0,1-1 0,0 1-1,0 0 1,-1 0 0,1 0 0,0-1-1,-1 1 1,1 0 0,-1-1 0,1 1-1,-1 0 1,1-1 0,-1 1 0,0-1-1,1 1 1,-1-1 0,0 1 0,1-1-1,-1 1 1,0-1 0,0 0 0,1 1 0,-1-1 0,-43 10-6,29-8 17,-11 4 172,1-2-1,0 0 0,-27 0-182,51-4 371,1 0-13,0 0 2,0 0-136,30-3-48,1-5 62,1-2 0,17-9-238,-23 9 59,1 0 0,1 1 0,0 2 0,0 1-59,-138 34-702,38-9 836,63-17-123,-26 7 269,28-5 146,19-2 298,6-4-688,0 0 1,0 0 0,-1-2-1,1 0 1,-1-1-1,0-1 1,2-2-37,30-13 344,38-22-344,-87 43 59,1-1 0,0 1 0,-1 0 1,1-1-1,-1 1 0,1 0 0,-1-1 0,1 1 0,-1-1 0,1 1 1,-1-1-1,0 1 0,1-1 0,-1 1 0,0-1 0,1 0 0,-1 1 1,0-1-1,1 1 0,-1-1 0,0 0 0,0 1 0,0-1-59,-9-20-2184,3 8-12,-2-15-3231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09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2991 7796,'0'0'1896,"0"0"-612,0 0-204,0 0-234,0 0-499,0 0-155,0 0 187,12-2 232,10-3-250,0-1 1,0-1 0,0-1-1,-1-1 1,0-1 0,-1 0-1,9-8-361,21-16 162,-2-3-1,-1-1 1,-2-3-1,-2-1 0,-1-2 1,20-31-162,33-53 80,69-125-80,-139 208 4,-1 0 1,-3-2-1,-1 0 1,-3-2-1,6-28-4,-3-8 14,-4-1 1,5-74-15,-15 63 103,-4 0 0,-4 0 0,-4 0 0,-4 1 0,-14-49-103,12 97 44,-1 1 0,-2 1 0,-3 0 0,-3-4-44,-93-171 442,99 196-462,-1 0-1,-1 2 0,-1 0 0,0 0 0,-2 2 0,-1 1 0,-1 0 1,0 2-1,-1 0 0,-1 2 0,-8-4 21,-13-6-71,23 13 54,0-1-1,1 0 0,0-1 1,0-3 17,20 17 32,1 1-11,0 1-22,-1-1 0,0 1 0,1-1 0,-1 1 0,1-1 0,-1 1 0,1 0 0,-1-1 0,1 1 0,0 0 0,-1-1 0,1 1 0,0 0 0,-1 0 0,1-1 0,0 1 0,0 0 0,0 0 0,0-1 0,-1 1 0,1 0 0,0 0 0,0-1 0,1 1 0,-1 0 0,0 0 1,0 30-32,0-25 34,-1 31 35,0-22-18,0 0 1,1-1-1,1 1 1,2 12-20,-3-27 0,0 0 0,0-1 0,0 1 0,0 0 0,0 0 0,0 0 0,0-1 0,0 1 0,0 0 0,0 0 0,1 0 0,-1-1 0,0 1 0,0 0 0,0 0 0,0 0 0,0-1 0,0 1 0,1 0 0,-1 0 0,0 0 0,0 0 0,0 0 0,0-1 0,1 1 0,-1 0 0,0 0 0,0 0 0,0 0 0,1 0 0,-1 0 0,0 0 0,0 0 0,1 0 0,-1 0 0,0 0 0,0 0 0,0 0 0,1 0 0,-1 0 0,0 0 0,0 0 0,1 0 0,-1 0 0,0 0 0,0 0 0,0 0 0,1 0 0,-1 0 0,0 1 0,0-1 0,0 0 0,0 0 0,1 0 0,-1 0 0,0 0 0,0 1 0,0-1 0,0 0 0,0 0 0,1 0 0,-1 1 0,1-74-109,0 14 22,-2 1 0,-8-55 87,9 112 5,1 1 0,-1 0 0,0 0-1,0 0 1,0 0 0,0-1 0,0 1 0,0 0 0,0 0 0,0 0 0,0-1 0,0 1 0,0 0-1,0 0 1,0 0 0,0-1 0,0 1 0,0 0 0,0 0 0,0 0 0,-1-1 0,1 1-1,0 0 1,0 0 0,0 0 0,0 0 0,0-1 0,0 1 0,0 0 0,-1 0 0,1 0 0,0 0-1,0 0 1,0 0 0,0-1 0,-1 1 0,1 0 0,0 0 0,0 0 0,0 0 0,-1 0 0,1 0-1,0 0 1,0 0 0,0 0 0,-1 0 0,1 0 0,0 0 0,0 0 0,0 0 0,0 0-1,-1 0 1,1 0 0,0 0-5,-5 11-67,-5 47 122,3 2 1,3-1-1,2 20-55,2-78 58,-2-5-37,0 0 0,0 0 0,1 0-1,0 0 1,-1 0 0,1 0-1,1-1 1,-1 1 0,0-3-21,0 1-5,-42-212-214,41 208 237,2 10 9,17 16 88,4-10-89,0 0-1,1-2 1,0 0-1,0-1 1,0-1-1,0-2 1,0 0 0,0-1-1,1-1-25,40 0-40,-62 4 14,-1-1 1,1 0-1,0 0 1,-1 0 0,1 0-1,-1 1 1,1-1 0,-1 0-1,0 0 1,1 1-1,-1-1 1,0 0 0,0 1-1,0-1 1,0 0 0,0 1-1,0-1 1,-1 0-1,1 1 26,-4 32-206,-1-24 205,0 1 0,0-1-1,-1 0 1,-1-1 0,0 1-1,0-1 1,-1 0 0,0-1-1,0 0 1,-1 0-1,-1 0 2,3-2 40,-1-1-1,1 0 0,-1 0 1,0 0-1,-1-1 0,1 0 1,-1-1-1,0 0 0,0 0 1,0-1-1,0 0 0,0 0 0,-9-1-39,16-1 329,2-3 25,1-6-345,-1 0 0,1 1 0,1-1 0,0 0 0,0 0-1,1 1 1,0-1 0,1 1 0,-1 0 0,1 0-1,1 0 1,0 1 0,0-1 0,0 1 0,1 0-1,0 1 1,1-1 0,-1 1 0,1 0 0,0 1 0,1 0-1,-1 0 1,2 0-9,-9 5-145,1-1 0,0 1 0,0-1 0,0 1 0,0-1 0,0 1 0,0 0 0,0-1 0,0 1 0,0 0 0,0 0 0,0 0 0,0 0 0,0 0 0,0 0 0,0 0-1,0 0 1,0 0 0,0 0 0,0 1 0,0-1 0,0 0 0,0 1 0,0-1 0,0 0 0,0 1 0,0 0 0,0-1 0,0 1 0,-1-1 0,1 1 0,0 0 0,0 0 145,17 30-5919,-16-28 5355,15 38-8248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30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17 180 1217,'0'0'4983,"0"0"-2819,0 0-601,0 0-213,0 0-360,0 0-171,-1 0-322,1 0 0,-1 0 1,0 1-1,0-1 0,0 0 0,0 0 0,0 0 1,1 0-1,-1 0 0,0 0 0,0 0 1,0-1-1,0 1 0,0 0 0,1 0 0,-1-1 1,0 1-1,0 0 0,0-1-497,2-7 4,-1 0 0,1 0-1,0 1 1,1-1 0,0 0 0,0 0 0,0 1-1,1-1 1,1 1 0,-1 0 0,1 0 0,0 0-1,1 1 1,-1-1 0,1 1 0,0 0 0,1 0-1,0 1 1,0 0 0,0 0 0,0 0 0,1 1-1,0 0 1,0 0 0,0 0 0,3 0-4,-6 2-30,0 1 0,0 0 0,0 0 0,1 0 0,-1 0 0,0 0 0,1 1 0,-1 0 0,1 0 0,-1 0 0,0 1 0,1-1 0,-1 1 0,0 0 0,1 0 0,-1 1 0,0-1 1,0 1-1,0 0 0,0 0 0,0 0 0,-1 0 0,1 1 0,-1 0 0,1 0 0,-1 0 0,0 0 0,0 0 0,0 0 0,-1 1 0,1 0 0,-1-1 0,0 1 0,0 0 0,0 0 0,1 3 30,3 10-27,0 0-1,-1 0 0,-1 1 1,0 0-1,-1-1 1,-1 1-1,-1 0 0,-1 9 28,0-12 10,-2 1-1,1 0 0,-2-1 0,0 1 1,-1-1-1,-1 0 0,0 0 0,-1-1 1,0 1-1,-1-1 0,-1-1 0,0 1 0,-8 8-9,-21 32 89,-3-2-1,-2-2 0,-12 8-88,52-56 15,1-1 1,0 0 0,0 1-1,-1-1 1,1 0 0,0 1-1,0-1 1,0 1 0,1 0-1,-1-1 1,0 1 0,1 0 0,-1-1-1,0 2-15,1-3 10,0 1 0,1-1 0,-1 1 0,0-1 0,0 1 0,0-1 0,0 1 0,0-1 0,1 1 0,-1-1 0,0 1 0,0-1 0,1 0 0,-1 1 0,0-1 0,1 1 0,-1-1 0,1 0 0,-1 1 0,0-1 0,1 0 0,-1 1 0,1-1 0,-1 0 0,1 0 0,-1 0 0,1 1 0,-1-1 0,1 0-1,-1 0-9,8 1 75,-1 0-1,1 0 0,-1 0 1,1-1-1,-1-1 0,1 1-74,10-1-7,35 0 236,0-1-1,-1-4 1,20-5-229,-26 7 838,-46 4-724,0 0 87,0 0 4,0 0 27,0 0-131,0 0-77,0 0-274,5-20-7749,4 0-39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36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2486 580 2865,'0'0'3010,"0"0"-1271,0 0 217,0 0 101,0 0-411,0 0-366,-5 1 3608,-21-2-3880,-24-51-679,8 6-103,-15 1-83,-1 3 0,-3 2-1,-1 3 1,-52-22-143,8-2 85,46 25-26,-18-5-59,15 8 31,45 23-31,0 0-1,0 1 0,0 1 1,-1 1-1,-1 1 1,1 0-1,-3 1 1,-98-9-71,-1 6 1,-77 5 70,192 3 0,0 0-4,1-1 0,-1 1 0,0 0-1,0 0 1,0 0 0,1 1 0,-1 0 0,0 0 0,1 1 0,-1-1 0,1 1 0,-1 0 0,1 1 0,0-1 0,0 1-1,0 0 1,0 1 0,0-1 0,-3 5 4,-96 94-143,-89 82-101,179-171 243,1 1-1,0 0 0,1 1 0,1 0 0,0 1 0,1 0 0,0 1 1,1 2 1,-18 40-24,-13 47 24,8-21-4,-1-4-28,-4-1 0,-3-2 0,-3-2 0,-10 7 32,41-66-72,7-12 21,1 1-1,0-1 1,0 1 0,0 0 0,1 0 0,0 0-1,0 0 1,0 0 0,1 1 0,0-1 0,0 5 51,2-11-195,0 0-104,0 0-24,0 0-58,0 0 141,0 0 88,0 0 69,0 0 0,8-28-138,18-24 245,2 1 1,2 1 0,3 2-1,3-2-24,-35 65 136,-7 13-232,-22 25 76,-2-1-1,-3-1 0,-1-2 0,-27 28 21,32-40-26,-10 8-1,39-58-221,2-1 225,0 0-1,2-1 0,-1 1 0,2 1 0,0-1 1,4-7 23,46-85 48,-22 44-39,-4 10 20,-15 28 28,-2-1 1,7-17-58,-18 41 27,-1 1-9,-1 6-16,-1 1-1,1-1 0,-1 1 0,0-1 1,-1 0-1,1 0 0,-1 0 0,0 0 1,-1-1-1,0 1 0,1-1 1,-2 0-1,0 1-1,-10 16 2,-114 155 78,127-175-37,1-2 47,1-10-4,2-32-130,3 0 0,9-40 44,-12 76-11,-1 5-21,-1 1-32,-1 11-139,0-2 191,-1-1 0,-1 1 0,0-1 1,0 0-1,0 0 0,-1 0 0,0-1 0,-2 3 12,-43 63 31,34-51-1,7-13-13,-6 14 8,14-23-11,0 0-25,0-3 40,1-6-8,1-1 1,-1 1-1,1 0 0,1 0 0,0 0 0,0 0 0,1 1 1,0-1-1,0 1 0,3-2-21,57-86 63,-47 72-68,-12 18 14,-5 4-8,1 0 0,0 1 1,0-1-1,0 0 0,0 1 0,0-1 1,1 1-1,-1-1 0,0 1 1,1 0-1,-1 0 0,1 0 0,-1 0 1,1 0-1,-1 0 0,1 0 1,0 0-1,1 0-1,-3 13-54,1 5 31,-1 1 0,-1-1 0,0 0 0,-1 0-1,-1 1 1,-1-2 0,0 1 0,-1 0 0,-1-1-1,-6 12 24,7-19-8,0 1 5,0 1 0,-1 0 1,-1-1-1,1 0 1,-2-1-1,1 0 1,-8 7 2,14-16-14,1 0-10,0-17-88,3 1 110,0 1-1,1-1 1,0 1-1,1 0 1,1 0-1,0 1 1,1 0-1,5-7 3,9-24 15,13-29 44,-33 73 10,-1 1-50,-1 7-34,0 0 1,0 0-1,-1 0 1,1 0 0,-1 0-1,-1 0 1,0-1-1,0 1 1,0-1-1,0 0 15,-43 65 10,24-40 2,4-3-14,-2 4 31,-1-1 0,-15 16-29,74-112 157,15-9-132,-24 36 12,-2-1 0,21-42-37,-120 202 35,-28 28-35,100-150 1,0 1 0,0 0 0,0 0 0,0 0 0,0-1 0,0 1 0,0 0 0,0 0 1,0 0-1,0 0 0,0-1 0,0 1 0,0 0 0,0 0 0,0 0 0,0 0 0,0 0 0,0-1 0,-1 1 0,1 0 1,0 0-1,0 0 0,0 0 0,0 0 0,0-1 0,0 1 0,-1 0 0,1 0 0,0 0 0,0 0 0,0 0 0,0 0 1,-1 0-1,1 0 0,0 0 0,0 0 0,0 0 0,0 0 0,-1 0 0,1 0 0,0 0 0,0 0 0,0 0 0,0 0 1,-1 0-1,1 0 0,0 0 0,0 0 0,0 0 0,0 0 0,-1 0 0,1 0 0,0 0 0,0 0 0,0 1 0,0-1 1,0 0-1,-1 0 0,1 0 0,0 0 0,0 0 0,0 0 0,0 1 0,0-1-1,-1-30 20,9-37 11,9 11-31,1 0 0,10-14 0,-27 66-8,-1 3 18,-1 31-10,-2-1-1,-2 0 0,0 0 0,-2 0 0,-1-1 0,-1 0 0,-1 0 0,-12 20 1,11-22-9,4-9 28,4-11 4,0-1 1,1 1 0,0-1 0,0 1-1,0 0 1,1 0 0,0 0 0,0 0-24,17-7 125,-1-3-80,-1-1 1,0 0-1,0 0 1,0-2-1,-1 0 1,0 0-1,1-2-45,90-67 85,-37 26-45,-44 32-6,18-10 87,-40 27-100,-1 1-45,0 0-61,0 0 7,0 0-45,0 0 43,0 0-26,0 0 7,0 0-72,0 0-144,-10 1-127,-11 4 226,0 1 1,0 1 0,-3 3 215,5-3-200,0 0 1,-1-1 0,0-1-1,-15 2 200,-36-1 729,70-6-511,1 0-36,0 0 18,0 0-27,0 0 57,33-12 98,-18 4-323,0 2 0,1 0-1,0 0 1,0 2 0,0 0 0,0 0 0,1 2 0,-1 0-1,1 1 1,0 1 0,0 0-5,-16 0-72,-1 0 13,0 0-37,-15-7-10,-1-3 85,0 0 0,1-1 0,0-1 0,1 0 0,0-1 0,1 0 0,0-2 21,52 11 293,-29 5-251,-1 0 0,1 0 0,-1 0 0,0 2-1,1-1 1,-1 1 0,0 0 0,-1 1-1,1 0 1,0 0-42,-2-1 23,-6-2 19,-1-1-52,0 0-193,0 0-475,0 0-1315,0 0-2726,0 0-3712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18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0 282 4978,'0'0'2255,"0"0"-708,0 0 409,0 0-553,0 0-531,0 0-79,6-5 100,16-16 127,-16 16 113,-6 5-124,21 5 680,-9 9-1386,0 0 1,-1 1-1,0 0 1,-1 1 0,3 7-304,19 30 525,49 56 107,17 10-632,-63-78 158,-33-38-127,0 0-10,0-1 0,0 1 0,0-1 0,0 1 0,0-1 0,0 0 0,1 0 0,-1 0 0,1 0 0,-1 0 0,1-1-1,0 1 1,0-1 0,-1 1 0,1-1 0,0 0 0,0 0 0,1-1-21,-2-2 37,-1 0-1,1 0 0,-1 0 1,0-1-1,0 1 1,0-1-1,-1 1 1,1 0-1,-1-1 1,1 1-1,-1-1 1,0 0-1,0-1-36,1-2 60,26-159 332,-7-1 0,-4-83-392,-12 159 192,-4 90-232,0 0-48,0 0-128,0 0-286,0 0-327,0 6-3005,0 16-181,0 8-1556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20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38 2993,'0'0'1951,"0"0"-380,0 0-125,0 0-398,0 0-285,2 8 6075,10 39-6355,-3-2 350,-2 0 0,-3 1 0,-1 0 0,-2 31-833,0-61 303,1-24-75,1-28-214,-2 6-100,-2 0 0,-1 0 0,-1 0 0,-2 1 0,-7-28 86,-16-53 72,28 110-64,0 0-1,0-1 1,0 1-1,-1 0 1,1 0-1,0 0 1,0 0 0,0-1-1,0 1 1,0 0-1,0 0 1,0 0-1,0-1 1,0 1-1,0 0 1,0 0-1,0 0 1,0-1 0,0 1-1,0 0 1,0 0-1,0 0 1,0-1-1,0 1 1,0 0-1,0 0 1,0 0 0,0 0-1,1-1 1,-1 1-1,0 0 1,0 0-1,0 0 1,0 0-1,0-1 1,0 1-1,1 0 1,-1 0 0,0 0-1,0 0 1,0 0-1,0 0 1,1 0-1,-1 0 1,0 0-1,0-1 1,0 1 0,1 0-1,-1 0 1,0 0-1,0 0 1,0 0-1,1 0 1,-1 0-1,0 0 1,0 0-1,0 0 1,1 0 0,-1 1-1,0-1 1,0 0-1,0 0-7,22 8 93,22 18-86,12 11 13,-1 2-1,-2 3 1,41 42-20,-90-79-43,0-1-1,0 1 1,0 0 0,-1 1-1,1-1 1,-1 0 0,0 1-1,-1 0 1,0 0 0,0 0 0,0 0-1,0 0 1,-1 0 0,0 0-1,0 1 1,-1-1 0,0 0-1,0 0 1,0 1 0,-1-1-1,0 0 44,0-3-19,0 0-1,0 0 1,0-1-1,0 1 1,-1-1-1,1 1 1,-1-1-1,0 0 1,0 1-1,0-1 1,0 0-1,0 0 1,0 0-1,0-1 1,-1 1-1,1 0 1,-1-1-1,1 0 1,-1 1-1,1-1 1,-1 0-1,0 0 1,0-1-1,0 1 20,-72 17-79,25-10 69,2 0 290,1-2 0,-31-1-280,78-5 181,0 0-79,0 0 15,0 0-45,0 0-66,0 0-188,0 0-343,0 0-831,0 0-2053,0 0-2101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38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0 6227,'0'0'2342,"0"0"-231,0 0-161,0 0-494,0 0-343,0 0-241,-16 0 4616,295 12-4952,-248-12-2555,-123 5 221,-67 11 1798,47-3 475,101-10 610,16 0-654,18 0-293,290-3 841,-311 0-969,-1 0-11,-1 0-1,1-1 1,0 1 0,-1 0-1,1 0 1,0 0 0,0 0-1,-1 0 1,1 0 0,0 0 0,0 0-1,-1 0 1,1 1 0,0-1-1,-1 0 1,1 0 0,0 0-1,-1 1 1,1-1 0,0 1-1,-1-1 1,1 0 0,0 1-1,-1-1 1,1 1 0,-1-1-1,1 1 1,-1 0 0,1-1-1,-1 1 1,0-1 0,1 1-1,-1 0 1,0-1 0,1 1-1,-1 0 1,0-1 0,0 1 1,-6 2-7830,-1-3-2068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39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1 163 9076,'0'0'1782,"0"0"-346,0 0-105,0 0-392,0 0-416,9 12 189,194 268 3374,-141-185-3286,-3 2 0,4 22-800,-56-104 18,18 32 46,-24-45-67,0 0 0,1 0 0,-1-1 0,0 1 0,1 0 0,0-1 0,-1 1 0,1-1 0,0 0 0,0 1 0,0-1 0,0 0 0,0 0 0,0 0 0,0-1-1,0 1 1,0 0 0,0-1 0,0 1 0,1-1 0,-1 0 3,-2-9 126,-3-809 1637,3 816-1746,0 1 3,0 0-1,0 1 1,1-1-1,-1 0 1,0 0-1,0 0 0,0 0 1,0 1-1,0-1 1,0 0-1,-1 0 1,1 0-1,0 0 1,0 1-1,0-1 1,-1 0-1,1 0 1,-1 1-1,1-1 1,0 0-1,-1 0 1,1 1-1,-1-1 1,1 1-1,-1-1 0,0 0 1,1 1-1,-1-1 1,0 1-1,1-1 1,-1 1-1,0 0-19,1 0-48,0 0-13,0 0-120,0 9-1119,-2 58-2701,0 6-4041,2-33 1309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0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96 117 6435,'0'0'2102,"0"0"-338,0 0 207,0 0-167,13 29-500,41 95-306,-45-100-624,0 1 0,-2 0 1,-1 0-1,-1 0 0,-1 1 0,0 12-374,0 4 556,-108-209-326,74 121-410,12 19 132,1-2 0,-5-12 48,19 34 49,0 0 0,0 1-1,1-2 1,0 1-1,0 0 1,0 0-1,1-1 1,0 1-1,1-1 1,0 1-1,0-1 1,1-6-49,1 12 1,1-1 0,-1 0 1,1 0-1,0 1 1,0 0-1,0-1 0,0 1 1,0 0-1,0 1 1,1-1-1,-1 0 0,1 1 1,-1 0-1,1 0 0,0 0 1,-1 0-2,9-3 2,22-8-21,0 2 0,1 1 1,1 1-1,-1 3 0,1 0 1,0 3-1,35 1 19,-68 1-17,0 0 0,-1 0 0,1 1 0,0-1 0,-1 1 0,1-1 0,-1 1 0,1 0 0,-1 0 0,1 0 0,-1 0 0,0 1 0,1-1 0,-1 1 0,0-1 0,0 1 0,0 0 0,0 0 0,0 0 0,-1 0 0,1 0 17,1 3-27,0 0 0,0 0-1,-1 0 1,1 0 0,-1 1-1,-1-1 1,1 0 0,-1 1-1,0 0 1,0 2 27,0 3-39,0 0-1,-1 0 1,0 0 0,-1 0 0,0 0-1,-1 0 1,0 0 0,0-1 0,-2 1-1,1-1 1,-2 2 39,-5 6-18,-2-1 1,0-1-1,0 0 0,-2 0 1,0-2-1,0 1 0,-2-2 1,1 0-1,-2-1 0,0-1 1,0 0-1,-1-1 0,0-1 0,-1-1 1,0 0-1,0-2 0,-1 0 1,1-1-1,-4-1 18,19 0 455,14 0-411,19 2-89,27 3 255,0 3 0,-1 2 0,0 2 0,-1 3 1,13 8-211,-60-24-427,6 3 1043,-10-5-4254,-1 1-3716,-2-2-471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0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36 200 4706,'0'0'1694,"0"0"-501,0 0 194,0 0 70,0 0-14,-5-27 155,-25-140 2513,29 162-1835,1 8-957,2 18-622,9 35-605,90 223 1669,-99-272-1710,-1-2 29,1-1 1,-1 1 0,1-1 0,0 0 0,0 1-1,1-1 1,-1 0 0,1 0 0,0-1 0,0 1-81,-2-1 872,-1-3-1820,0-2-5131,0-13 831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0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10 105 1056,'0'0'7206,"0"0"-4402,0 0-816,0 0 10,0 0-725,-9 0-131,20 0-371,25 0 708,-15 2-1214,1-2 1,0 0 0,0-1-1,-1-2 1,1 0-1,-1-1 1,0-1 0,0-1-1,0-1 1,5-3-266,-25 9-191,1 0 0,0 0 0,-1 0 0,1 0 0,0-1 0,-1 1 0,1 0 0,-1-1 0,0 1 0,0-1 0,1 0 0,-1 0 0,0 1-1,0-1 1,-1 0 0,1 0 0,0 0 0,-1 0 0,1 0 0,-1 0 0,1 0 0,-1 0 0,0 0 0,0 0 0,0 0 0,0 0 0,0 0 0,0 0 0,-1-1 191,1 1-457,0 1 284,0 1 1,0-1-1,-1 0 1,1 1-1,0-1 1,0 1-1,0-1 1,-1 0-1,1 1 1,0-1-1,-1 1 1,1-1-1,-1 1 1,1-1-1,0 1 1,-1-1 0,1 1-1,-1 0 1,1-1-1,-1 1 1,1 0-1,-1-1 1,0 1-1,1 0 1,-1 0-1,1-1 1,-1 1-1,0 0 1,1 0-1,-1 0 1,1 0-1,-1 0 1,0 0 0,1 0-1,-1 0 1,0 0-1,1 0 1,-1 0-1,1 0 1,-1 1 172,-3-1-598,-27-1-3863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1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148 218 8100,'-122'-108'2828,"97"80"-330,25 28-2480,0 0 1,0 0 0,0-1-1,0 1 1,0 0-1,0 0 1,0 0 0,0-1-1,0 1 1,0 0-1,0 0 1,0 0-1,0 0 1,0-1 0,0 1-1,1 0 1,-1 0-1,0 0 1,0 0 0,0-1-1,0 1 1,0 0-1,1 0 1,-1 0 0,0 0-1,0 0 1,0 0-1,0 0 1,1-1 0,-1 1-1,0 0 1,0 0-1,0 0 1,1 0 0,-1 0-1,0 0 1,0 0-1,0 0 1,1 0 0,-1 0-1,0 0 1,0 0-1,0 0 1,1 0-1,-1 0 1,0 0-19,4 0 544,31-16 419,1 3 0,0 0-1,1 3 1,1 1-1,4 1-962,-29 7 109,-1 1-2098,-5-3-4681,-4 0 1601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1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143 324 8116,'0'0'1043,"0"0"163,0 0-251,0 0-544,0 0 197,8 22 406,43 126 1053,-50-144-1973,0 0-1,1 0 1,-1 0-1,1-1 0,0 1 1,0 0-1,1-1 1,-1 1-1,1-1 0,-1 0 1,1 0-1,0 0 1,0 0-1,1 0 0,-1-1 1,1 1-1,-1-1 1,1 0-1,0 0 0,0 0 1,3 1-94,6 0 114,0-1-1,0 0 1,0 0 0,0-1 0,0-1-1,5-1-113,-10 1 11,0-1-1,1-1 1,-1 0 0,0 0-1,0 0 1,0-1-1,0 0 1,-1-1-1,1 0 1,-1 0-1,0 0 1,0-1 0,0 0-1,-1-1 1,1 1-1,-1-1 1,-1-1-1,1 1 1,-1-1-1,0 0 1,0-1-11,4-5 11,-1 0 0,-1 0 0,0-1 0,-1 0-1,-1-1 1,0 1 0,0-1 0,-2 0 0,0 0 0,0-1 0,-1-6-11,-1 11 45,0 1 1,-1-1 0,0 0 0,-1 1-1,0-1 1,0 0 0,-1 1-1,-1-1 1,1 1 0,-2 0-1,0 0 1,0 0 0,0 0-1,-2 1 1,1 0 0,-1-1-46,-1 0 82,-1 0 1,0 1-1,-1 0 0,0 0 1,0 1-1,0 0 0,-1 0 1,-1 1-1,1 1 1,-1 0-1,0 0 0,-1 1 1,1 0-1,-1 1 1,0 0-1,0 1 0,0 1 1,-1 0-1,1 0 0,-1 1 1,1 1-1,0 0 1,-1 1-1,1 0 0,-9 2-82,12 0 18,0 1 1,1-1-1,-1 1 0,1 1 0,0 0 0,0 0 0,1 0 0,-1 1 0,1 0 0,1 1 1,-1-1-1,-5 8-18,-3 5-107,1 0 1,0 1 0,2 0-1,-6 13 107,8-10-1088,0 0-1,2 0 1,-5 22 1088,-4 33-7559,17-77 7328,-8 35-7989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3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8932,'0'0'1932,"0"0"162,0 0-445,0 0-950,0 0-310,0 5-117,1 1-148,1 0 0,-1 0 0,1 0 0,1 0 0,-1-1 0,1 1 0,0 0-1,0-1 1,1 0 0,-1 0 0,1 0 0,0 0 0,1 0-124,19 27 558,74 140 1072,-6-7-1269,-90-163-345,-1 1 14,0 0 0,1 0-1,0 0 1,0 0 0,0 0 0,0 0-1,0 0 1,0-1 0,1 1 0,-1-1-1,1 1 1,0-1 0,0 0 0,0 0 0,0 0-1,0-1 1,0 1 0,0-1 0,0 0-1,1 0 1,-1 0 0,0 0 0,1 0 0,0-1-30,-1-4 38,0-1 0,-1 0 0,0 0 1,0 0-1,0 0 0,0-1 0,-1 1 0,0 0 1,1-6-39,5-52-58,-3 0 0,-2 0 1,-5-42 57,0-7-3,3-6 723,0 118-752,0 0-211,0 12-1736,-9 94-6311,8-71 3203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3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61 5234,'0'0'1214,"0"0"643,0 0 301,8 27-509,-1-1-1225,17 61 3087,-2 13-3511,-20-86 467,1 0-1,0-1 1,1 1-1,1-1 1,0 0-1,1 1-466,-11-51 1481,-15-17-1603,-3 2 0,-1 0 0,-7-4 122,-35-77-168,66 133 175,0 0-1,0-1 0,0 1 1,-1-1-1,1 1 1,0 0-1,0-1 1,1 1-1,-1-1 1,0 1-1,0 0 1,0-1-1,0 1 1,0 0-1,0-1 0,0 1 1,1-1-1,-1 1 1,0 0-1,0-1 1,0 1-1,1 0 1,-1 0-1,0-1 1,0 1-1,1 0 1,-1 0-1,0-1 0,1 1 1,-1 0-1,0 0 1,1 0-1,-1-1 1,1 1-1,-1 0 1,0 0-1,1 0 1,-1 0-1,0 0 0,1 0 1,-1 0-1,1 0 1,-1 0-1,0 0 1,1 0-1,-1 0 1,0 0-1,1 0 1,-1 0-1,1 0 1,-1 1-1,1-1-6,24 3-48,11 9 49,-2 1-1,1 2 1,-2 2-1,0 1 0,-1 1 1,27 22-1,-49-34-16,0 0-1,-1 1 1,0 0 0,-1 1 0,0 0-1,0 0 1,-1 0 0,0 1-1,-1 0 1,0 1 0,4 8 16,-5-4-18,0 1-1,0-1 1,-2 1 0,0 1-1,-1-1 1,0 0 0,-2 0-1,0 7 19,0-20 7,0 0 1,-1-1-1,1 1 0,-1 0 0,1 0 0,-1 0 0,0-1 0,0 1 0,0 0 0,0-1 0,-1 1 0,1-1 0,-1 0 0,0 1 0,1-1 0,-1 0 0,0 0 1,0 0-1,-2 1-7,-2 2 59,0-1 1,-1 0 0,1-1 0,-1 0-1,1 0 1,-1 0 0,0-1 0,-2 1-60,-13 2 83,0-1 1,0 0-1,-1-2 1,1-1-1,-1 0-83,17-1-503,-9 0-353,9-1-3889,5-4-1695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4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81 6611,'0'0'1593,"0"0"-97,0 0 1002,0 0-527,0 0-706,-7 0 823,4 0-1704,5-1 1260,8-3-1460,-1 1-1,0-2 0,0 1 0,0-1 1,5-4-184,-4 2 76,-1 1 1,1 1-1,0 0 1,1 0 0,10-2-77,-3 2 45,1 2 1,-1 0 0,1 1 0,0 1 0,2 1-46,-15-1-6,0 1 1,-1 1 0,1-1-1,0 1 1,-1 0 0,1 0-1,-1 0 1,1 1 0,-1 0-1,0 0 1,0 1 0,0-1 0,0 1-1,0 0 1,0 0 0,-1 1-1,1-1 1,1 3 5,-1 0-17,0 1-1,-1-1 1,0 1-1,0-1 1,-1 1 0,0 0-1,0 0 1,-1 1 0,1-1-1,-2 0 1,1 1 0,-1-1-1,0 1 1,0 0-1,-1-1 1,0 1 0,-1 0-1,0-1 1,0 1 0,0 0-1,-1-1 1,-1 3 17,-2 3-17,0 0 1,-2-1-1,1 1 0,-2-1 0,1 0 1,-2-1-1,1 0 0,-2 0 1,1-1-1,-2 0 0,-4 3 17,-49 33 36,50-36-27,-1 0 1,1 0-1,0 1 1,1 1-1,-11 12-9,24-23 1,0-1 1,-1 0-1,1 1 1,-1-1-1,1 1 1,-1-1-1,1 1 0,0-1 1,-1 1-1,1-1 1,0 1-1,-1-1 1,1 1-1,0-1 0,0 1 1,0-1-1,-1 1 1,1-1-1,0 1 0,0 0 1,0-1-1,0 1 1,0-1-1,0 1 1,0 0-1,0-1 0,0 1 1,1-1-1,-1 1 1,0 0-1,0-1 1,0 1-1,1-1 0,-1 1 1,0-1-1,0 1 1,1-1-1,-1 1 1,1-1-1,-1 1 0,0-1 1,1 0-1,-1 1 1,1-1-1,-1 1 0,1-1-1,27 6 170,18-4-16,-1-2 0,1-2 0,0-2 0,-1-2 0,0-2 0,0-2 0,-1-2 0,27-12-154,-38 16 49,-3 1-1693,-13-2-3401,-7 1-694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4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7203,'0'0'2620,"0"0"-403,0 0 571,0 0-1000,0 0-558,30 0-110,-4-1-863,13 1 224,1-2 1,-1-1 0,34-9-482,-21 4 485,-35 6-458,1 0 0,0-2 0,-1 0-1,0 0 1,0-2 0,-1 0-1,5-3-26,-21 9-56,0 0 0,0 0 0,0 0 0,-1 0 0,1 0 0,0 0 0,0 0 0,0 0 0,0 0 0,0 0 0,0 0 0,0 0 0,0 0 0,0-1 0,0 1 0,0 0 0,0 0 0,0 0 0,0 0 0,0 0 0,0 0 0,0 0 0,0 0 0,-1 0 0,1 0 0,0 0 0,0 0 0,0 0 0,0-1 0,0 1 0,0 0 0,0 0 0,0 0 0,0 0 0,0 0 0,0 0 0,0 0 0,0 0 0,0 0 0,0 0 0,1 0 0,-1 0 0,0-1-1,0 1 1,0 0 0,0 0 0,0 0 0,0 0 0,0 0 0,0 0 0,0 0 0,0 0 0,0 0 0,0 0 0,0 0 0,0 0 0,0 0 0,0 0 0,0 0 0,0 0 0,1 0 0,-1 0 56,-11-1-2297,-83 0-6262,31-1 3533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5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27 217 8852,'-27'-189'2657,"27"189"49,17-3-433,27 0-1361,14-1 0,6 1 161,-9 0-305,-8-3-240,-6 6-528,-10-3-96,-8 0-448,-6 3-784,-7 0-2658,-6 0-3250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5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1 310 6771,'0'0'630,"0"0"701,0 0 625,0 0-574,0 0-251,3 1-56,1 3-877,0 0 0,0 0 0,0 0 0,0 1 0,0-1-1,-1 1 1,0 0 0,0 0 0,0 0 0,-1 1 0,0-1 0,0 0 0,0 1 0,0 1-198,6 14 462,23 57 610,16 37-327,-41-103-697,1 0 0,0 0 0,0-1 0,1 0 0,1 0 0,0-1 0,6 6-48,-15-16 20,1 1-1,-1-1 1,0 1-1,1-1 1,-1 1-1,1-1 0,-1 1 1,1-1-1,-1 0 1,1 1-1,-1-1 1,1 0-1,0 1 1,-1-1-1,1 0 0,-1 0 1,1 0-1,0 1 1,-1-1-1,1 0 1,0 0-1,-1 0 1,1 0-1,0 0 0,-1 0 1,1 0-1,0 0 1,-1 0-1,1-1 1,-1 1-1,1 0 1,0 0-1,-1-1 1,1 1-1,-1 0 0,1-1 1,0 1-1,-1 0 1,1-1-1,-1 1 1,1-1-1,-1 1 1,0-1-1,1 1 0,-1-1 1,1 1-1,-1-1 1,0 1-1,1-2-19,11-37 134,-9 22-95,94-380 118,-53 206 625,-39 166-389,-1 4-1724,-2 39-1717,-4 17-956,-10 1-1297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6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7 113 8660,'0'0'520,"0"0"985,0 27 469,-1 0-1547,0 6 36,0 0 0,3 0 0,1-1 0,6 29-463,-6-46 589,2 1 1,0-1-1,1-1 1,0 1 0,5 5-590,-11-19 442,0-1-127,0 0-160,0 0-30,-3-40-545,2 0-1,2-22 421,1 34-192,-2 0 0,-1 1 0,-1-1 0,-1 1 1,-7-28 191,-26-49-35,36 104 66,0-1 1,1 0-1,-1 1 1,0-1-1,1 0 1,-1 1-1,1-1 1,-1 1-1,1-1 1,-1 1-1,1-1 1,0 1-1,-1-1 1,1 1-1,0 0 1,-1-1-1,1 1 1,0 0-1,-1-1 1,1 1-1,0 0 1,0 0-1,-1 0 1,1 0-1,0 0 1,0 0-1,-1 0 1,1 0-1,0 0 1,0 0-32,33-2-126,-31 2 187,94-3 81,43 7-142,-130-4 2,-1 1 0,1 1 0,0 0 0,-1 0 0,0 1-1,0 0 1,0 1 0,0 0 0,0 0 0,5 4-2,-10-5-12,0 0-1,0 0 0,0 1 0,-1-1 1,1 1-1,-1 0 0,0 0 0,0 0 1,0 0-1,0 0 0,-1 1 0,0-1 1,1 1-1,-2 0 0,1-1 0,-1 1 1,1 0-1,-1 0 0,-1 0 0,1 0 0,-1 1 14,1 0-45,-1-1 1,0 1-1,0-1 1,-1 1 0,1-1-1,-1 1 1,0-1 0,-1 1-1,0-1 1,1 0 0,-2 0-1,1 0 1,0 0 0,-1 0-1,-1 1 44,-2 1-40,-1 0 0,0-1 0,0 1 0,0-2 0,-1 1 0,1-1 0,-1 0 0,-1-1-1,1 0 41,-16 7-62,0-1 1,-1-2-1,0 0 0,0-2 0,-1-1 0,-6 0 62,-55 13-61,86-17 55,1-1 0,-1 0-1,1 1 1,-1-1 0,1 1-1,-1-1 1,1 1 0,-1-1-1,1 1 1,-1 0 0,1-1-1,0 1 1,-1 0 0,1-1-1,0 1 1,-1 0 0,1-1 0,0 1-1,0 0 1,0-1 0,0 1-1,0 0 1,0 0 0,0-1-1,0 1 1,0 0 0,0-1-1,0 1 1,0 0 0,0 0-1,0-1 1,1 1 0,-1 0 6,11 23-251,-5-20 264,0 0 0,0 0 0,0-1-1,1 1 1,-1-2 0,1 1 0,0-1 0,0 0-1,0 0 1,0-1 0,0 1 0,4-1-13,93 2 255,-78-3-213,144 0-1026,-170 0-1372,1 1-1715,2 4-1262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6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87 2289,'0'0'1187,"0"0"-402,0 0 909,0 0-94,0 0-196,-10-16 541,-31-53 256,40 68 1883,6 9-1646,16 29-959,32 49-1327,-39-67-10,1 0-28,-1 1 0,-1 0 1,4 10-115,-13-23-3,-1 0 0,-1 0 0,1 0-1,-1 1 1,0-1 0,-1 1 0,0-1 0,0 1 0,0-1 0,-1 1 0,0 0 0,-2 6 3,2-13-13,-1 0-1,1 0 1,0 0 0,-1 0-1,0 0 1,1 0 0,-1 0 0,0 0-1,1 0 1,-1 0 0,0-1-1,0 1 1,0 0 0,0-1-1,0 1 1,0 0 0,0-1-1,0 1 1,0-1 0,0 1 0,0-1-1,0 0 1,0 1 0,0-1 13,-31 6-244,24-5 172,-60 6-373,54-7 441,1 0 1,-1 2-1,1 0 1,-1 0-1,1 1 1,0 1-1,-3 1 4,16-5 11,0 0-1,0 0 0,1 0 0,-1 0 0,0 0 0,0 0 1,0 0-1,0 0 0,0 0 0,0 0 0,0 0 0,0 0 1,1 1-1,-1-1 0,0 0 0,0 0 0,0 0 0,0 0 1,0 0-1,0 0 0,0 0 0,0 0 0,0 0 1,0 1-1,0-1 0,0 0 0,0 0 0,0 0 0,0 0 1,0 0-1,0 0 0,0 1 0,0-1 0,0 0 0,0 0 1,0 0-1,0 0 0,0 0 0,0 0 0,0 0 0,0 1 1,0-1-1,0 0 0,0 0 0,0 0 0,0 0 0,0 0 1,0 0-1,0 0 0,0 0 0,0 1 0,-1-1 0,1 0-10,15 1 104,33-2 15,1-2 0,-1-2 0,-1-2-1,1-2 1,-1-3 0,12-5-119,-32 10 68,-20 6 30,0-1 0,0 0 0,-1 0 0,1-1 0,-1 1 0,5-4-98,-11 6 9,0 0 0,0 0 1,-1 0-1,1 0 0,0 0 0,0 0 1,0 0-1,-1 0 0,1 1 0,0-2 0,0 1 1,-1 0-1,1 0 0,0 0 0,0 0 1,0 0-1,-1 0 0,1 0 0,0 0 0,0 0 1,0 0-1,-1 0 0,1 0 0,0-1 1,0 1-1,0 0 0,0 0 0,-1 0 0,1 0 1,0 0-1,0-1 0,0 1 0,0 0 1,0 0-1,0 0 0,-1-1 0,1 1 0,0 0 1,0 0-1,0 0 0,0-1 0,0 1 1,0 0-1,0 0 0,0-1 0,0 1 0,0 0 1,0 0-1,0 0 0,0-1 0,0 1 0,0 0 1,0 0-1,1 0 0,-1-1 0,0 1 1,0 0-1,0 0 0,0 0 0,0-1 0,0 1 1,0 0-1,1 0 0,-1 0 0,0 0-9,-19-2-1414,19 2 1415,-79 2-6390,32 6-665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49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2385,'0'0'1329,"0"0"-417,0 0 19,0 0-13,17 31-174,56 100 177,55 63 4281,153 263-1526,-52-91-2854,-177-278-399,188 305 1022,-176-299-1277,4-2 0,5-4 0,6 0-168,40 36 99,5-6 0,45 27-99,-118-105 26,2-2 0,2-3 0,1-2 1,1-2-1,2-3 0,1-3 0,43 12-26,17-6 54,1-5 0,10-4-54,249 26 12,-315-41-17,59 4-18,-24-3 51,43 12-28,-112-14 5,0 1 0,-1 2 0,-1 1 0,1 1 0,-2 1 0,20 12-5,-30-12-2,0 0 0,-1 1 1,0 1-1,-2 0 0,1 2 0,1 3 2,81 106 65,-71-90-47,11 18 31,-1 2-1,-4 1 1,-1 2 0,-3 1-1,-3 1 1,-2 1 0,-4 1-1,3 16-48,38 130 792,8 26 81,-61-187-610,-1 1-1,-3-1 0,-1 1 1,-4 25-263,1-60 28,0-12-57,0-1 34,0 0-53,0 0 53,0 0-37,-8-1-45,-1 0 0,1 0 0,-1-1-1,1 0 1,0-1 0,0 0 0,0 0 0,0-1-1,-6-3 78,-69-46-1017,58 36 819,-24-16 51,0-1 160,-2 2 1,-54-25-14,104 56 0,1 1 0,-1-1 0,0 1 0,1-1 0,-1 1 1,0-1-1,0 1 0,1-1 0,-1 1 0,0 0 0,0 0 0,1-1 0,-1 1 0,0 0 1,0 0-1,0 0 0,1 0 0,-1 0 0,0 0 0,0 0 0,0 0 0,0 0 0,1 0 0,-1 0 1,0 1-1,0-1 0,0 0 0,1 1 0,-1-1 0,0 0 0,0 1 0,1-1 0,-1 1 0,0-1 1,1 1-1,-1-1 0,1 1 0,-1 0 0,1-1 0,-1 1 0,1 0 0,-1 0 0,0 3 18,1 0 0,0 0 0,-1 0 0,2 0-1,-1 0 1,0 0 0,1 0 0,0 3-18,3 8 78,0 0 0,1 0 0,1-1 0,0 0 0,1 0 0,1 0 0,0-1 0,0 0 0,1-1 0,1 0 0,1 1-78,15 15 164,1-1 0,1-1 0,31 21-164,-51-42 48,-6-4-8,-2-1 13,-1-6-368,-5-7 200,-1 0 0,0 0 0,-1 0 0,0 1 0,-1 1 0,0 0 0,-1 0 0,-7-6 115,-4-6-216,-20-20-192,28 32 373,1 0 0,1-1 0,0-1 0,1 0 0,0-1 0,1 0-1,0 0 1,-2-8 35,11 22 14,0 0-1,0 0 1,-1-1-1,1 1 0,0 0 1,0 0-1,0 0 1,0 0-1,0 0 0,0 0 1,0 0-1,0-1 1,0 1-1,0 0 0,0 0 1,0 0-1,0 0 1,0 0-1,0-1 0,0 1 1,0 0-1,0 0 0,0 0 1,0 0-1,0 0 1,0 0-1,0-1 0,0 1 1,0 0-1,0 0 1,0 0-1,0 0 0,0 0 1,0 0-1,0-1 1,0 1-1,0 0 0,1 0 1,-1 0-1,0 0 1,0 0-1,0 0 0,0 0 1,0 0-1,0 0 1,1 0-1,-1-1 0,0 1 1,0 0-1,0 0 1,0 0-1,0 0 0,0 0 1,1 0-1,-1 0 1,0 0-1,0 0 0,0 0 1,0 0-14,12 5 135,12 11-169,22 27 563,26 31-529,-46-44 33,1-2 0,1-1 0,2-1 0,0-2 1,2 0-1,1-2-33,-25-18 44,1 0 0,0-1-1,0 0 1,0 0 0,0-1 0,0 0 0,4 0-44,-10-1 18,1-1 1,-1 1-1,1-1 0,-1 0 1,1 0-1,-1 0 1,1-1-1,-1 1 0,1-1 1,-1 0-1,1 0 1,-1 0-1,0 0 0,1 0 1,-1-1-1,0 0 1,0 1-1,0-1 0,0 0 1,2-2-19,6-11-7,0 0 1,-1 0-1,-1-1 0,0 0 1,-1 0-1,3-10 7,35-111-108,-30 84 42,14-32 66,-26 77-1,3-13-11,-7 21-9,0 0-43,0 3-32,-1 3 78,0 1 0,0-1 0,0 0 0,-1 0 0,0 0 0,0 0 0,-1 0 0,0 0 0,0 0 0,-2 3 18,-43 60 30,28-44-3,11-11-10,-3 5 17,-1-2 0,0 1-1,-1-2 1,-1 0 0,0-1 0,-1 0-1,-12 7-33,27-21 0,0-1 0,0 1 0,0-1 0,0 0 0,0 1-1,0-1 1,0 0 0,0 0 0,0 1 0,0-1 0,0 0 0,0 0 0,0 0-1,-1 0 1,1-1 0,0 1 0,0 0 0,0 0 0,0-1 0,0 1-1,0 0 1,0-1 0,0 1 0,0-1 0,0 0 0,1 1 0,-1-1-1,0 0 1,0 1 0,0-1 0,1 0 0,-1 0 0,0 0 0,1 0-1,-1 1 1,0-1 0,1 0 0,0 0 0,-1 0 0,1 0 0,-1-2 0,-17-49-1,15 42-30,2 9 29,-2-13-166,-1 1-1,-1 0 1,0 0 0,-1 0 0,0 1-1,-5-7 169,8 15-54,0 1-1,0-1 1,0 1-1,-1 0 1,1 0-1,-1 0 1,0 1 0,0-1-1,0 1 1,0 0-1,0 0 1,0 0-1,0 1 1,-1 0-1,1-1 1,-1 1-1,1 1 1,-1-1-1,1 1 1,-1 0-1,-4 0 55,-14-1-68,15 0 54,-1 1-1,1 0 1,-1 0-1,1 1 1,0 0 0,-8 2 14,84 3 368,-36-6-207,-10 1-60,1-1 0,-1-1-1,0-1 1,1-1 0,-1-1-1,2-1-100,-18 4-1525,-13 0-2029,-11-1-2297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0 321 4706,'0'0'3612,"0"0"-642,0 0-364,0 0-301,0 0-600,16-1-419,-6 0-1150,0 1 0,0 0 0,-1 1 0,1 0-1,0 1 1,0 0 0,0 0 0,-1 1 0,1 0 0,-1 1 0,0 0 0,0 1-1,-1-1 1,2 3-136,142 95 947,-4 6 1,50 55-948,-168-132 0,14 12-7,-41-40 4,0-1 1,0 0-1,0 0 1,0 0-1,0 0 1,0-1-1,0 0 0,1 1 1,-1-1-1,1 0 1,-1 0-1,1-1 0,-1 1 1,2-1 2,-4 0-28,-1 0 24,1 0 0,-1 0 1,1 0-1,-1 0 0,1 0 0,-1 0 1,0 0-1,1 0 0,-1-1 0,1 1 0,-1 0 1,0 0-1,1 0 0,-1-1 0,0 1 0,1 0 1,-1 0-1,0-1 0,1 1 0,-1 0 0,0-1 1,0 1-1,1 0 0,-1-1 0,0 1 0,0-1 1,0 1-1,1 0 0,-1-1 0,0 1 1,0-1-1,0 1 0,0 0 0,0-1 0,0 1 1,0-1-1,0 1 4,15-50-44,-2 0-1,-3-1 1,-1-1 0,-3 1 0,-2-12 44,-2-272-314,-4 174 417,2 159 46,0 2-74,0 0-217,0 11-1330,2 112-8234,6-74 2988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39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42 245 11829,'0'0'3106,"0"0"-2146,0 0 817,0 0-144,0 0-1233,197 0 144,-96-6-272,-16-15-112,-17 2-160,-20 4-416,-21 6-656,-20 3-593,-7 0-32,-11-1-640,-36 1-2145,-21 0-448,-17-3 848</inkml:trace>
  <inkml:trace contextRef="#ctx0" brushRef="#br0" timeOffset="1">42 245 7363,'-41'-162'4242,"41"162"-1584,0 0-225,3 0-833,41 0-1103,28 0 335,16 0-176,7 0-368,-7-15-176,-20-4-112,-17 10-544,-20-6-1217,-18 9-896,-6 0-2497,-4-6-3362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0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0 7091,'0'0'1153,"0"0"-233,0 0 369,0 0-478,0 0-174,15 24 663,-2-3-954,8 12 352,-1 2 1,-2 0-1,13 34-698,9 50 4260,23 123-4260,-63-241-9,1 1 11,-1 0 1,0 0 0,0-1 0,1 1 0,-1 0-1,1 0 1,-1 0 0,1-1 0,0 1-1,0 0 1,0-1 0,0 1 0,0-1-1,0 1 1,0-1 0,0 0 0,0 1-1,1-1 1,0 0-3,-5-11-1080,-4-6 866,-1 1 1,-1 0-1,-1 0 1,0 1-1,-1 0 1,0 1-1,-1 0 0,-4-3 214,-30-34-514,16 15 182,1 1-7,1-1 0,-10-18 339,31 43 101,1 0-1,1 0 1,-1 0 0,2-1-1,0 0 1,0 0-1,1 0 1,0-1-1,1 1 1,0-1-1,0-9-100,2 19 7,0 0 0,1 0 0,-1 0 0,1 0 0,0 1 0,-1-1 0,1 0 0,0 0 0,0 1 0,0-1 0,0 0 0,0 1 0,1-1 0,-1 1 0,0-1 0,1 1 0,-1 0 0,1-1 0,-1 1-1,1 0 1,0 0 0,-1 0 0,2 0-7,47-20 95,-39 17-67,30-9 62,1 2 0,1 2 0,0 1 0,1 2 0,0 2-90,52 0 276,71 5-276,-162-1-11,1 1 0,0-1 0,0 1 0,0 0-1,-1 0 1,1 0 0,0 1 0,-1 0 0,0 0 0,1 0 0,-1 1 0,0 0 0,0 0 0,0 0 0,0 0 0,-1 1 0,2 2 11,-2-1-32,0 0 1,-1 1-1,0-1 1,0 1-1,0 0 1,-1-1 0,0 1-1,0 1 1,0-1-1,-1 0 1,0 0-1,0 1 1,0-1 0,-1 0-1,0 1 1,0 0 31,-1 5-21,-1-1 1,0 0-1,-1 1 0,0-1 1,0 0-1,-1 0 1,-1-1-1,0 1 0,0-1 1,-1 0-1,0 0 0,-1-1 1,0 0-1,0 0 1,-1-1-1,-2 2 21,-22 21 11,-1-2 0,-1-1 1,-27 15-12,31-23 51,-1-2 0,-1-1 0,-1-2 1,0-1-1,-17 4-51,48-17 23,1-1 0,-1 1 0,1-1 0,0 1 0,-1-1 0,1 1 0,-1 0 0,1 0 0,0 0 0,0 0 0,-1 0 0,1 0 0,0 0 0,0 0 0,0 0 0,-1 1-23,2-1 10,0 0 0,0-1 1,0 1-1,0 0 0,-1 0 1,1-1-1,0 1 0,0 0 0,1-1 1,-1 1-1,0 0 0,0-1 1,0 1-1,0 0 0,1-1 1,-1 1-1,0 0 0,0-1 1,1 1-1,-1-1 0,1 1 1,-1 0-1,0-1 0,1 1 0,0-1-10,4 6 27,1-1 0,0-1 0,1 1 0,-1-1 0,1 0 0,0 0-27,4 2-38,46 28 119,1-2-1,2-3 0,0-2 0,28 6-80,-65-27 555,0-1-1,0-1 1,0-1 0,0-1 0,11-1-555,-33-1 456,-1 0-90,0 0-102,0 0 3,0 0-99,0 0 80,0 0-27,0 0 33,-4 7-1431,4-7 970,0 1 0,0-1 0,0 0 0,0 1 0,-1-1-1,1 0 1,0 1 0,0-1 0,-1 1 0,1-1 0,0 0 0,0 0 0,-1 1 0,1-1-1,0 0 1,-1 1 0,1-1 0,-1 0 0,1 0 0,0 0 0,-1 0 0,1 1 0,-1-1 0,1 0-1,0 0 1,-1 0 0,1 0 0,-1 0 0,1 0 0,-1 0 207,-15 1-6654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245 238 784,'0'0'3626,"0"0"-1276,0 0 473,0 0-110,0 0-472,-4 0-709,3 0-1393,1 1 1,-1-1-1,0 0 1,0 0-1,0 0 1,0 0-1,0 0 1,0 0-1,0-1 1,0 1-1,1 0 0,-1 0 1,0-1-1,0 1 1,0 0-1,0-1 1,1 1-1,-1-1 1,0 1-1,0-1 1,1 1-1,-1-1 1,0 0-140,-2-28 1204,-3-72-1138,5 92-59,0 0 0,-1 1 0,0-1 0,0 1 0,-1 0 0,-1 0 0,1 0 0,-1 0 0,0 1 0,-4-5-7,-1 5 255,5 12-154,3 19-172,1-19 24,-1 8 66,1 0 0,1 0 0,0 0 1,0 0-1,2 0 0,0 0 0,0 0 0,1-1 0,0 1 1,1-1-1,1 0 0,0-1 0,0 1 0,1-1 1,1 0-1,0-1-19,11 14 42,-1-2-9,-1 1 1,-1 1-1,-1 0-33,-10-15 1,-1-1-1,0 1 1,0 0 0,-1 0-1,-1 1 1,1-1 0,-1 1 0,-1-1-1,0 1 1,0 7-1,-1-12-11,0-1 0,0 1 0,0-1 0,-1 1-1,0-1 1,0 0 0,0 1 0,0-1 0,-1 0 0,1 0 0,-1 0 0,0 0-1,0 0 1,-1 0 0,1 0 0,-1-1 0,-2 3 11,0-2-83,-1 0-1,1 1 1,-1-2 0,0 1 0,-1-1 0,1 0-1,-1 0 1,1-1 0,-1 0 0,0 0 0,-2 0 83,-33 6-30,0-2 1,0-1 0,-1-2-1,-27-3 30,70 0 523,5 0-104,62-1-336,0-4-1,0-2 1,33-9-83,19-6 99,-111 21-41,-7 1 95,-1 0 1,0 0-356,0 0-788,0 0-1355,0-1-2775,0-4-3676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3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8 672,'0'0'4883,"0"0"-2245,0 0-352,0 0-146,0 0-606,-5 3-563,-18 15 203,23-7-392,19-3-571,64-5 400,-60-3-435,-23 0-145,1-1 1,0 0-1,0 0 1,0 1-1,-1-1 1,1 0-1,0 0 1,-1 0-1,1 0 1,-1 0-1,1 0 1,-1 0-1,1 0 1,-1 0-1,0 0 1,0 0-1,1 0 1,-1 0-1,0 0 1,0 0-1,0 0 1,0 0-1,0 0 1,0 0-1,0 0 1,-1 0-1,1 0 1,0 0-1,0 0 1,-1 0-1,1 0 1,-1 0-1,1 0 1,-1 0-1,1 0 1,-1 0 0,0 0-33,-7-2 106,-1 0 0,1 1 0,-1 0 0,1 0 0,-1 1 0,0 0 0,0 0 0,1 1 0,-1 0-1,-8 2-104,-7-2 85,23 15-8219,1-14 2390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3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3025,'0'0'2209,"0"0"120,0 0-23,0 0-194,0 0-436,0 3 703,18 2-2096,258 8 2348,132-16-2631,-327-5-952,-87 7-3627,-12-1 2699,-25 2-1991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4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0 7828,'0'0'1470,"0"0"-590,0 0 454,0 0-382,0 0-495,-1 17 455,1-16-890,-2 22 566,1 0 0,1-1 0,2 1 1,0 0-1,1 0 0,1 0-588,62 192 3498,-43-151-3326,3-1 1,2-2-1,36 57-172,-60-111-116,0 1-1,0-1 1,0 1-1,-1 0 1,-1 0-1,1 0 117,-2-6-95,-1 1-1,1-1 0,-1 0 0,1 1 1,-1-1-1,0 1 0,0-1 1,0 1-1,0-1 0,-1 0 0,1 1 1,-1-1-1,1 1 0,-1-1 1,0 0-1,0 1 0,0-1 0,0 0 1,0 0-1,-1 0 0,1 0 1,0 0-1,-1 0 0,-1 1 96,-8 5-161,-1 0 1,0-1-1,0 0 1,0-1-1,-1 0 0,0-1 1,0-1-1,0 0 0,-1-1 1,-8 1 160,-26 4-267,-1-2 0,-22-1 267,-170-4 2751,240-1-2236,1 0-80,10 0-3,205-10 222,0-8-1,184-42-653,-373 57-5,-21 3 11,0 0 0,0-1 1,0 1-1,0-1 1,0 0-1,0-1 0,0 1 1,2-2-7,-6 2 258,-1 1-79,0 0-53,0 0-86,0 0-70,0 0-122,0 0-405,0 0-508,-15-1-8948,13-4 2039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9:45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201 315 5138,'0'0'2481,"0"0"-1512,0 0 175,0 0-47,0 0-571,-14-19-124,-45-63 244,48 64-134,0 0 0,1 0-1,1-1 1,0 0 0,1-3-512,-24-48 1587,16 41 46,15 29-958,1 0-307,0 0-160,0 0-69,0 0 13,0 0-43,1 10 161,0-6-229,0 0 1,0 0-1,1 0 1,-1 0 0,1-1-1,0 1 1,1 0 0,-1-1-1,0 0 1,1 0 0,0 1-1,0-2 1,0 2-42,48 39 461,-36-30-324,37 29 106,-2 3 1,-1 1 0,33 45-244,-73-80-9,-3-5 16,-1 0 1,0 0 0,0 1-1,0 0 1,1 4-8,-5-10 0,-1 0 0,1 0 0,-1 0 0,1 0 0,-1 0 1,0 0-1,1 0 0,-1 0 0,0 0 0,0 0 0,0 0 0,0 0 0,0 0 1,0 1-1,0-1 0,0 0 0,0 0 0,0 0 0,-1 0 0,1 0 1,0 0-1,-1 0 0,1 0 0,-1 0 0,1 0 0,-1 0 0,0 0 1,1 0-1,-1-1 0,0 1 0,1 0 0,-1 0 0,0-1 0,0 1 0,0 0 1,0-1-1,0 1 0,0-1 0,0 1 0,0-1 0,0 1 0,0-1 0,-34 12-70,-1-1-1,-1-2 0,1-1 0,-2-2 0,1-2 0,0-1 0,-34-3 71,22 7 326,49-7-214,0 0 48,0 0-16,5 0 27,106-3 68,-1-4 0,0-5 0,66-17-239,-142 25 47,-28 4-10,1-1 1,-1 1-1,0-1 0,1 0 0,-1-1 0,0 1 1,0-1-1,0 0 0,0-1 0,-1 0 0,6-2-37,-11 4 382,0 1 64,0 0-30,0 0-168,0 0-163,0 0-152,0 0-157,0 0 14,0 0-121,0 0 8,-6-1-340,0 1 0,0-1 1,0 1-1,-1 1 0,1-1 0,0 1 1,0 0-1,0 0 0,0 1 0,0 0 1,0 0-1,-2 1 663,-2 0-1606,-28 8-5074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5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1 267 880,'0'0'8831,"0"0"-6486,0 0-1886,21 29 744,-1-1-812,0 2-74,1-2 0,1 0-1,2-2 1,0 0 0,2-2 0,2 1-317,131 93 3256,77 38-3256,-54-37 1333,-181-118-1325,-1-1 0,1 1 1,-1-1-1,1 1 1,0-1-1,0 1 0,-1-1 1,1 1-1,0-1 0,0 0 1,0 0-1,-1 1 0,1-1 1,0 0-1,0 0 0,0 0 1,0 0-1,-1 0 1,1 0-1,0 0 0,0 0 1,0 0-1,0 0 0,-1 0 1,1-1-1,0 1 0,0 0 1,0-1-1,-1 1 0,1 0 1,0-1-1,-1 1 1,1-1-1,0 1 0,-1-1 1,1 0-1,0 1 0,-1-1 1,1 1-1,-1-1 0,1 0-8,11-35 199,-10 28-225,10-47-35,-2 0 0,-3 0 1,-1-39 60,-6-168-309,-1 190 319,0 25 241,-2 0-1,-1 0 0,-3 1 0,-8-28-250,15 72 149,0 2-154,0 29-518,2-12-135,1 1 0,0-2 1,1 1-1,1 0 0,1-1 0,0 1 658,5 13-2272,6 25-3864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6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 74 9492,'0'0'1991,"0"0"-516,0 0 139,0 0-552,0 0-721,6 27 182,76 287 3164,-74-289-3356,-3-10 0,0 1 0,-1-1-1,-1 1 1,0 0 0,0 10-331,-3-25 62,0-1-73,0-4-32,0 0 0,0 0 1,-1-1-1,1 1 0,-1 0 0,0 0 0,0 0 1,0 0-1,-1 1 0,0-1 0,1 0 1,-1 1-1,-1-1 0,1 1 0,0-1 0,-1 1 1,1 0-1,-4-2 43,-3-7-145,-84-104-965,53 68 975,2-2 0,-11-19 135,48 67 30,-1 0 1,1 0-1,-1 0 0,1 0 0,0 0 0,0-1 0,0 1 0,0 0 0,0-1 0,1 1 0,-1-1 0,1 1 0,-1-1 0,1 1 0,0-1 0,0 1 0,0-1 0,0 0 0,1 1 0,-1-1 0,1 1 0,0 0 0,-1-1 0,1 1 0,0-1 0,0 1 0,0 0 0,1 0 0,-1 0 0,1-1 1,-1 1-1,1 0 0,-1 1 0,1-1 0,0 0 0,0 1 0,2-2-30,7-4 8,1 0 0,0 1 1,0 1-1,1 0 0,-1 1 1,11-2-9,-14 3-6,57-12-14,1 2 1,0 4 0,1 2 0,-1 4 0,32 3 19,-96 0-16,1 0 0,-1 0 1,0 1-1,0-1 0,0 1 1,0-1-1,0 1 1,0 0-1,0 0 0,0 1 1,-1-1-1,1 0 0,0 1 1,-1 0-1,1 0 0,-1-1 1,1 1-1,-1 1 1,0-1-1,0 0 0,0 1 1,0-1-1,0 1 0,-1-1 1,1 1-1,-1 0 0,0 0 1,1 0-1,-1-1 1,-1 1-1,1 0 0,0 1 1,-1-1-1,1 0 0,-1 0 1,0 0-1,0 0 1,0 0 15,0 8-23,-1 0 0,0 0 1,0 0-1,-1-1 0,0 1 1,-1-1-1,0 1 0,-1-1 1,0 0-1,-1 0 1,0 0 22,-10 13-2,0-1 1,-2 0-1,-1-2 1,0 0-1,-1-1 0,-1-1 1,-1 0-1,-17 9 2,-41 25 3,-70 34-3,138-80 2,9-5 5,-1 1 1,1-1-1,0 0 1,0 1-1,0-1 1,0 1 0,0-1-1,0 1 1,0 0-1,1 0 1,-1 0-1,1 0 1,-1 0 0,0 2-8,2-3 1,0 0-1,0 1 1,0-1 0,0 0 0,0 0 0,0 0 0,0 0 0,1 1 0,-1-1 0,0 0 0,1 0 0,-1 0 0,0 0 0,1 0 0,0 0 0,-1 0 0,1 0-1,0 0 1,-1 0 0,1 0 0,0 0 0,0-1 0,0 1 0,0 0 0,0 0 0,0-1 0,0 1 0,0-1 0,0 1 0,0-1 0,0 1 0,0-1-1,13 7 23,-1-1 0,1 0 1,1-2-1,-1 1 1,0-2-1,1 0 1,0 0-1,13-1-23,30 1 403,40-4-403,-33 0 271,5 1-9,-69 0-225,-1 0-77,29 0-11042,-10 0 3366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6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210 384 8260,'0'0'1331,"0"0"-752,0 0 552,0 0 75,0-29-403,1-14-405,1-18 1168,-3 0 0,-2-3-1566,0 45 847,0 0 0,-1 0 1,-2 0-1,1 1 0,-7-13-847,9 89 1377,4-29-1259,2-1 0,1 1-1,1-1 1,1 0 0,2 0 0,5 11-118,10 23 232,3-2 0,10 14-232,-35-72-20,1 0-1,-1 0 0,0-1 1,0 1-1,-1 0 1,1 0-1,0 0 0,-1 0 1,1 0-1,-1 0 1,0 0-1,1 1 0,-1-1 1,0 0-1,0 0 1,0 0-1,-1 0 0,1 0 1,0 0-1,-1 0 21,0 0-32,-1 0 0,0 0 0,0 0 0,0-1 0,0 1 1,0-1-1,0 1 0,0-1 0,0 0 0,0 0 0,-1 0 0,1 0 0,0 0 0,-1 0 0,1-1 0,-2 1 32,-236 82-349,233-81 359,-14 13 105,44-14 45,33-2 13,1-3 0,-1-2 0,0-3 0,-1-2-1,2-3-172,-9 3 106,-31 8-64,0-1-1,0 0 1,-1-1 0,0-1 0,6-3-42,-18 7-56,-3 2-408,-1 0-691,0 0-1212,0 0-2216,0 0-2908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7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98 12582,'0'0'3073,"0"0"-2096,0 0 399,0 0-431,0 0-753,177-6-16,-86-16-128,-6 1-16,-10 0-64,-28 8-48,-20 7-480,-23-3-129,-4 9-287,-24 0-1249,-37 0-1841,-21 0-1216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7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125 233 9700,'-105'-115'3546,"85"90"-690,27 26-2543,-3 0 160,59 0 170,1-4 1,-1-2-1,0-3 1,0-2-1,24-10-643,-60 13 147,-18 5 39,0 0 0,0-1 1,0 0-1,0 0 0,5-4-186,-12 6 816,-2 1-34,0 0-51,0 0-147,0 0-133,0-3 93,0-2-698,-2 2-7314,-6-7 2053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1:59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35 10981,'0'0'2684,"0"0"-1406,0 0 200,0 0-75,0 0-715,0 0-493,17-1 312,31-10 416,-30 5-777,1 1 0,0 1 0,0 1 0,0 0 0,0 2 0,0 0 1,1 1-1,16 3-146,-35-2-13,0 0 0,0-1 0,0 1 0,-1 0 1,1 0-1,0 0 0,0 1 0,-1-1 0,1 0 1,-1 0-1,1 0 0,-1 0 0,1 1 0,-1-1 0,0 0 1,1 0-1,-1 1 0,0-1 0,0 0 0,0 1 0,0-1 1,0 0-1,0 0 0,0 1 0,-1-1 0,1 0 1,-1 1 12,1 5-70,-1 1 38,0 0 0,0 0 1,-1 0-1,0 0 0,0 0 1,-1-1-1,0 1 0,0-1 1,-1 0-1,0 1 1,0-2-1,-1 1 0,0 0 1,0-1-1,-1 0 0,1 0 1,-7 4 31,-1 2-62,-1-1 1,-1-1-1,1 0 1,-1-1-1,-1-1 1,0 0-1,-15 4 62,-9-3-342,38-8 103,25-3 134,200-4 328,-197 7-219,-19-2-2,-1 1 0,1 1 0,-1-1 0,1 1 0,-1 1 0,1-1 0,-1 1 0,0 0 0,6 2-2,-9-2-1,-1 0 0,1 0 1,0 0-1,-1 0 1,1 0-1,-1 0 0,0 0 1,0 1-1,0-1 1,0 1-1,0 0 0,-1 0 1,1-1-1,-1 1 1,1 0-1,-1 0 0,0 0 1,0 1-1,-1-1 1,1 2 0,1 4 67,-1 0 0,0 0 0,0 0 0,-1-1 0,-1 1 0,1 0 0,-1 0 0,-1 0 0,1 0 0,-2-1 0,1 1 0,-1-1 0,0 0 0,-1 1 0,0-1 0,0-1 0,-1 1 0,0-1 0,0 0 0,-1 0 0,0 0 0,0-1 0,0 1 0,-1-2 0,0 1 0,-7 3-67,-2 1 125,0 0 1,0-2-1,-1 0 0,-1-1 1,1-1-1,-1 0 0,0-2 1,0 0-1,0-1 1,-1 0-1,1-2 0,-11 0-125,-35-1 323,51 0-3588,2 0-3536,36 0-2200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0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0 10277,'0'0'2961,"0"0"-1616,0 0 976,0 0-913,-81 190-815,74-147-465,0-4-128,0-11-128,0-7-1105,1-8-1600,6-13-3218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0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8500,'0'0'2852,"0"0"-1318,0 0 27,0 0 119,0 0-778,-1 8-542,1-7-339,0 0-1,0 0 1,0 0-1,0 1 1,0-1-1,1 0 1,-1 0 0,0 0-1,1 1 1,-1-1-1,0 0 1,1 0-1,0 0 1,-1 0-1,1 0 1,0 0-1,-1 0 1,1 0-1,0 0 1,0 0-1,0 0 1,0-1 0,0 1-1,0 0-20,2 1 67,1 0-1,-1 0 1,1-1-1,0 0 1,-1 1-1,1-1 1,0 0-1,4 0-66,16 1 331,1 0 0,0-2 1,1-1-332,5 0 268,14 1 37,0 2 0,0 2 0,6 3-305,-48-7-4,0 1-1,-1-1 1,1 1 0,-1 0-1,1-1 1,-1 1 0,0 0 0,1 0-1,-1 1 1,0-1 0,0 0 0,0 1-1,0 0 1,0-1 0,0 1 0,0 0-1,0 0 1,-1 0 0,1 0 0,-1 0-1,1 0 1,-1 1 0,0-1 0,0 0-1,0 1 1,0-1 0,0 1-1,-1-1 1,1 1 0,-1-1 0,1 1-1,-1-1 1,0 1 0,0-1 0,0 1-1,-1 0 1,1-1 0,-1 1 0,0 1 4,-1 5 7,0-1-1,-1 1 1,0-1 0,0 0 0,-1 0 0,0 0 0,0-1-1,-1 1 1,0-1 0,-1 0 0,0 0-7,-6 4-35,0 0-1,-1 0 1,-1-1 0,0-1 0,0 0-1,-1-1 1,0 0 0,-1-1-1,1-1 1,-1-1 0,-1 0-1,1-1 1,-2 0 35,63-5-110,9 1 189,49 5-79,-87-3 7,0 0 1,-1 1-1,1 1 1,-1 0 0,0 2-1,0-1 1,0 2 0,9 6-8,-19-11-11,-1 1 1,0 0-1,0 1 1,0-1 0,-1 1-1,1 0 1,-1 0 0,0 0-1,0 0 1,-1 0-1,1 1 1,1 3 10,-3-5 2,0 0-1,0 0 1,0 0 0,0 0 0,0 0-1,-1 0 1,1 0 0,-1 1 0,0-1-1,0 0 1,0 0 0,0 0 0,-1 1-1,1-1 1,-1 0 0,0 0 0,0 0-1,0 0 1,0 0 0,-1 0-1,0 1-1,-2 2 45,-2 0 0,1 0-1,-1 0 1,1 0-1,-2-1 1,1 0-1,-1 0 1,1-1-1,-1 0 1,-1 0-45,-80 38 378,79-38-337,-59 22 690,-33 6-731,-11 4 368,93-28 68,14-4-1149,9-2-3839,30-2-1344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1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6 6243,'0'0'1681,"0"0"-409,0 0 726,0 0-85,0 0-685,-1-3-367,-1 0 1442,0 11-771,0 30-78,4 51-78,16 61 804,23 87-2180,-34-200 74,6 19-39,-7-35 2,-1 1-1,-1 0 1,-1-1-1,0 15-36,-3-46-220,0-1 0,-1 1 0,-1 0 0,0 0 0,0 0 0,-1-1 220,-4-18-12,0 0 0,2-1 0,2 0 1,0 0-1,2 0 0,2 0 0,1-6 12,-1 26-23,0-1 0,1 1 1,0 0-1,0 0 0,2 0 0,-1 1 0,1-1 0,0 1 1,1 0-1,0 0 0,0 0 0,1 0 0,1 1 0,-1 0 1,1 1-1,0-1 0,1 1 0,8-6 23,-5 5-13,0 0-1,1 1 1,-1 0 0,2 1-1,-1 0 1,1 1 0,0 0 0,0 1-1,0 1 1,1 0 0,-1 1-1,1 0 1,0 1 0,0 0 13,-11 2-11,0-1 0,1 1 0,-1-1 0,0 1 0,0 0 1,0 0-1,0 0 0,-1 1 0,1-1 0,0 1 1,0 0-1,-1-1 0,1 1 0,-1 0 0,0 1 1,1-1-1,-1 0 0,0 1 0,0-1 0,0 1 1,-1-1-1,1 1 0,-1 0 0,1 0 0,-1 0 0,0 0 1,0 0-1,0 0 0,-1 0 0,1 0 0,-1 2 11,4 14-135,-1 0-1,-1 1 1,-1-1-1,-1 12 136,0-23-80,-1-1 35,0 0-1,0 0 1,0 0 0,0 0-1,-1 0 1,-1 0 0,1 0 0,-1 0-1,0-1 1,0 1 0,-1-1 0,0 0-1,0 0 1,-1-1 0,1 1 0,-1-1-1,0 0 1,-1 0 0,1 0-1,-1-1 46,-18 14-49,-1-2 0,-1-1 0,0-1 0,-10 3 49,1 0-3,3-4 11,26-11 0,-1 0 0,1 1 0,0 0 0,0 0 0,0 0 0,0 1 0,-3 2-8,8-5-7,1 0 1,-1 0-1,1 0 0,-1 0 0,1 0 0,0 0 0,-1 0 1,1-1-1,0 1 0,0 0 0,0 0 0,-1 0 0,1 0 0,0 0 1,0 0-1,1 0 0,-1 0 0,0 0 0,0 0 0,0 0 1,1 0-1,-1 0 0,0 0 0,1 0 0,-1 0 0,1-1 0,-1 1 1,1 0-1,-1 0 0,1 0 0,0-1 0,-1 1 0,1 0 1,0-1-1,0 1 0,0-1 0,0 1 7,26 21-11,7-6 145,1-2 0,1-2 0,0-1-134,2 1 149,1 2-1,15 8-148,-47-18-709,17 8 2648,-18-8-4308,-4-1-3530,-2-3-1232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2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31 4162,'0'0'1409,"0"0"45,0 0-158,0 0-455,0 0-244,0 0 123,0 0 326,0 0 326,-10 2 5132,10 0-6507,0-1 0,0 1 0,0 0 0,0-1 1,0 1-1,0 0 0,1-1 0,-1 1 0,1-1 0,-1 1 0,1 0 0,-1-1 1,1 1-1,0-1 0,0 0 0,0 1 0,0-1 0,0 0 0,0 1 1,0-1-1,1 0 0,-1 0 0,0 0 0,0 0 0,1 0 0,-1 0 0,1 0 1,-1-1-1,1 1 0,-1-1 0,2 1 3,4 1 12,1-1 0,0 0 0,-1-1 1,1 1-1,0-2 0,4 1-12,10-1-29,-21 0 7,0 1 1,-1 0 0,1-1-1,0 0 1,0 1 0,0-1-1,-1 1 1,1-1 0,0 0-1,0 0 1,-1 1 0,1-1-1,-1 0 1,1 0 0,-1 0-1,1 0 1,-1 0 0,0 1-1,1-1 1,-1 0 0,0 0-1,0 0 1,1 0 0,-1 0-1,0 0 1,0 0 0,0 0-1,0 0 1,0 0 0,-1 0-1,1 0 1,0 0 0,0 0 0,-1 0-1,1 0 1,0 0 21,0-1 3,-1 0-1,1 0 1,0 0-1,-1 0 1,1 1 0,-1-1-1,0 0 1,0 0 0,1 0-1,-1 1 1,0-1-1,-1 0 1,1 1 0,0-1-1,0 1 1,-1-1 0,1 1-1,0 0 1,-1 0 0,0-1-1,0 1-2,-3-1 26,0 0 0,-1 0 0,1 1-1,0 0 1,0 0 0,-1 1 0,1-1 0,0 1 0,-1 0-1,1 1 1,0-1 0,0 1 0,-1 0 0,1 1-1,0-1-25,2 1 12,0-1-1,0 1 1,1 0-1,-1 0 0,1 0 1,-1 0-1,1 1 1,0-1-1,0 0 0,0 1 1,0 0-1,1-1 1,-1 1-1,0 0 0,1 0 1,0 0-1,0 0 1,0 0-1,0 0 0,0 1 1,1-1-1,-1 0 1,1 0-1,0 0 0,0 1-10,0-2 3,-1 0 0,1 0 0,-1 0 0,1 0 0,0 1 1,0-1-1,0 0 0,0 0 0,1 0 0,-1 0 1,0 0-1,1 0 0,-1 0 0,1 0 0,0 0 1,0 0-1,0 0 0,0-1 0,0 1 0,0 0 1,1 0-5,1 0-18,0-1 0,0 0 0,1 0 0,-1 0 0,0-1 0,1 1 0,-1-1-1,1 0 1,-1 0 0,1 0 0,-1 0 0,1 0 18,-3-2 23,0-1-1,0 1 0,-1 0 1,1-1-1,0 1 0,-1 0 1,0-1-1,1 1 0,-1 0 0,0-1 1,0 1-1,0-1 0,-1 1 1,0-2-23,1-2 50,1-4-565,-2-9 1118,-8 14-9449,5 5-1546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3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6547,'0'0'4431,"0"0"-2379,0 0-681,0 0 278,0 0-961,26 0-234,42 0-57,112 0 1639,39-10-2036,-212 9 26,56-5 275,0-3-1,28-9-300,-91 18-154,0 0-1,0 0 1,0 0-1,0-1 1,0 1-1,0 0 1,0 0 0,0 0-1,0 0 1,0 0-1,0 0 1,0 0 0,0 0-1,0 0 1,0 0-1,0 0 1,0 0-1,0 0 1,0-1 0,0 1-1,0 0 1,0 0-1,0 0 1,0 0 0,0 0-1,0 0 1,0 0-1,0 0 1,0 0 0,0 0-1,0 0 1,0 0-1,0 0 1,0 0-1,0 0 1,0-1 0,0 1-1,0 0 1,0 0 154,-15-1-2747,-21 0-919,-2 1-1206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4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0 1617,'0'0'2988,"0"0"-1422,0 0 139,0 0-33,0 0-412,0 22 34,-3 337 3292,3-340-4467,1-1 0,1 1 0,1 0 1,0-1-1,2 0 0,0 0 0,1 0 1,0-1-1,2 0 0,4 7-119,-10-21-38,0 0 0,-1 1 0,1-1 0,-1 0 0,1 0 0,-1 1 0,0-1 0,0 1 0,0-1 0,-1 1 0,1 0 0,-1-1 0,0 1 0,0-1 0,0 1 0,-1 0 0,1-1 0,-1 1 0,0-1 0,0 1 0,0-1 0,0 1 0,-1-1 0,1 0 0,-1 0 0,0 0 0,0 0 0,0 0 0,0 0 0,-1 0 0,1 0 0,-1-1 0,-2 2 38,-8 4-177,-1-1-1,0 0 1,0-2 0,-1 1-1,0-2 1,0 0 0,0-1-1,0 0 1,-2-1 177,-36 3 157,0-3-1,0-2-156,32 0 400,18 0 566,3 0-160,6 0-398,15 0-347,52 1 384,-1-3-1,0-4 1,49-10-445,-85 8 166,-19 3-22,0 2 0,0 0 0,1 1 0,10 0-144,-27 2 136,-1 0 56,0 0-69,0 0-545,15 0-7872,1 0 869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04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170 179 6451,'0'0'2526,"0"0"-1851,0 0-192,0 0 747,-4-28-256,-14-85-88,8 76 3416,11 56-1892,30 60-1469,-23-62-804,0 1 0,-1 0-1,-1 1 1,-1 0 0,1 6-137,-1 13 22,-1-1 1,-1 1-1,-3 0 1,-1-1-1,-3 20-22,3-53-24,-1-1 0,1 1 0,-1 0 0,0-1 0,0 1 1,0-1-1,0 1 0,0-1 0,-1 0 0,0 0 0,1 0 0,-1-1 0,0 1 1,0-1-1,-1 1 0,1-1 0,0 0 0,-4 2 24,-9 4-156,0-1-1,0-1 1,-10 3 156,-66 10-158,104-18 1049,18 1-717,1-1-1,22-3-173,-19-5 157,0-2 0,24-10-157,-15 5 108,-15 1-9,-25 11-12,1 0-1,-1 0 0,1 1 0,0-1 0,-1 1 0,1 0 1,0 0-1,0 0 0,2 0-86,-5 1 526,-1 0-68,0 0-113,0 0-135,0 0-74,0 0-58,0 0 20,0 0-39,-32 0-6206,13 0 2178,-1 0-2125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4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1256 9540,'0'0'2215,"0"0"-388,0 0-338,0 0-670,0 0-315,0 0-98,29 22-75,93 67-137,-116-85-177,-1 0 0,1 0 0,1-1-1,-1 1 1,0-1 0,1-1 0,0 1-1,0-1 1,-1 0 0,1-1 0,0 0-1,1 0 1,-1 0 0,0-1 0,0 0-1,0 0 1,0-1-17,18 0 62,-11 1 7,0 0-1,-1-1 0,1 0 1,-1-1-1,1 0 1,-1-2-1,0 1 0,0-1 1,0-1-1,0-1 1,-1 0-1,0 0 0,0-1 1,10-8-69,-3 1 2,0-1 0,-1-1 0,0 0 0,-2-1 0,9-12-2,-18 20-28,0-1 0,-1 0 0,0 1 0,-1-2 0,0 1 0,0-1 0,-1 0 0,-1 0 0,0 0 0,0 0 0,-1 0 0,0-8 28,1-17-11,-2 0-1,-1-1 0,-2 1 1,-2 0-1,-1 1 0,-2-1 1,-1 1-1,-9-23 12,-125-321 256,137 361-171,0 0 1,1 0-1,1-1 1,1 1-1,0-1 0,2-10-85,0 25 6,1 1 0,0 0-1,-1-1 1,1 1-1,1 0 1,-1 0 0,0 0-1,1 0 1,0 0-1,-1 0 1,1 1 0,1-1-1,-1 1 1,0-1-1,0 1 1,1 0 0,-1-1-1,1 1 1,0 1-1,0-1 1,0 0 0,0 0-6,14-7 12,1 0 1,0 1-1,8-2-12,-14 6 23,34-11 17,0 3 0,1 1-1,1 3 1,-1 1 0,1 3-1,0 2 1,31 3-40,-64-1-13,0 1 0,0 0 1,0 2-1,0 0 0,-1 0 0,1 1 1,-1 1-1,0 1 0,0 0 0,0 0 1,-1 2-1,9 5 13,-15-8-21,0 0-1,0 1 1,0 0 0,-1 0-1,1 1 1,-2 0 0,1 0 0,-1 0-1,0 1 1,0-1 0,-1 1-1,0 1 1,-1-1 0,1 0-1,-2 1 1,1-1 0,-1 1 0,0 0-1,-1 0 1,0 0 0,-1 6 21,1-15-19,-1 0 0,0 1 0,0-1 0,0 0 0,0 1 0,0-1 0,0 1 0,0-1 0,0 0 0,0 1 0,0-1 0,0 0 0,0 1 0,0-1 0,0 0 0,0 1 0,0-1 0,0 0 0,0 1 0,-1-1 0,1 0 0,0 1 0,0-1 0,0 0 0,-1 0 0,1 1 0,0-1 0,0 0 0,-1 0 0,1 1 0,0-1 0,0 0 0,-1 0 0,1 0 0,0 1 0,-1-1 0,1 0 0,0 0 0,-1 0 0,1 0 0,0 0 0,-1 0 0,1 0 0,0 0 0,-1 0 0,1 0 19,-18-13-137,-17-29 315,34 41-207,-13-21 164,1 0 0,1-1 1,1-1-1,2 1 0,0-2 1,1 1-1,-1-11-135,8 33 63,1 0 0,-1 0 0,1 0-1,-1 0 1,0 0 0,0 0 0,0 0 0,0 0 0,0 0-1,-1 0 1,1 0 0,0 1 0,-1-1 0,0 0 0,1 1-1,-1 0 1,0-1 0,0 1-63,2 1 107,0 0-62,0 0-101,0 0-18,0 0 20,0 0 9,0 0 18,0 0 29,1 0-1,0 0 1,0 0 0,0 0-1,-1 0 1,1 0-1,0 1 1,-1-1 0,1 0-1,0 1 1,0-1 0,-1 0-1,1 1 1,0-1-1,-1 1 1,1-1 0,-1 1-1,1-1 1,-1 1 0,1-1-1,-1 1 1,1-1-1,0 1-1,39 68 88,-25-47-9,-1 2 0,10 22-79,4 23 24,-12-27 52,2-1 0,4 4-76,-30-106 715,-8 12-661,-3 1 0,-2 2 1,-1 0-1,-25-35-54,18 29 322,28 51-322,10 3-3,39 16 84,-1 3 0,16 11-81,31 14 65,-62-32-68,-20-10-9,1 1 0,-2 0 0,1 0 0,-1 1 0,0 1 0,0 0-1,0 0 1,-1 1 0,0 1 0,-1-1 0,7 10 12,-14-15-4,0 0 1,-1 0-1,1 0 1,-1 1-1,0-1 1,0 1-1,0-1 1,0 1-1,-1-1 1,1 1-1,-1-1 1,0 1-1,0 0 1,0-1-1,-1 1 1,1-1-1,-1 1 1,0-1-1,0 1 1,0-1-1,0 0 1,-1 1-1,0-1 1,1 0-1,-1 0 1,0 0-1,0 0 1,-1 0-1,1 0 1,0-1-1,-2 2 4,-8 8 17,-1 0-1,0-1 0,-1 0 1,-1-1-1,-7 4-16,-6 5 105,-1-1 1,-1-2-1,0-1 0,-1-2 0,-24 8-105,41-20-628,10-5-4227,4-14-1526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5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5859,'0'0'3972,"0"0"-2096,0 0-81,0 0-293,0 0-827,30 15 8,-15-8-565,17 10 167,1-2 0,1-1 0,1-2 0,0-1 0,0-2 0,7 0-285,85 5 1196,1-6 0,96-7-1196,-128-1-135,-96 0 31,0 1 0,0 0 0,0-1 1,0 1-1,0 0 0,0-1 1,0 1-1,0-1 0,0 1 0,-1 0 1,1-1-1,0 1 0,0 0 0,-1-1 1,1 1-1,0-1 0,-1 1 0,1-1 1,-1 1-1,1-1 0,-1 1 1,1-1-1,-1 0 0,1 1 0,-1-1 1,1 1-1,-1-1 0,1 0 0,-1 0 1,0 1-1,1-1 0,-1 0 0,0 0 1,0 0 103,-97 13-6398,32-9 1463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5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0 3201,'0'0'3952,"0"0"-1783,0 0-160,0 0-163,0 0-512,17 27-235,104 158 1043,-105-163-1990,-2 1 0,0 1 0,-1 0 0,-2 1 0,-1 0 1,-1 1-1,0 0 0,-2 0 0,-2 1 0,0 0 0,-2 0 0,0 0 0,-2 3-152,-1-28-8,0 0 0,0 0 0,1 0-1,-1 0 1,-1 0 0,1 0 0,0 0 0,0 0 0,-1 0-1,1 0 1,-1 0 0,0 0 0,0 0 0,0 0 0,0 0 0,0-1-1,0 1 1,0 0 0,0 0 0,-2 0 8,-1 0-37,0 0 1,0 0-1,0-1 1,-1 0-1,1 0 0,-1 0 1,1-1-1,-1 1 1,-3-1 36,8 0-2,-126 8-489,-50-6 491,133-2 97,-4 5 604,44-4-253,3-1-135,25 3-15,141 5 804,112-11-1102,-146-10 410,-86 6 175,1 3 0,5 2-585,-51 2 341,-1 0-229,0 0-400,0 0-622,0 0-917,0 0-2690,4 0 430,5 0-4034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6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326 335 5507,'0'0'1763,"0"0"355,0 0-186,0 0-588,0-32-346,-4-104-229,-3 40 316,6 89-879,0 0 1,-1 1 0,0-1 0,0 1 0,-1-1 0,0 1 0,0 0 0,-2-4-207,-4 1 1971,5 14-422,2 22-435,3-23-1400,-2 33 376,1-5 235,0 0 1,4 16-326,-2-37 82,0 0-1,0-1 0,1 1 0,0-1 1,1 0-1,0 0 0,1 0 1,0-1-1,3 5-81,13 13 121,15 26 37,-34-50-202,-1-1 0,0 1 0,0 0 0,0 0 0,0 0 0,0 0 0,-1 0 0,1 0 0,-1 0 0,0 0 0,0 1 0,0-1 0,0 0 0,-1 0 0,1 0 1,-1 0-1,0 0 0,0 2 44,-1-3-31,1 0 0,0-1 1,0 1-1,-1 0 0,1-1 1,-1 1-1,0-1 1,1 1-1,-1-1 0,0 0 1,0 0-1,0 0 0,0 0 1,0 0-1,0 0 0,0 0 1,0-1 30,-44 12-204,33-9 155,-30 4 13,1-1 0,-41 0 36,-28 3 101,99-6 73,13 1 127,21 1-199,40-2 215,1-2 1,-1-3-1,1-3 0,-1-2 1,54-15-318,-91 18-530,-1 0-1,0 2 1,1 0 530,42 1-11799,-25 1 2202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6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 7940,'0'0'3409,"0"0"-1827,0 0 296,0 0-301,0 0-963,26 1-227,460 4 4036,-462-5-4394,-24 0-119,0 0-313,-4-1-840,-239-42-12126,141 19 8908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7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245 231 704,'-188'-179'4437,"145"142"-3731,29 24 4767,24 12-616,3 1-4346,568 0 5678,-580 0-6005,-1 0-61,0 0-235,0 0-382,17 0-5488,-9 0 3739,21 0-5643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7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72 350 9316,'0'0'921,"0"0"-198,0 0 1160,-6 27-146,-22 92-600,27-110-1001,0 0 1,0 0 0,1 0 0,0 0 0,0 0 0,1 0-1,1 0 1,-1 0 0,1-1 0,1 1 0,0 0 0,0-1 0,0 1-1,1-1 1,1 0 0,-1 0 0,1-1 0,0 1 0,1-1-1,0 0 1,0-1 0,1 1 0,5 3-137,4 3 152,1-1 0,0-1 0,0 0-1,1-2 1,1 0 0,-1-1 0,1-1 0,1 0 0,6 0-152,3-2 143,1-1 0,0-1 1,0-1-1,0-2 1,11-2-144,-15 2 78,-13-1-49,0 0 0,-1-1 0,1 0 0,-1-1 0,1-1 0,-1 0 0,0 0 0,0-1 0,-1-1 0,1 0 0,-1 0 0,-1-1 0,1-1 0,-1 0 0,0 0 0,-1-1 0,0 0 0,4-6-29,-3 2-11,1-1 1,-2 0-1,0 0 0,-1-1 1,0 0-1,-2-1 1,1 1-1,-2-1 0,0-1 1,-1 1-1,-1-1 0,0 0 1,0-13 10,-1-6-54,-1 1-1,-2-1 1,-5-27 54,4 49-29,-1 0-1,-1-1 1,0 1 0,-1 1-1,0-1 1,-2 1 0,1 0-1,-1 0 1,-1 0 0,-6-6 29,5 7-1,0 2 1,-1-1-1,0 1 1,-1 1 0,0 0-1,-1 0 1,1 1 0,-2 1-1,1 0 1,-1 0-1,0 1 1,0 1 0,-1 0-1,-6 0 1,-10-2 51,0 2 1,-1 1-1,0 2 0,1 1 0,-1 1 0,-7 2-51,21 0 29,0 0 0,0 1 0,0 0-1,1 2 1,-1 0 0,1 1 0,0 0 0,1 2 0,0 0 0,0 0-1,0 1 1,1 1 0,0 1 0,-1 2-29,4-4 18,1 1 0,0 1 0,0-1 0,1 2 0,1-1 0,0 1 0,1 1 0,0 0 0,0-1 0,2 2 0,0-1 0,0 1 0,1 0 0,1 0 0,0 0 0,1 0 0,0 2-18,1 0-109,0 0 1,1 0-1,1 1 0,0-1 1,1 0-1,1 0 1,3 8 108,-4-17-420,1 0 1,0-1 0,0 1-1,1-1 1,-1 1 0,2-1-1,-1 0 1,1-1 0,0 1-1,0-1 1,0 0 0,1 0-1,-1 0 1,1-1-1,0 0 1,1 0 0,5 2 419,40 16-6184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7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9588,'0'0'3221,"0"0"-1146,0 0-202,0 0-656,0 0-625,-2 17 112,-49 289 2356,50-283-2965,1-12-1136,-1 2-3885,5-13-33,13 0-1450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8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8356,'0'0'2761,"0"0"-1584,0 0 690,0 0-45,0 0-677,-9 20-395,-25 63 138,33-82-847,1 0 0,-1 1 0,1-1-1,-1 0 1,1 0 0,-1 0 0,1 0 0,-1 1 0,1-1 0,0 0 0,0 1 0,0-1 0,0 0-1,0 0 1,0 1 0,0-1 0,0 0 0,0 0 0,1 1 0,-1-1 0,0 0 0,1 0-1,-1 1 1,1-1-41,17 2 193,-12-4-38,83 5 1446,39-5-1601,-27-1 405,-99 2-401,0 0 0,1 0-1,-1 1 1,0-1 0,1 0 0,-1 1 0,0-1 0,1 1 0,-1 0 0,0 0-1,0 0 1,0 0 0,0 0 0,0 0 0,0 1 0,0-1 0,0 1 0,0-1-1,-1 1 1,1 0 0,0-1 0,-1 1 0,0 0 0,1 0 0,-1 0 0,0 0-1,0 0 1,0 1 0,0-1 0,-1 0 0,1 1-4,2 9 31,-1 0 1,-1 0 0,0 0-1,0 0 1,-2 12-32,0-3 85,1-16-60,1 60 480,-3-1-1,-2 1 1,-13 57-505,10-89 259,2 0 1,2 1-1,0-1 1,3 9-260,0-40-104,0-2-275,0 0-400,0 0-606,0 0-728,-9-5-3017,2 1 3460,-21-16-3895,-13-9-1535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 11397,'0'0'2369,"0"0"-816,0 0 1056,0 0-1680,0 0-529,251 0 16,-146-12 112,-3-4-208,-17 4-47,-21 0-145,-30 6-64,-20 3-64,-14 3-176,0 0-465,0 0-992,-34 0-1984,-10 15-2002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29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7347,'0'0'2209,"0"0"-1262,31 5 419,78 13 747,90 1-2113,654-8 2846,-604-12-2826,-211 1-24,140 1 215,0-8 1,81-17-212,-248 22 288,23-4-737,-33 6 594,-1 0 0,1 0 0,0 0 0,0 0 0,0-1 0,-1 1 0,1 0 0,0-1 0,0 1 0,-1 0 0,1-1 0,0 1 0,0-1 0,-1 1 0,1-1-1,-1 0 1,1 1 0,0-1 0,-1 0 0,1 1 0,-1-1 0,0 0 0,1 1 0,-1-1 0,0 0 0,1 0 0,-1 0-145,0 1 859,0 0-357,0 0-254,0 0-144,0 0-64,0 0 24,1 0 11,1 0 32,-1 0-249,-1 0-517,-3 0-1040,-57 0-7473,7 0 514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0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10421,'0'0'2649,"0"0"-872,0 0 624,0 0-293,0 0-932,0 0-1153,-1 0 0,1 0 0,0 0 0,-1 0 0,1 0 0,0 0 0,-1 0 0,1 1 0,0-1 0,-1 0 0,1 0 0,0 0 0,-1 0 0,1 1 0,0-1 0,0 0 0,-1 0 0,1 0 0,0 1 0,0-1 0,-1 0 0,1 0 0,0 1 0,0-1 0,0 0 0,0 1 0,0-1 0,-1 0-1,1 1 1,0-1 0,0 0 0,0 1 0,0-1 0,0 0 0,0 1 0,0-1 0,0 0 0,0 1 0,0-1 0,0 0 0,0 1 0,0-1 0,0 0 0,1 1-23,9 1 59,0 1 0,0-2 0,1 1 0,-1-1 0,1-1 0,4 0-59,3 0 84,55 2 175,-39-3-193,0 2 0,1 2 0,-1 1 0,29 7-66,-60-10-6,1-1 1,-1 1 0,0 0 0,0 1 0,0-1 0,0 1-1,0-1 1,0 1 0,0 0 0,-1 0 0,1 0 0,0 0-1,-1 1 1,0-1 0,0 1 0,1 0 0,-1-1 0,-1 1-1,1 0 1,0 0 0,0 2 5,0 2-12,-1-1 1,1 1-1,-1 0 0,-1 0 0,1 0 0,-1 0 0,0 0 1,-1 0-1,0 0 0,0 1 12,-1 0 4,0 1 1,-1 0-1,0-1 0,-1 0 1,0 1-1,0-1 1,-1-1-1,1 1 0,-2-1 1,1 0-1,-1 0 1,0 0-1,-1-1 0,1 0 1,-4 2-5,-19 15 6,0-1 1,-2-2-1,-4 1-6,27-16-4,-5 4-13,0-1 0,0 0-1,-1-1 1,0 0 0,0-1 0,-1-1 0,0 0 0,0-1 0,0-1 0,0 0 0,-4-1 17,18-2-75,2-2 50,-1-1 0,0 1 0,1 0 0,0 0 0,-1-1-1,1 1 1,0 0 0,0 0 0,1 0 0,-1 0 0,0 0-1,1 0 1,-1 0 0,1 1 0,-1-1 0,1 0 0,0 1-1,0-1 1,-1 1 0,1 0 0,0 0 0,1-1 25,49-21-156,-20 16 198,0 1 1,0 1 0,0 2 0,1 1-1,29 3-42,-53-2-4,0 2-1,0-1 1,0 1 0,1 1-1,-1-1 1,0 2 0,-1-1-1,1 1 1,0 0 0,-1 1-1,1 0 1,-1 1-1,0-1 1,-1 2 0,1-1-1,-1 1 1,0 0 0,-1 0-1,1 1 1,-1 0 0,0 0-1,-1 0 1,0 1-1,0 0 1,-1 0 0,1 0-1,-2 1 1,1-1 0,-1 1-1,-1 0 1,0 0 0,0 0-1,0 6 5,0-6 13,-1 1 0,-1-1 0,0 1-1,0-1 1,-1 1 0,0-1 0,0 1 0,-1-1-1,-1 0 1,1 1 0,-2-1 0,1-1 0,-1 1 0,-3 5-13,-1-3 49,1-1 0,-1 0 0,-1-1 0,0 0 0,0 0 0,-1-1 0,0-1 0,0 1 0,-1-1 0,-10 4-49,5-2 166,0-1 0,-1-1 1,0-1-1,0 0 0,-1-2 1,1 0-1,-15 2-166,-60 0-971,30-6-4257,42 0 2425,46 0-3176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8228,'0'0'1104,"0"0"-383,0 0 2208,0 0-1056,0 195-641,0-146-159,0 0 127,0-3-847,-4-12-353,1-1-177,3-17-783,0-4-1281,0-12-1169,0 0-1120,7-40-1456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1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4 8660,'0'0'1646,"0"0"-115,0 0 545,0 0-907,0 0-916,15 0-21,38-1 249,-6-1 277,1 1-1,0 3 0,1 3-757,-45-5 18,0 1 0,0 0 0,0 0 0,0 1 0,0-1 0,0 1 0,0 0 0,0 0 0,-1 0 0,1 0 0,-1 1 0,0-1 0,0 1 0,1 0 0,-2 0 0,1 0 0,0 1 0,-1-1 0,1 1 0,-1-1 0,0 1 0,0 0 0,-1-1 0,1 1 0,-1 0 0,1 0 0,-1 1 0,0 1-18,0 1 15,-1 0-1,1 0 0,-1 0 0,0-1 1,-1 1-1,0 0 0,0 0 1,0-1-1,-1 1 0,0 0 1,0-1-1,-1 0 0,0 1 0,0-1 1,0 0-1,-1 0 0,-3 3-14,-6 7-28,-1-1-1,0 0 0,-1-2 0,0 1 1,-1-2-1,-1 0 0,0-1 0,0-1 1,-1 0-1,0-2 0,-1 0 0,0-1 1,0 0-1,-1-2 0,1 0 0,-1-2 1,0 0-1,-17 0 29,35-3-56,2 0-16,3 0 29,55-11-54,-27 5 134,0 1 0,1 2-1,10 1-36,-19 1 64,0 2 0,0 0 0,1 2-1,-1 0 1,-1 2 0,23 7-64,-39-10 11,0 0-1,-1 0 1,1 1 0,-1 0-1,1 0 1,-1 1 0,0-1 0,0 1-1,0 0 1,-1 1 0,1-1 0,-1 1-1,0 0 1,0 0 0,-1 0 0,1 1-1,-1-1 1,-1 1 0,1-1 0,-1 1-1,0 0 1,0 0 0,0 0 0,-1 1-1,0-1 1,0 0 0,-1 7-11,1-8 31,-1 0 1,0 0-1,-1 0 1,1 0-1,-1 0 1,0 0-1,0 0 0,-1 0 1,0 0-1,1-1 1,-2 1-1,1 0 1,0-1-1,-1 0 1,0 1-1,0-1 1,-2 2-32,-1 0 37,0-1 0,-1 1 0,1-2 0,-1 1 0,0-1 0,0 0 1,0 0-1,-1-1 0,0 0 0,-4 1-37,-20 4 128,0-1-1,-1-2 1,0-1 0,0-2-1,-3-1-127,22 0 70,-49 2-732,63-3-1013,1 0-2523,4 0 2027,1 0-67,26 0-5832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8036,'0'0'707,"0"0"565,0 0 847,0 0-548,0 0-477,10 32-32,-2-5-792,23 75 2517,16 28-2787,-23-61 1585,-3 1-1,12 71-1584,-15-58 353,-7-27-220,-10-54-120,-1-2-2,0 0-38,0 0-69,-18-26-224,7 9 238,1-2 0,0 1 0,2-1 0,0-1 0,1 0 0,1 0 1,1 0-1,1 0 0,1-1 0,1 0 0,0 0 0,2 1 0,0-1 0,3-20 82,-2 37 1,0-1-1,1 1 1,-1 0 0,1 0-1,0-1 1,0 1 0,1 1-1,-1-1 1,1 0 0,-1 0-1,1 1 1,0 0-1,1-1 1,-1 1 0,1 1-1,-1-1 1,1 0 0,0 1-1,0 0 1,0 0 0,0 0-1,0 0 1,0 0 0,4 0-1,9-4 1,0 2 0,0-1 0,1 2 0,0 0 0,14 0-1,-14 2-16,-3 0 1,0 0 0,-1 1-1,1 0 1,0 1 0,13 3 15,-25-3-12,1 0-1,-1 0 1,1 0-1,-1 0 1,0 1-1,0 0 1,0-1-1,0 1 1,0 0 0,0 0-1,0 1 1,0-1-1,-1 0 1,1 1-1,-1 0 1,0 0-1,0-1 1,0 1-1,0 0 1,-1 1-1,1-1 1,-1 0-1,1 0 1,-1 1 0,0-1-1,0 4 13,1 1-22,-1 1 0,0-1 1,0 1-1,-1 0 0,0-1 0,0 1 0,-1-1 0,0 1 0,0-1 1,-1 1-1,-1-1 0,1 0 0,-1 0 0,0 0 0,-1 0 1,0 0-1,0-1 0,-1 0 0,-1 1 22,-4 5-3,-2-1-1,1-1 1,-1 0-1,-1 0 1,0-1 0,-1-1-1,0 0 1,0-1 0,-10 4 3,-4 0-22,-1-1 1,0-2 0,0-1 0,-1-1 0,-28 3 21,25-4 2,22-1-116,14 2 2,15 4-79,-17-11 178,38 15 32,1-2 0,0-1-1,0-3 1,1-1 0,12-1-19,-11 0 106,-1 0 442,1-2 1,32 0-549,-74-5 365,0 0 6,0 0-128,0 0-262,0 0-541,1-12-3901,1-10-1379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2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93 4082,'0'0'2244,"0"0"362,0 0 337,0 0-430,0 0-456,-8-1-435,-18-5 187,491 6 173,-450 0-2144,1-1 0,-1 0 0,0-1 0,-1-1 0,1 0 0,0-1 0,7-3 162,-22 7-115,1 0 0,-1 0 0,1 0 0,-1 0 0,1-1 0,-1 1 0,1 0 0,-1 0 0,1-1 0,-1 1 0,1 0 0,-1 0 0,1-1 0,-1 1 0,1-1 0,-1 1 0,0 0 0,1-1 0,-1 1 0,0-1 0,1 1 0,-1-1 0,0 1 0,0-1 0,1 1 0,-1-1 0,0 1 0,0-1 0,0 1 0,0-1 0,0 0 0,1 1 0,-1-1 0,0 1 0,-1-1 0,1 1 0,0-1 0,0 1 0,0-1 0,0 0 0,0 1 0,0-1 0,-1 1 0,1-1 0,0 1 0,0-1 0,-1 1 0,1-1 0,0 1 0,-1 0 0,1-1 0,-1 1 0,1-1 0,0 1 0,-1 0 0,1-1 0,-1 1 0,1 0 0,-1-1 0,0 1 115,-32-19-4908,-26-1-582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3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7684,'0'0'2454,"0"0"185,0 0 167,0 0-1045,0 0-905,19-1-306,74-2 99,65-4 1954,22-10-2603,-121 4 1137,-55 12-681,-4 1-56,0 0-96,0 0-229,-15 0-1703,-66 4-6156,31 7-1703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6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6 288 5426,'0'0'1663,"0"0"303,0 0 363,0 0-680,0 0-588,0 0-25,-4 12 1474,3 90-1316,0 17 688,6 12-1882,-3-110 86,1 0 1,0-1-1,2 1 0,1-1 0,0 0 1,1-1-1,2 1 0,0-1 0,1 1-86,-5-12 3,-1 0 0,1-1-1,1 1 1,0-1-1,0 0 1,0 0-1,0-1 1,1 0-1,0 0 1,1 0-1,-1-1 1,1 0 0,0-1-1,1 0 1,-1 0-1,1-1 1,-1 0-1,1 0 1,0-1-1,0 0 1,3 0-3,-5-1-6,1-1 0,-1 1-1,1-1 1,-1-1 0,1 1 0,-1-1 0,1-1 0,-1 1 0,1-1 0,-1-1-1,0 1 1,0-1 0,0 0 0,-1-1 0,1 0 0,-1 0 0,0 0 0,0-1-1,0 0 1,0 0 0,-1 0 0,0-1 0,0 0 0,0 0 0,-1 0 0,0 0-1,3-7 7,2-2-56,-2-1 0,0 1-1,-1-1 1,0 0 0,-1-1-1,-1 1 1,0-1-1,0-15 57,0-21-135,-2-1-1,-3-9 136,0 2-1,0 40 3,-1 0 0,0 0 0,-2 0 0,0 0-1,-2 0 1,0 1 0,-2 0 0,0 0 0,-1 0 0,-1 1-1,0 1 1,-2 0 0,-1-1-2,-3-3 88,0 2 0,-2 0-1,0 1 1,-1 1 0,-1 1 0,-1 1 0,0 0 0,-1 2-1,-1 0 1,-12-4-88,33 17 16,1 0 0,-1 0-1,1 1 1,-1-1 0,0 1-1,0-1 1,1 1 0,-1 0 0,0-1-1,0 1 1,1 0 0,-1 0-1,0 0 1,0 1 0,0-1 0,1 0-1,-1 1 1,0-1 0,1 1-1,-1-1 1,0 1 0,1 0 0,-1 0-1,1 0 1,-1 0 0,1 0-1,-1 0 1,1 0 0,0 0 0,-1 0-1,1 1 1,0-1 0,0 1-1,0-1 1,0 1 0,-1 1-16,-3 8-43,0 0 0,0 0 0,1 1 0,0-1 0,0 7 43,-4 10 15,-5 18-683,2 1 0,3 1 0,1 0 0,3 0 0,2 1 1,2 23 667,0-63-678,0 0 1,0 0 0,1 1 0,0-1-1,0 0 1,1 0 0,0 0 0,1 0-1,0 0 1,0-1 0,1 1 0,0-1 0,2 4 677,36 31-7993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6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8212,'0'0'1729,"0"0"768,0 0-384,0 0-1185,0 0 337,20 223-81,-13-162-399,-7 3-113,0-6-272,0-3-64,0-12-240,0-6-96,-3-7-80,-4-2-608,4-7-1073,-4-8-944,3-7-1713,4-6-2273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7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7 334 4018,'0'0'904,"0"0"476,0 0 2,0 0-369,0 0 30,-1 7 163,0-2-2007,-2 14 5124,1-34-705,3-4-3545,0 0 0,2 0 1,0 0-1,1 0 0,1 0 1,0 1-1,2-1 0,0 1 0,1 1 1,1 0-1,6-9-73,-10 17 33,1 0-1,0 1 0,0 0 1,1 0-1,0 0 1,0 1-1,1 0 1,-1 1-1,2 0 1,-1 0-1,1 1 1,0 0-1,0 0 1,0 1-1,1 0 1,-1 0-1,1 2 0,0-1 1,0 1-1,0 0 1,0 1-1,6 0-32,-10 1-5,0-1 0,0 1 0,0 1 0,0-1 0,-1 1 0,1 0-1,0 1 1,0-1 0,-1 1 0,1 0 0,-1 0 0,1 1 0,-1 0-1,0 0 1,0 0 0,0 0 0,-1 1 0,1 0 0,-1 0 0,0 0 0,0 1-1,0-1 1,0 1 0,-1 0 0,0 0 0,2 3 5,2 6 1,0 0 0,-1 0-1,0 1 1,-1-1 0,-1 1 0,0 0 0,-1 1 0,0-1-1,-2 0 1,0 1 0,0-1 0,-2 1 0,0 3-1,0-1 22,-2 1 0,0-1 0,0 0 0,-2 0 0,0-1 1,-1 1-1,-1-1 0,-1 0 0,0-1 0,-11 15-22,-17 15 115,-1-2 0,-3-1-1,-1-3 1,-10 5-115,-69 69 891,120-113-885,0-1 1,0 0-1,0 0 1,-1 0-1,1 1 0,0-1 1,0 0-1,0 0 0,-1 1 1,1-1-1,0 0 1,0 1-1,0-1 0,0 0 1,0 0-1,0 1 1,0-1-1,0 0 0,0 1 1,0-1-1,0 0 0,0 1 1,0-1-1,0 0 1,0 0-1,0 1 0,0-1 1,0 0-1,0 1 1,0-1-1,0 0 0,0 0 1,1 1-1,-1-1 0,0 0 1,0 0-1,0 1 1,0-1-1,1 0 0,-1 0 1,0 1-1,0-1 1,1 0-1,-1 0 0,0 0 1,0 0-1,1 1 0,-1-1 1,0 0-1,1 0 1,-1 0-1,0 0 0,0 0 1,1 0-1,-1 0 1,0 0-1,1 0 0,-1 0 1,0 0-1,1 0 0,-1 0 1,0 0-1,1 0-6,25 2 60,-22-2 1,50 2 382,8 2 77,0-3 0,0-3 0,16-4-520,-73 5-147,0 0-1,0-1 0,1 0 0,-1 1 0,0-1 1,-1-1-1,1 1 0,2-2 148,5-5-2596,-2 1 0,1-1 1,-1-1-1,4-4 2596,4-4-2614,9-9-2354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8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1 465 6355,'0'0'2052,"0"0"325,0 0-192,0 0-1084,0 0-498,0-30 11,0-223 1147,0 71 2918,28 696-2831,-16-360-1708,-11-104 716,-1-49-813,2-1-59,-1 0-128,-1 0-256,0 0-491,0 0-702,0-18-6205,0-7-804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39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4738,'0'0'1110,"0"0"-200,0 0 650,0 0-503,0 0-668,1 0-332,-1-1 0,1 1 0,0 0 0,-1-1 0,1 1 0,0 0 0,0 0 0,0-1 0,-1 1 0,1 0 0,0 0 0,0 0 0,0 0 0,0 0 0,-1 0 0,1 0 0,0 0 0,0 0 0,0 1 0,-1-1 0,1 0 0,0 0 0,0 1 0,-1-1 0,1 0 0,0 1 0,0-1 0,-1 1 0,1-1 0,-1 1 0,1-1 0,0 1 0,-1 0-57,15 16 902,0 2 0,-2 0 0,0 0 0,-1 1 0,-1 0-1,0 3-901,21 54 2379,0 7-2379,23 54 886,-45-117-795,-6-14-80,-1-1 1,1 1-1,-2 0 0,1 0 1,-1 0-1,0 0 0,0 0 1,0 4-12,-2-9-30,0-2-66,0 0-26,0 0-38,0 0 18,-1-10-69,-2-6 137,-5-21-39,1 0 0,3 0-1,0-18 114,4 45-1,0 0-1,0 0 0,1 0 0,1 0 1,-1 0-1,2 0 0,-1 0 0,1 1 1,1-1-1,0 1 0,0 0 0,1 0 1,0 0-1,0 1 0,5-4 2,-2 2 8,0 1 0,1 1 0,0-1 0,1 2 0,0-1-1,0 1 1,1 1 0,0 0 0,0 0 0,0 1 0,1 1 0,-1 0-1,1 0 1,0 1 0,0 1 0,1 0 0,-1 1 0,0 0 0,1 0 0,2 2-8,-13-1-1,1 1 0,0 0 1,0-1-1,-1 1 0,1 1 1,0-1-1,-1 0 0,1 1 1,-1-1-1,1 1 1,-1 0-1,0-1 0,0 1 1,0 0-1,0 1 0,0-1 1,0 0-1,0 0 0,-1 1 1,1-1-1,-1 1 0,0 0 1,0-1-1,0 1 1,1 1-1,4 14 2,0-1-1,-1 1 1,1 10-1,-5-23 4,8 47-178,-3 0 1,-1 1 0,-3-1-1,-3 4 174,1-55-360,0-1 11,0 0 50,3-25-3,5-42-152,1 1-1,13-37 455,-17 84-12,0-1 0,2 1 1,0 1-1,1 0 0,1 0 0,1 0 0,0 1 0,1 1 0,1 0 0,1 0 0,1 0 12,-9 12 37,0-1 0,0 1 0,1 0 0,-1 1 0,1-1 0,0 1 0,0 0 0,0 1 0,1-1 0,-1 1 0,1 0 0,-1 1 0,1 0 0,-1 0-1,1 0 1,4 1-37,-6 0 19,1 0 0,-1 0-1,0 1 1,0 0-1,-1 0 1,1 0 0,0 1-1,0-1 1,0 1-1,-1 0 1,1 1-1,-1-1 1,0 1 0,0 0-1,0 0 1,0 0-1,0 0 1,0 1-1,-1-1 1,0 1 0,3 4-19,3 7 111,0 1-1,-1 0 1,0 0 0,-2 1 0,0 0 0,3 17-111,2 19-1450,2 34 1450,-3-22-7336,-13-83 119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40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25 164 7155,'0'0'1011,"0"0"-456,0 0 531,0 0 5,0 0-514,10 4 218,-8-3-732,1 0 5,0 0 0,-1-1 0,1 1-1,-1 0 1,0 0 0,1 1 0,-1-1 0,0 0 0,0 1-1,1 0 1,-1-1 0,0 1 0,-1 0 0,1 0 0,0 0-1,-1 0 1,1 0 0,-1 1 0,1-1 0,-1 0 0,0 1-1,0-1 1,0 1 0,0-1 0,-1 1 0,1-1 0,-1 1-1,1 0 1,-1-1 0,0 1 0,0 2-68,0 58 1441,-3 0-1,-3 0 1,-10 45-1441,7-58 220,5-25-104,0 0 0,-2 0 0,-1-1-1,-1 0 1,0-1 0,-6 8-116,16-38 49,-2-1-1,1 1 1,-1 0 0,0 0-1,0-1 1,-2-5-49,1-15 87,3-33-120,2 0 0,3 0 0,3 0 0,2 1 0,3 0 0,3 2 0,2 0 0,3-1 33,-17 46 26,1 0 0,0 0 0,0 1 0,1-1 0,1 2 0,0-1 0,8-6-26,-14 15 19,0 0-1,0 1 0,1-1 0,-1 1 0,0 0 1,1 0-1,0 0 0,-1 0 0,1 0 1,0 1-1,0 0 0,0 0 0,1 0-18,-2 0 9,0 1-1,-1 0 1,1 1-1,0-1 1,-1 0-1,1 1 1,0 0-1,-1-1 1,1 1-1,-1 0 1,1 0-1,-1 1 0,1-1 1,-1 0-1,0 1 1,1 0-1,-1-1 1,0 1-1,0 0 1,0 0-1,0 1-8,13 14 94,0 1-1,-2 1 1,0 0-1,-1 0 1,-1 1-1,-1 1 1,-1 0-1,6 20-93,4 24 223,-4 1-1,2 23-222,15 67 496,-29-145-249,-1 5-3660,-19-20-90,7 1 3625,-136-40-7770,46 20 6111,7 1 4439,79 17 2708,25 4 597,9 0-6314,247-52 3904,-215 41-2784,-93 10-6957,14-9-1927,15-4-3614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2:43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682 1 3217,'0'0'3746,"0"0"-2273,0 0 584,0 0 323,0 0-1073,0 3-774,0 7-291,0 0-1,1 0 0,0 0 0,0 0 1,1 0-1,1 0 0,-1-1 0,2 1 0,1 2-241,5 20 799,14 74 2984,4 50-3783,-17-81 512,4 0 0,2-2 1,4 0-1,7 10-512,-28-81 7,1 0 1,-1 0-1,1 0 1,0 0-1,-1 0 1,1 0-1,0-1 1,0 1-1,0 0 1,1-1-1,-1 1 1,0-1-1,0 1 1,1-1-1,-1 1 1,1-1-1,0 0 1,-1 0-1,1 0 1,0 0-1,-1 0 1,1 0-1,0 0 1,0-1-1,0 1 1,0-1-1,0 1 1,0-1-1,0 0 1,0 1-1,0-1 1,1 0-8,-3 0-147,0 0 48,0 0-10,0 0-19,0 0-16,0 0-3,0 0 46,-18 4 13,-23 19 57,-38 29 31,-6 4 23,-113 58 218,-131 82 798,326-194-1019,-84 62 441,80-59-450,0 2 0,1-1-1,-1 1 1,1 0-1,1 0 1,-1 0 0,1 1-1,1 0 1,-1 0-1,1 2-10,3-9-168,1-1-64,0 0-32,4 0-152,9-3 146,-1-1 0,0 0 0,0 0-1,0-1 1,0-1 0,-1 0 0,4-3 270,36-18-545,367-136-4850,-81 36 2435,-229 80 4338,-2-5-1378,-88 40 1378,-16 10 338,-16 10-698,-351 245 1228,233-162-913,3 5-1,-38 41-1332,154-125 259,1 0 0,0 0 0,-7 12-259,18-23 95,0-1 1,0 1 0,-1 0 0,1-1-1,0 1 1,0-1 0,0 1-1,0-1 1,0 0 0,-1 1 0,1-1-1,0 0 1,0 0 0,0 0-1,-1 0 1,1 0 0,0 0 0,0 0-1,-1 0 1,1-1 0,0 1-1,-1-1-95,-8 0-387,9 1 397,1 0-15,0 0 5,0 0-27,0 0 30,-3 0 5,3 0 11,0 0-30,0 0-10,0 0 34,-3-1-118,1 0-1,-1 0 1,1 1 0,-1-1-1,0 0 1,1 1-1,-1 0 1,0-1 0,1 1-1,-3 0 106,-30 0-3287,-22 0-2254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36.4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3762,'0'0'1403,"0"0"-168,0 0 41,0 0-311,0 0-108,0 0-84,-18 1 5464,8 0-4925,10 1 1245,56 9-2380,0-3-1,1-2 0,-1-2 1,1-3-1,17-4-176,8 3 143,-81 0-10,-1 2 501,0-2-1270,0-3-3561,0-18-1037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37.0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4274,'0'0'2759,"0"0"-388,0 0-223,0 0-302,0 0-648,15 6-459,24 8-243,0-2 1,1-1-1,1-2 0,0-2 1,0-2-1,13 0-496,272 2 1479,-253-7-1249,19 0-856,-91 0-218,-1 0-716,-2 0-1866,-7 0 1017,-15 0-1697,-9 0-592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38.3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343 0 1921,'0'0'3153,"0"0"-1093,0 0-286,0 0-112,0 0-589,0 0-959,-1 1-1,1-1 1,-1 0 0,1 1 0,-1-1 0,1 0 0,-1 1 0,1-1-1,0 1 1,-1-1 0,1 1 0,0-1 0,0 1 0,-1-1 0,1 1-1,0-1 1,0 1 0,0-1 0,-1 1 0,1-1 0,0 1 0,0 0-1,0-1 1,0 1 0,0-1 0,0 1 0,0-1 0,0 1-114,2 32 804,0-1 0,3 1-1,0-1 1,10 28-804,45 128 863,-30-101-590,-12-40-259,10 38-35,-26-78 16,-1 0 0,0 0 0,0 1-1,0-1 1,-1 0 0,0 1 0,-1-1 0,0 0 0,0 0-1,-2 7 6,1-11-30,0 1 0,0-1 0,0 0-1,-1 0 1,1 0 0,-1-1-1,0 1 1,0-1 0,0 1 0,0-1-1,0 0 1,0 0 0,-1 0 0,1-1-1,-1 1 1,1-1 0,-1 0-1,-2 1 31,-72 17-719,5-9 363,0-3 1,-1-4-1,-25-4 356,55 1 221,42 0 41,2 0 90,0 0 40,8 0 323,17-2-648,0-2-1,1 0 1,-1-2-1,16-6-66,13-3 94,491-122 240,-523 134-309,-18 3-65,1-1-1,-1 1 0,0-1 0,0 0 1,0 0-1,0 0 0,0 0 1,0-1-1,0 0 0,2-1 41,-5 0-61,0-1 0,-1 0 0,1 1 0,-1-1 0,0 0 0,0 0 0,0 1 0,0-1 1,-1 0-1,0 0 61,0-8-135,3-57-365,-1 11 21,-4-33 479,1 82 750,1 12-342,-1 28-269,1 47-105,4-31 99,2 0 1,3 0-1,1-1 0,3 0 1,1-1-1,2 0 1,5 4-134,-14-95 1192,-10-52-1215,-5 0 0,-9-27 23,-9-92 105,24 197-23,3 12-111,16 21-83,-12-10 96,50 42-24,60 37 40,-73-56-111,-1 2 0,-2 2 0,-1 2 0,-1 1 0,14 19 111,-46-48-20,-1 0 1,0 0-1,-1 0 0,1 0 0,0 1 1,-1-1-1,0 1 0,0-1 0,-1 1 1,1 0-1,-1 0 0,0 0 0,0 0 0,-1 0 1,1 0-1,-1 0 0,0 0 0,-1 0 1,1 0-1,-1 0 0,0 0 0,0 1 20,-2 0 2,1 1 0,-2-1 0,1 1 0,0-1 0,-1 0 0,-1 0 0,1-1 0,-1 1 0,1-1 0,-1 0 0,-1 0 0,1-1 0,-1 1 0,0-1 0,-1 0-2,-26 15 81,-2-1 0,0-1 0,-2-3 0,1 0 0,-1-3 0,-1-1 0,0-1 0,-18 0-81,-10-8-670,65-1 543,0 0-1,1 0 0,-1 0 0,1 0 0,-1-1 0,1 1 0,-1 0 1,0 0-1,1-1 0,-1 1 0,1 0 0,-1-1 0,1 1 0,0 0 1,-1-1-1,1 1 0,-1-1 0,1 1 0,0-1 0,-1 1 0,1-1 1,0 1-1,-1-1 0,1 1 0,0-1 0,0 0 0,0 1 0,-1-1 1,1 1-1,0-1 0,0 0 0,0 1 0,0-1 0,0 1 0,0-1 1,0 0-1,0 1 0,1-1 0,-1 1 0,0-1 0,0 1 0,0-1 1,1 0 127,-1-5-1626,0-26-8272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39.2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161 109 3666,'0'0'1531,"0"0"-298,0 0 253,0 0-206,0 0-173,-1 0-1137,1 0 210,0 0-1,-1 0 0,1 0 0,0 0 0,0 0 0,-1 0 0,1 0 0,0 0 0,0 0 0,-1 0 0,1 0 0,0 0 0,0 0 0,-1 0 0,1 0 1,0 0-1,0 0 0,-1 0 0,1-1 0,0 1 0,0 0 0,0 0 0,-1 0 0,1 0 0,0 0 0,0-1 0,0 1 0,-1 0 0,1 0 0,0 0 1,0-1-1,0 1 0,0 0 0,0 0 0,0-1 0,0 1 0,-1 0 0,1 0 0,0-1 0,0 1 0,0 0 0,0 0 0,0-1 0,0 1 0,0 0 1,0 0-1,0-1 0,0 1 0,1 0 0,-1 0 0,0-1 0,0 1-179,2-5 11,1 1-1,0-1 1,0 1-1,1 0 1,-1-1 0,1 2-1,0-1 1,0 0-1,1 1 1,-1 0-1,0 0 1,1 0-11,61-33 46,-61 34-60,0-1 0,0 1 0,0 0 0,0 1 0,1 0 0,-1-1 0,0 1 0,1 1 0,-1-1 0,1 1 0,-1 0 0,0 0 0,1 1 0,-1 0-1,1 0 1,-1 0 0,0 0 0,0 1 0,1 0 0,-1 0 0,-1 0 0,1 1 0,0 0 0,0 0 0,-1 0 0,0 0 0,0 1 0,0-1 0,0 1 0,0 0 0,-1 1-1,1-1 1,-1 0 0,0 1 0,-1 0 0,1 0 0,0 3 14,4 8-40,-2 1 1,0 0-1,-1 0 0,-1 0 0,0 0 0,-1 0 1,-1 1-1,-1-1 0,-1 1 0,0-1 0,-1 1 1,-3 11 39,1-17 9,-1 0 1,0 0-1,0 0 0,-2 0 1,1-1-1,-1 0 1,-1-1-1,0 1 1,0-1-1,-1-1 1,-1 0-1,1 0 1,-10 6-10,3-2 15,0-2 0,0 0 1,-1-1-1,0-1 0,-1-1 0,0 0 1,-1-1-1,-18 4-15,29-9 13,-1 0-1,0 0 1,0-1 0,0 0 0,0-1-1,0 0 1,0 0 0,0-1 0,0 0-1,0-1 1,0 0 0,-1 0-13,6 0 3,0 0 1,1 0-1,-1 0 0,0-1 1,1 1-1,0-1 0,0 0 1,0 0-1,0 0 1,0 0-1,0-1 0,1 1 1,-1-1-1,1 1 1,0-1-1,0 0 0,1 0 1,-1 0-1,1 0 1,0 0-1,0 0 0,0 0 1,1 0-1,-1-1 0,1-3-3,-1 4-13,0-1 0,1 0 0,0 1 0,0-1 0,0 0 0,0 1-1,1-1 1,0 0 0,0 1 0,0-1 0,1 1 0,-1-1-1,1 1 1,1-2 13,-1 3-6,1 1 0,-1-1 0,1 1 0,-1 0 0,1-1-1,0 2 1,0-1 0,0 0 0,0 0 0,0 1 0,0 0 0,1-1 0,-1 1-1,0 1 1,1-1 0,-1 0 0,0 1 0,1 0 0,-1-1 0,2 1 6,4-1-10,0 0 1,0 1 0,0-1-1,0 2 1,0-1 0,0 1-1,0 1 1,-1-1 0,1 2-1,0-1 1,-1 1 0,1 0-1,-1 1 1,0 0 0,0 0-1,-1 1 1,1 0 0,2 2 9,13 15-94,-2-3 12,0-1-1,1-1 1,1 0 82,-16-12 19,1 0 0,0-1 0,0 0-1,1-1 1,-1 0 0,1 0 0,-1-1 0,1 0 0,0 0-1,0-1 1,3 0-19,-3-1 21,7 1 349,0 0 0,0-2 0,1 0 0,8-2-370,-21 2-6,1 1-1,-1-2 1,0 1 0,0 0 0,0-1 0,0 0 0,0 0 0,0 0 0,-1 0 0,1-1 0,-1 1-1,1-1 1,-1 0 0,0 0 0,0 0 0,0-1 0,-1 1 0,1-1 0,0-1 6,1-8-4925,-4 4-1350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39.6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 8100,'0'0'1923,"0"0"-261,0 0 315,0 0-227,0 0-813,0 0-329,39 2 254,5 0-585,192 6 1108,-216-8-1223,12 1 164,1-2-1,-1-1 1,0-1 0,0-2-1,6-2-325,-9 3-3,-29 4-213,0 0-403,11 0-9062,-1 0 1074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0.1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5234,'0'0'2023,"0"0"100,0 0-10,0 0-381,33 1-185,224 7 828,69-8-511,-202 0-9470,-186 8-163,23-1 4293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0.6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423 0 2673,'0'0'2081,"0"0"-512,0 0 61,0 0-253,0 0-486,-2 13 58,-5 88 1795,7-88-2338,1-1 0,0 0 0,1 0 0,0 1 0,1-1 0,0-1 0,1 1 1,3 7-407,23 44 922,-4 1 1,0 5-923,-17-41 85,-2 1 0,0-1 0,-2 2 0,-1-1 0,-1 0 0,-2 7-85,-1-36 0,1 7-15,-1 0 0,0 0 0,-1 0 0,1 1 0,-2-1 0,1 0 0,-1 0 0,0 0 15,1-4-38,-1 0 1,0 0 0,0-1-1,-1 1 1,1-1 0,0 1-1,-1-1 1,0 0 0,1 0-1,-1 0 1,0 0 0,0 0 0,0-1-1,0 1 1,0-1 0,0 0-1,-3 1 38,-53 16-178,-1-2-1,0-3 0,-1-2 0,0-3 1,0-3-1,-1-3 0,-13-2 179,150 1 849,-7 0-553,-1-2 0,54-9-296,201-51 2051,-309 60-2149,-8 1-9563,-2 0 3955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05:41.0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17 252 5330,'0'0'3471,"0"0"-2110,-3-27-483,-6-119-100,7 68 6629,1 143-7334,0-27 36,0 1 0,3 0 0,1 0 1,2 0-1,2-1 0,2 5-109,46 100 2601,-55-140-2662,0-3-241,0 0-650,-26 0-5454,5 0-808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08.7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1697 328 1217,'0'0'853,"0"0"-405,0 0 417,0 0-113,0 0-424,0 0-157,-7-22 2678,1 21-2578,1-1 0,0 1 0,1-1-1,-1 0 1,0-1 0,0 1 0,1-1-1,0 0 1,-1 0 0,1-1 0,0 1-1,0-1-270,-21-15 241,2 4-232,-1 1 0,-1 1 0,0 2 0,-1 0 1,0 2-1,-1 0 0,0 2 0,0 1 0,0 2 0,-1 0 0,0 2 0,-15 0-9,-49 0-76,37 0 121,-1 2 0,-27 5-45,47 1 3,1 2 1,0 1-1,0 1 1,1 2 0,-20 11-4,-55 29 11,2 5-11,74-39 35,16-9-47,0 1 1,1 1-1,0 1 1,1 0-1,0 0 1,1 2-1,1 0 1,0 0-1,1 2 1,0-1-1,2 1 1,-1 1-1,2 0 1,0 0-1,2 1 1,-1 0-1,2 1 1,1-1-1,-2 8 12,-4 10-45,-1-2 0,-2 1 0,-2-2 0,-1 0 0,-12 16 45,6-10-33,2 2 1,1 0-1,-3 15 33,10-9 82,2 1 0,2 0-1,1 8-81,-4 21 131,5-20-44,3-1 0,2 1-1,3 13-86,0-5 90,0-49-70,1 1 0,0 0 0,1 0 0,1-1 1,1 0-1,0 0 0,3 5-20,54 111 9,-49-107 1,1-1 2,0-1 0,2 0 0,0-2 0,2 0 0,0 0 0,1-2 1,1-1-1,1 0 0,0-1 0,2-1 0,0-2 0,6 4-12,46 20 17,0-2 1,2-4-1,31 6-17,-66-24-4,1-3 0,1-1-1,0-3 1,39 3 4,178-3-264,-224-7 175,6-3-9,0-1 1,-1-2 0,39-12 97,52-7-133,-102 20 124,-1-1-1,0-2 1,0-1 0,28-12 9,24-16-56,1-5 56,-13 6-128,56-19 128,-92 43 5,0-1 0,0-2 0,-2-2 0,0-1 0,-1-1 0,0-2 0,-2-1 0,-1-1 1,0-1-1,5-9-5,-10 8 52,-2-1 0,-1 0 0,-1-2 0,-1 0 0,10-24-52,-19 32 128,-1 0 1,-1-1-1,-1 0 1,0 0-1,-2-1 1,0 0-1,-2 1 1,0-1-1,-2-7-128,0-211 1428,0 232-1379,-1 0 1,0 1-1,-1-1 1,0 0-1,0 1 1,0-1-1,-1 1 1,0-1-1,-1 1 1,0 0-1,0 1 1,-1-3-50,-14-16 211,-1 0 1,-12-12-212,-19-24 223,-128-198 156,137 206-214,-3 2 1,-2 2-1,-2 2 1,-2 3-1,-29-18-165,38 25 47,0-3-1,-5-9-46,14 14 39,-1 1 1,-1 2-1,-25-16-39,39 33-4,-4-4-17,0 1 0,-2 1 1,0 1-1,0 2 0,-1 1 0,-1 1 0,-16-4 21,-32 4 166,76 12-118,1 0-8,0 0 40,0 0-8,0 0-51,0 0-26,0 0 8,0 0-25,0 0-2,0 0-53,0 0-155,0 0-112,0 0-195,0 0-339,0 0-741,0 10-3326,0-6 3657,0 18-3479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2.7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0 6947,'0'0'5859,"0"0"-4979,0 0-880,0 0 416,0 0-416,0 0 0,-23 0-1088,23 3-785,0 0-1905,-4-3-2769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3.5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 4834,'0'0'1972,"0"0"-457,0 0 638,0 0 403,0 0-686,-10 0-549,-17 0-828,16 0 9,12 0 1173,624 12 1860,-383-3-4474,-224-4 121,-17-4-3875,-2-1-4637,-22 0 5949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4.6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317 1 2721,'0'0'2148,"0"0"-521,0 0 481,0 0-107,0 0-544,-3 4-257,-1 2-925,1 1-1,1 0 1,-1-1-1,1 1 1,0 0-1,0 0 1,1 0-1,0 1 1,1-1 0,-1 2-275,0 88 1806,2-60-1257,-2 61 403,-1-21-315,3-1 0,3 0 0,11 49-637,-7-84 113,-1 0 0,-2 0 0,-2 0 0,-1 0 0,-5 33-113,3-68-10,-1-1-1,0 1 0,-1 0 0,1-1 1,-1 0-1,0 1 0,-1-1 1,1 0-1,-1 0 0,0 0 1,0 0-1,-1-1 0,1 1 0,-1-1 1,0 0-1,0 0 0,-1 0 1,1-1-1,-1 1 0,0-1 0,0 0 1,0-1-1,0 1 0,0-1 1,-1 0-1,1 0 0,-1 0 0,-4 0 11,-17 3-144,-1-1 0,0-1 0,0-2 0,0 0-1,-13-3 145,0 1-91,39 1 184,2 0 57,0 0-38,3 0-211,33-1 110,-1-3 0,1 0 0,-1-3 0,-1 0 0,1-3 0,-2 0 0,1-3 0,-1 0 0,-1-2 0,-1-2 0,0-1 0,-1-1 0,-1-1 0,-1-2 0,0-1 0,15-18-11,-33 30 42,-1 0 1,0 0-1,0-1 1,-2-1-1,1 1 1,-1-1-1,-1 0 1,0-1-1,-1 1 1,-1-1-1,0 0 1,-1-1-1,0 1 1,0-6-43,0 506 720,-2-475-605,1-10 212,2-21-88,-4-25-265,1-51-255,-4-1 1,-5 1 0,-5-16 280,6 74 152,2-1 0,1 1 0,2-15-152,2 53 34,0 0-23,0 0-43,31 30 44,0-1 1,2-1-1,2-2 0,0-1 0,38 19-12,-25-19-24,-24-14-97,0 1 0,-1 1 0,-1 1 0,0 1 0,12 12 121,-31-24-21,-1-1 0,1 1 0,-1-1 0,0 1-1,0 0 1,0 0 0,0 0 0,0 0 0,-1 0 0,1 0 0,-1 1 0,0-1 0,0 0 0,0 1 0,0-1 0,-1 1 0,1-1-1,-1 1 1,0-1 0,0 1 0,0-1 0,-1 1 0,1-1 0,-1 1 0,0-1 0,0 0 0,0 1 0,0-1 0,-1 0 0,1 0-1,-1 1 1,0-1 0,-1 1 21,-7 10 20,-1 1 0,-1-2 0,0 1 0,-1-2 0,-1 0 0,0 0-20,-1 2 5,-3 2 150,0 0 1,0-2-1,-2 0 1,1-1-1,-2-1 1,0 0-1,-14 4-155,7-15-847,22-4-8361,6-12-850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5.5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158 284 2289,'0'0'1534,"0"0"-149,0 0 360,0 0-134,0 0-363,-6-20 8955,5 12-10316,2 0 237,0 0 0,1 0-1,-1 0 1,2 1-1,-1-1 1,1 1 0,0-1-1,1 1 1,0 0-1,0 0 1,0 1-1,1-1 1,0 1 0,2-2-124,14-15 83,1 0 0,1 2 0,1 0-83,-17 15-13,-1 0 0,1 1 0,1 0 0,-1 0 1,1 0-1,0 1 0,0 0 0,0 1 0,1 0 0,-1 0 0,1 1 0,-1 0 0,1 0 1,0 1-1,0 0 0,0 0 0,0 1 0,1 1 13,-8 0-11,0 0 0,1 0 0,-1 0 0,0 0 0,0 1 0,0-1 0,0 1 0,0-1 0,0 1 0,0 0 0,0 0 0,-1 0 0,1 0 0,-1 0 0,0 0 0,1 0 0,-1 0 0,0 1 0,0-1 0,0 0 0,0 1 0,-1-1 0,1 1 0,-1 0 11,12 69-116,-11-63 106,2 21-54,-1 1-1,-2-1 0,-1 1 1,-3 18 64,2-33-1,-1-1 1,-1 0 0,-1 0-1,0 0 1,0 0 0,-2-1 0,0 0-1,-1 0 1,-8 11 0,-6 5 57,-1-1-1,-1-1 1,-24 20-57,32-33 31,0-1 0,-1-1 0,-1-1 0,1-1 0,-2 0 0,0-1 0,-9 3-31,21-10 20,-1-1 0,1 0 0,-1 0 0,0 0 0,0-1 0,0 0 0,0-1 0,0 1 0,0-2 0,0 1 0,0-1 0,-4-1-20,8 1 3,1 0 0,0 0 0,0 0 0,0 0 0,0 0-1,0-1 1,1 0 0,-1 1 0,0-1 0,1 0 0,-1 0-1,1 0 1,-1-1 0,1 1 0,0-1 0,0 1-1,0-1 1,1 0 0,-1 1 0,1-1 0,-1 0 0,1 0-1,0 0 1,0 0 0,0-1 0,0 1 0,1 0 0,-1 0-1,1 0 1,0-1-3,-1 0-19,1 1 1,0 0-1,0-1 0,0 1 0,0-1 0,0 1 0,0 0 0,1-1 1,0 1-1,0 0 0,0 0 0,0-1 0,0 1 0,1 0 0,-1 0 1,1 0-1,0 0 0,0 0 19,1 0-21,1 1-1,-1 0 1,1 0 0,-1 0-1,1 0 1,0 1 0,0-1-1,0 1 1,0 0 0,0 0 0,0 1-1,0-1 1,0 1 0,4 0 21,0-1-30,0 0 1,0 1 0,0 0-1,0 1 1,0 0 0,0 0-1,0 1 1,0 0 0,0 0-1,-1 1 1,1 0-1,6 3 30,1 4-19,0 0-1,-1 1 0,0 1 1,-1 0-1,3 4 20,4 4 3,0-1 0,2-1-1,0 0 1,1-2 0,14 7-3,-26-17 19,1-1-1,0 0 1,-1-1 0,1-1-1,1 0 1,-1 0-1,0-1 1,1 0 0,-1-1-1,1-1 1,-1 0-1,1-1 1,6-1-19,-10 0 38,-1 0 0,0-1-1,0 0 1,0 0 0,-1-1 0,1 1 0,-1-2 0,0 1-1,0-1 1,0 0 0,-1-1 0,1 1 0,-1-1 0,-1-1-1,1 1 1,-1-1 0,0 0-38,7-10-11,-1 0 0,-1-1 0,-1 0-1,0 0 1,-2-1 0,4-12 11,-2-22-827,-9 29-2993,0 16 1640,0 7-2892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6.0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0 107 5298,'0'0'3832,"0"0"-1223,0 0-216,0 0-344,0 0-883,6-1-622,108-8 1026,-7 1-587,-72 3-770,95-17-98,-129 22-200,0 0 0,0 0 0,-1 0 0,1 0 0,0 0-1,-1-1 1,1 1 0,0 0 0,-1 0 0,1-1 0,-1 1 0,1 0 0,0-1-1,-1 1 1,1-1 0,-1 1 0,1 0 0,-1-1 0,1 1 0,-1-1 0,1 0-1,-1 1 1,0-1 0,1 1 0,-1-1 0,0 0 0,1 1 0,-1-1 0,0 0 0,0 1-1,0-1 1,0 0 0,1 1 0,-1-1 0,0 0 0,0 1 0,0-1 0,-1 0-1,1 1 1,0-1 0,0 0 0,0 1 0,0-1 0,-1 0 0,1 1 0,0-1-1,0 0 1,-1 1 0,1-1 0,-1 1 0,1-1 0,0 1 0,-1-1 0,1 1-1,-1-1 1,1 1 0,-1-1 0,0 1 0,1-1 0,-1 1 0,1 0 0,-1 0-1,0-1 1,1 1 85,-39-13-3292,-11-5-4946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6.3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98 11013,'0'0'2737,"0"0"-960,0 0 400,0 0-1184,0 0-305,193 0 288,-104 0-255,-8 0-113,-13 0-208,-20 0-224,-18-6-160,-16 0-32,-4 0-80,-10-3-512,3-6-833,-3-10-1872,0-5-9845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7.5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6323,'0'0'2745,"0"0"-480,0 0 259,0 0-443,0 0-747,24 4-83,37 6-45,0-3 0,53-1-1206,-17-6 647,386-12-160,-487 12-9529,-16 0 3663,-18 0 2664,-29 0 3489,22 0 1331,44 0-515,1 0-3,0 0-53,-2 52 5158,-6 32-6692,2-32 1306,2 32-1306,4-30 267,6 337 1289,-5-275-1522,-2-114-51,1-1 0,0 0 0,-1 1 0,1-1 0,-1 0 0,1 0 0,-1 1 0,0-1 0,1 0 0,-1 0 0,0 0 0,0 0 0,0 0 0,0 0 0,0 0 0,0 0 0,0 0 0,0-1 0,0 1 0,-1 0 0,1-1 0,0 1 0,0-1 0,-1 1 0,1-1 0,0 0 0,-1 1 0,1-1 0,0 0 17,-47 7-377,40-6 300,-85 4-1430,-70-5 1507,56-1 728,106 1-442,1 0 2,0 0-176,10 0 18,289-13 861,4 1-941,-298 13-51,-1-1-1,0 0 1,0 0-1,0-1 1,1 1-1,-1-1 1,0 0-1,0 0 1,0 0 0,0-1-1,0 1 1,0-1-1,2-1 2,-1-35-8254,7 15-556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8.8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151 177 3602,'0'0'2182,"0"0"-240,0 0 94,0 0-305,0 0-455,-1-4 5341,7-20-6162,7 9-429,0 1-1,2 0 0,-1 1 1,2 1-1,0 0 1,0 1-1,1 1 1,0 0-1,1 2 1,0 0-1,4-1-25,-13 6-52,1 1 0,0-1 0,0 2 0,0-1-1,8 1 53,-16 1-13,1-1 0,-1 1 0,1 0 0,-1 0 0,1 1 0,-1-1 0,1 1 0,-1-1 0,1 1 0,-1 0 0,0 0 0,1 0 0,-1 0 0,0 0 0,0 0 0,0 1 0,0-1 0,0 1 0,0-1 0,0 1 0,0 0 0,0 0 0,-1 0 0,2 1 13,3 10-60,0 1 1,-1 0 0,0 0 0,-1 1 0,-1-1-1,0 1 1,-1 0 0,-1-1 0,0 12 59,-1-15-49,0 0 0,-1 0-1,-1 1 1,0-1 0,0-1 0,-1 1 0,0 0 0,-1-1 0,0 1 0,-1-1 0,0 0 0,-1 0-1,-1 2 50,-10 10-18,-1 1-1,-1-2 0,-1-1 0,-1 0 0,0-1 0,-2-2 0,0 0 0,0-1 0,-2-2 0,0 0 1,-1-2-1,-14 5 19,25-13 20,1-1 0,-1 0 0,1-1 0,-1-1 0,0 0 0,0-1 0,0-1 0,-9-2-20,22 3 2,1-1 1,0 1 0,-1-1-1,1 0 1,0 0 0,0 1-1,0-1 1,-1 0 0,1 0-1,0 0 1,0-1 0,0 1-1,1 0 1,-1 0 0,0 0-1,0-1 1,1 1 0,-1 0-1,0-1 1,1 1 0,-1-1-1,1 1 1,0 0 0,0-1-1,-1 1 1,1-1 0,0 1-1,0-1-2,0-53 47,1 38-40,-1 14-11,0 0 0,1-1 0,-1 1 0,1 0 0,-1 0 0,1 0 0,0 0 0,0 0 0,1 0 1,-1 0-1,0 0 0,1 0 0,0 1 0,0-1 0,-1 1 0,2-1 0,-1 1 0,1-2 4,2 0 0,0 1-1,0-1 1,0 1 0,1 0-1,-1 0 1,1 1 0,0-1-1,-1 1 1,5-1 0,9-1 11,-1 1 0,1 0 0,0 2 0,0 0 0,0 1 0,0 0-11,-13 1 0,0 0 1,1 1-1,-1-1 1,0 1-1,0 1 1,0-1-1,0 1 1,0 0 0,-1 0-1,1 0 1,-1 1-1,2 2 0,64 58 0,-30-25-1,-32-33 23,-1 1 0,1-2 1,1 1-1,-1-1 0,1 0 0,0-1 0,0 0 1,0-1-1,0 0 0,1-1 0,-1 0 0,10 1-22,-11-3 28,-1 1 0,1-1 0,-1 0 0,1-1 0,-1 0 0,1-1-1,-1 1 1,0-2 0,0 1 0,0-1 0,0 0 0,0-1 0,-1 0 0,1 0 0,-1 0-1,1-2-27,10-8 282,-2-2-1,0 1 0,12-16-281,-22 24 160,-1 0 0,1 0 0,-1-1 0,-1 1 0,0-1 0,0 0 0,0-1 0,-1 1 0,0-1 0,1-6-160,-3-3-39,-1 13-4326,0-4-3714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39.8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43 6787,'0'0'2359,"0"0"-247,0 0 247,0 0-470,0 0-398,0 0-266,-17 0 1221,495-3-979,-477 3-1344,-1 0 69,0 0 88,0 0-45,0 0-51,0 0-58,0 0-22,0 0-40,0 0-51,0 0-53,0 0-21,0 0-38,0 0-146,0 0-97,0 0-202,0 0-433,0-4-1571,4-12-4495,16-4-496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0.4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16 6067,'0'0'2057,"0"0"192,0 0 440,0 0-784,0 0-694,-3 0 233,11 0-1124,269 21 2718,-136-19-2890,1-6 0,129-21-148,-209 16-1483,-60 8 752,-2 1-35,0 0-306,0 0-526,-7 0-2267,-12 0 2348,17 0 616,-28 0-4008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1.1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438 1 4898,'0'0'1494,"0"0"-483,0 0 513,0 0-361,0 0-424,-4 20 184,-4 21 121,1 0 0,3 0 0,0 25-1044,3-22 483,2 0 0,2 0 0,2 0 0,1 0 0,7 16-483,3-3 17,-2 1 1,-2 1-1,-3 0 1,-3 0 0,-2 17-18,-4-74-26,-1 0 0,1 0 1,-1 0-1,0 0 1,1 0-1,-1 0 0,0 0 1,0 0-1,-1 0 0,1-1 1,0 1-1,0-1 1,-1 1-1,1-1 0,-1 1 1,0-1-1,1 0 1,-1 1-1,0-1 0,0 0 1,0 0-1,1-1 0,-2 2 26,-52 18-250,49-18 193,-41 9 16,1-3 0,-1-1 0,0-3 0,-1-2 0,1-1 0,-9-3 41,-12 1 1023,67 1-493,1 0-4,0 0-59,20 0-70,-1 0-220,247-2 1434,47-14-1611,-283 14 38,-17 2 132,0-1 0,0-1 0,-1 0 0,5-1-170,-14 1 16,-2 1-64,-1 1-38,0 0-183,0 0-353,0 0-714,5-3-4341,9-2 2092,-12 4 2047,14-5-4449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1.5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4 340 6531,'0'0'2020,"0"0"-702,0 0 146,0 0-522,0-29-675,0-196 848,0 140 3941,0 85-4456,0 0-245,0 0-209,0 3-106,-1 119 581,-1-9 1312,8 63-1933,-5-170-393,1 16 1728,1-13-7298,-8-14-443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2.5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55 11829,'0'0'1713,"0"0"48,0 0-46,0 0-949,0 0-414,44 2 24,18 0-225,189 3 336,-207-7-255,-1-2 0,0-1 0,36-11-232,-75 12-4103,-11-1 2066,-14-2-547,-17-2-1972,-7-3-809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3.3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1 187 5170,'0'0'2900,"0"0"-613,0 0-214,0 0-609,0 0-786,9 0-425,98 1 882,-11 2 1183,74-9-2318,-164 6 23,0-1 0,0 1 0,0-1 0,0 0 0,0-1 0,-1 0 0,1 0-1,0 0 1,-1 0 0,1-1 0,-1 0 0,0 0 0,0-1 0,0 1 0,0-1 0,0 0 0,-1 0 0,1-2-23,12 53 512,-7 5-313,-2 1 0,-3 1-199,1 4 790,10 35-790,-40-196 494,5 0 1,5-1-1,-1-80-494,15 183 19,0 1-30,0 0 0,0 0 30,6 1 18,1 0 0,-1 1 1,0 0-1,0 0 0,0 0 0,0 0 1,0 1-1,-1 0 0,6 4-37,6 2 87,0 0-44,287 150-110,-293-153 22,0 1 1,0 1-1,-1-1 1,0 2 0,0-1-1,-1 2 1,1 0 44,-7-6-48,-1-1 0,1 0 1,-1 1-1,1 0 0,-1-1 0,0 1 1,-1 0-1,1 0 0,0 0 0,-1 0 1,0 0-1,0 1 0,-1-1 1,1 0-1,-1 0 0,0 1 0,0-1 1,0 0-1,0 0 0,-1 1 0,0-1 1,0 0-1,0 1 48,-1-1-32,-1 0 0,1 0 0,-1-1 0,0 1 0,0-1 0,0 1 0,0-1 0,0 0-1,-1-1 1,0 1 0,1-1 0,-1 1 0,0-1 0,0 0 0,0 0 0,-3 0 32,-76 26-156,71-24 139,-85 22 1190,-1-4-1,-11-3-1172,107-19-167,-2 1 627,2-2-4688,2 1-1169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5.2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1 1553,'0'0'7016,"0"0"-4524,0 0-211,0 0-75,0 0-850,-6 3-663,-16 9-92,16-9-177,9-3-19,63-2 1095,-18 0-899,0 3 0,7 2-601,-43-2 4,1 0-1,-1 1 1,0 1 0,1 0 0,-1 1 0,-1 0 0,1 1 0,-1 0-1,0 1 1,5 3-4,-12-5-19,1 0-1,-1 0 1,0 1-1,0-1 1,0 1-1,-1 0 0,1 0 1,-1 0-1,0 0 1,-1 1-1,1-1 1,-1 1-1,-1-1 1,1 1-1,-1 0 1,1 0-1,-2 0 1,1 0-1,-1 0 0,0 0 1,0 2 19,0 2-20,-1 0 1,0 1 0,0-1-1,-1 0 1,-1 0-1,0 0 1,0 0-1,-1 0 1,0-1-1,0 1 1,-5 6 19,-3 0-26,0 0 1,0 0-1,-2-1 1,0-1-1,-1 0 1,-7 5 25,14-13-15,0 0 1,-1-1-1,1 0 1,-1 0-1,0 0 1,-1-1-1,1-1 1,-1 0-1,1 0 1,-1-1 0,0 0-1,0-1 1,-10 1 14,47-9-288,-7-1 250,8 4 37,0 0 0,0 2 0,0 1 0,1 2 1,-1 0-1,24 5 1,-43-3-18,1-1 1,-1 2-1,1-1 1,-1 1-1,0 1 0,-1-1 1,1 2-1,-1-1 1,0 1-1,0 0 1,-1 1-1,1 0 1,-1 0-1,-1 1 1,6 7 17,-8-10 7,0 1 1,-1 0-1,0 0 1,0-1-1,0 2 1,0-1-1,-1 0 1,0 0-1,-1 1 1,0-1-1,1 1 1,-2 0-1,1-1 1,-1 1-1,0 0 1,-1-1-1,1 1 1,-1-1-1,-1 1 1,1-1-1,-1 1 1,0-1-1,-1 0 1,-1 3-8,-1-1 87,0-1-1,0 0 1,-1 0-1,0 0 1,-1-1-1,0 0 1,0 0-1,0 0 1,0-1-1,-1 0 1,0-1 0,0 0-1,0 0 1,-1-1-1,-1 1-86,-21 7 410,0-2-1,0-1 0,-19 2-409,21-2 1330,18-3-2817,13-3-8523,21-2 2401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5.5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0 8084,'0'0'3297,"0"0"-2480,0 0 2112,0 0-1008,0 0-1025,0 190-223,0-150-273,0-4-304,0-8-96,-7-7-368,7-9-1169,0-9-1440,0-3-2914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6.2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66 6531,'0'0'1697,"0"0"-227,0 0 595,0 0-579,0 0-494,0-1-600,-1 1 0,0-1-1,1 0 1,-1 1 0,0-1 0,1 0-1,-1 0 1,1 1 0,-1-1 0,1 0-1,0 0 1,-1 0 0,1 0-1,0 1 1,-1-1 0,1 0 0,0 0-1,0 0-391,4-2 62,0 0 0,0 0-1,1 0 1,-1 1 0,1 0-1,0 0 1,-1 1 0,1-1-1,0 1 1,3-1-62,7-2 58,17-3-17,0 1-1,1 1 1,-1 2 0,1 2-1,29 2-40,-35-1 5,-24-1-11,0 1 0,0 0 0,0 0-1,1 0 1,-1 1 0,0-1 0,0 1-1,0 0 1,1-1 0,-1 1-1,0 1 1,0-1 0,0 0 0,-1 1-1,1 0 1,0-1 0,0 1-1,-1 0 1,1 0 0,-1 1 0,0-1-1,0 0 1,1 2 6,-1 1-25,1 1 1,-1 0-1,0 0 0,0 0 1,-1 0-1,0 0 0,0 0 0,-1 0 1,1 1-1,-1-1 0,-1 4 25,1-1-34,-1 0 0,-1 0 0,1 0 0,-1-1-1,-1 1 1,0 0 0,0-1 0,0 1 0,-1-1 0,-1 0-1,1-1 1,-1 1 0,-1-1 0,1 1 0,-1-2-1,0 1 1,-5 3 34,4-3-37,-1-1-1,0 0 1,0 0-1,0 0 0,-1-1 1,0-1-1,0 1 1,0-2-1,0 1 1,-1-1-1,1 0 0,-1-1 1,0 0-1,0-1 1,-9 0 37,17-1 61,5-2-54,0 0 1,1 1-1,-1-1 0,0 0 0,1 1 0,-1 0 1,1-1-1,-1 2 0,1-1 0,-1 0 0,1 1 1,0-1-1,3 1-7,58 0-75,-40 1 99,-16-1-24,0 0 1,0 1-1,0 0 1,0 0-1,0 1 0,0 0 1,-1 0-1,1 1 1,-1 1-1,0-1 0,0 1 1,0 0-1,3 3 0,-6-3-5,1 1-1,-1 0 0,0 0 1,0 1-1,-1-1 0,0 1 1,0 0-1,0 0 0,0 0 1,-1 1-1,0-1 0,0 1 1,-1 0-1,0 0 0,0 0 1,-1 0-1,0 1 6,1 1 34,0 1 0,-1-1 0,0 0 0,-1 0 0,0 1 0,0-1 0,-1 0 0,-1 0 0,1 1 0,-1-1 0,-1 0 0,0 0-34,1-4 68,-1 0-1,1-1 1,-1 0 0,0 1-1,-1-1 1,1-1 0,-1 1-1,1 0 1,-1-1 0,0 0-1,0 0 1,-1 0 0,1 0-1,-1-1 1,1 1 0,-1-1 0,0 0-1,0-1 1,0 1 0,0-1-1,0 0 1,-3 0-68,-7 2 141,-1-1 0,1 0 0,0-1 0,-1-1 0,0-1 0,1 0 0,0-1 0,-1 0 1,1-1-1,0-1 0,0-1 0,1 0 0,-1-1 0,1 0 0,0-1 0,0-1-141,12 7 37,-3 0-2144,3-3-5017,2-2-1373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8.2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 5346,'0'0'4571,"0"0"-2453,0 0 390,0 0-673,0 0-319,-1 34-145,-4 113-280,5-108-751,1 0 0,2 0 0,1 0 1,3-1-1,1 0 0,1 0 0,2-1 0,6 11-340,-15-43 8,-2-4-9,0 0 0,0 0 0,1 0 0,-1 0 0,0 0 0,0 0 0,1 0 0,-1 0 1,1 0-1,-1 0 0,1 0 0,-1 0 0,1 0 0,0-1 0,-1 1 0,1 0 0,0 0 0,0-1 0,-1 1 0,1 0 0,0-1 0,0 1 0,0-1 0,0 1 0,0-1 1,-1 0-72,0 0-29,0-13-281,-2-52-500,-7-29 882,2 27-22,2-32 22,5 96-7,0 0 0,0 1 0,0-1 0,0 0 0,1 1 1,0-1-1,-1 0 0,1 1 0,0-1 0,0 1 0,0-1 0,1 1 0,-1-1 0,1 1 1,-1 0-1,1 0 0,0 0 0,-1 0 0,1 0 0,0 0 0,1 0 0,-1 1 0,0-1 1,0 1-1,1-1 0,-1 1 0,1 0 0,-1 0 0,1 0 0,-1 0 0,3 0 7,9-2-17,0 1-1,0 1 0,0 0 1,0 0-1,12 2 18,-3 0 0,-17-1-5,0 1-1,0 0 0,0 0 0,0 1 0,0 0 0,0 0 0,0 0 0,-1 1 0,1-1 1,-1 2-1,0-1 0,0 0 0,0 1 0,0 0 0,-1 0 0,1 0 0,-1 1 0,0 0 0,0 0 1,-1 0-1,1 0 0,-1 0 0,0 1 0,-1-1 0,1 1 6,3 9-40,1-1 0,-2 1-1,0 1 1,-1-1 0,-1 1 0,0-1-1,-1 1 1,-1 0 0,0 3 40,0-62-1579,0 25 1644,1-1 1,0 0 0,4-10-66,-2 14-5,1-1-1,1 2 1,0-1 0,1 1-1,1 0 1,0 0 0,1 1-1,9-12 6,-13 20 8,0-1 0,0 2 0,0-1-1,1 1 1,0-1 0,0 2 0,0-1-1,0 0 1,0 1 0,1 1 0,-1-1-1,1 1 1,0 0 0,0 0-1,-1 1 1,1 0 0,1 0 0,-1 1-1,0-1 1,0 2 0,1-1-8,-3 1 3,-1 0 0,0 1 0,0-1-1,0 1 1,0 0 0,0 0 0,0 0 0,0 0 0,-1 1 0,1-1 0,-1 1 0,0 0-1,1 0 1,-2 0 0,1 1 0,0-1 0,0 1 0,-1 0 0,0-1 0,0 1 0,0 0-1,0 2-2,8 15 52,-2 0-1,0 1 0,2 16-51,-9-33 12,17 72 480,-1 16-492,6 31 1512,-11-166-9382,1 6-612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8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9957,'0'0'4185,"0"0"-2490,0 0 671,0 0-904,3 4-1064,1-1-375,0 1 1,1-1 0,-1 0 0,1 0 0,-1-1 0,1 0-1,0 1 1,0-2 0,0 1 0,0 0 0,0-1 0,0 0-1,1 0 1,-1-1 0,0 0 0,1 1-24,104-2 601,-63-1-330,14 2 954,-40 0-1932,-37 0-6315,12 0-1371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49.8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3 135 8196,'0'0'1702,"0"0"-131,0 0 331,0 0-952,0 0-406,-1 30 241,0 18-443,0 115 959,2-144-1100,1-1 0,1 1 0,0-1 0,1 0-1,1 0 1,1-1 0,1 1 0,6 10-201,-10-21 35,0 0 0,0-1 0,1 1 0,0-1 0,1 0 0,-1 0 0,1-1 0,1 1 0,-1-1 0,0 0 0,1 0 0,0-1 0,0 0 0,1 0 0,-1 0 0,1-1 0,0 0 0,0 0 0,0-1 0,0 0 0,0 0 0,6 0-35,-1 0 23,1-2 0,-1 1-1,1-2 1,0 1 0,-1-2-1,1 0 1,5-2-23,-11 2-11,0-1 0,0 0-1,0 0 1,0-1 0,0 0 0,-1 0 0,1-1-1,-1 0 1,-1 0 0,1 0 0,0 0-1,1-4 12,2-3-19,0-1 1,-1 0-1,0 0 0,-1-1 0,0 0 0,-1 0 0,-1 0 0,0-1 0,-1 0 1,-1 0-1,0 0 0,-1 0 0,-1 0 0,0-1 0,-1 1 0,-1-1 0,0 1 1,-1 0-1,-1 0 0,0 0 0,-1 0 0,-1 0 0,0 1 0,-1-1 0,0 1 0,-5-6 19,5 11 15,-55-84 249,54 83-155,-1 1 1,0 0 0,-1 0-1,0 0 1,0 1 0,-1 0-1,-8-5-109,14 11 26,0 0 1,1 0-1,-1 0 0,0 1 0,0-1 0,0 1 1,0 0-1,0 0 0,0 0 0,0 1 0,0-1 1,0 1-1,-1 0 0,1 0 0,0 1 0,0-1 0,0 1 1,0 0-1,0 0 0,0 0 0,0 0 0,0 1 1,0 0-1,1 0 0,-1 0 0,0 0 0,1 0 1,0 1-1,-1 0 0,1-1 0,0 1 0,1 0 0,-1 1 1,0-1-1,1 0 0,0 1 0,0-1 0,-1 2-26,-4 10 45,0 0 0,1 1-1,1-1 1,0 1 0,1 0-1,1 1 1,0 4-45,-1 24-1169,1 1 0,3 3 1169,0-45-347,0-1-1,0 1 0,0-1 0,1 1 0,-1 0 0,1-1 0,0 1 0,0-1 0,0 1 0,0-1 0,0 1 0,1-1 0,0 0 0,0 0 0,0 0 0,0 0 0,0 0 0,0 0 0,2 1 348,26 19-6413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0.2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0 10533,'0'0'816,"0"0"1681,0 0 16,0 0-1888,-7 159-81,7-125-64,0-7-336,0 1-144,0-10-80,0 0-560,0-2-881,0-10-1360,4-6-2385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0.7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5 227 8852,'0'0'1326,"0"0"283,0 0 400,0 0-1036,0 0-490,-1-11-152,-1 5-205,1 0 0,1-1 0,-1 1 0,1 0 0,0 0 0,1 0 1,-1 0-1,1-1 0,0 1 0,1 0 0,0 0 0,-1 0 0,2 1 0,-1-1 0,1 0 0,0 1 0,0 0 0,0 0 0,1 0 0,4-5-126,1 2 143,0 0 0,1 0 0,-1 1 1,2 0-1,-1 1 0,1 0 0,0 1 0,0 0 0,0 1 0,1 0 0,-1 1 0,12-2-143,13-1 63,1 2-1,-1 2 1,24 1-63,-55 2-11,1-1 0,-1 1-1,1 0 1,-1 0 0,1 0-1,-1 1 1,0 0 0,0 0-1,0 0 1,0 1 0,0-1-1,0 1 1,-1 0 0,1 1 0,-1-1-1,0 1 1,0 0 0,0 0-1,0 0 1,-1 0 0,0 1-1,0 0 1,0-1 0,0 1 0,-1 0-1,0 0 1,0 1 0,0-1-1,0 4 12,3 8-24,-1-1 0,-1 1 0,-1 0 0,0 0 0,-1 1 0,-1-1 0,-1 0 0,0 0 0,-1 2 24,-2-6 5,1-1-1,-1 0 1,-1 0 0,0-1-1,-1 1 1,0-1-1,0 0 1,-2-1 0,1 0-1,-1 0 1,0 0 0,-1-1-1,-5 4-4,-24 21 78,-1-2 0,-30 18-78,10-10 112,26-19 152,1 2 0,1 1 0,-13 14-264,43-37 35,0 0-1,0 0 0,0 0 0,0 0 1,0 0-1,0 0 0,1 0 0,-1 0 0,0 0 1,0 1-1,1-1 0,-1 0 0,1 0 1,-1 1-1,1-1 0,0 0 0,0 1 0,-1-1-34,1 0 8,1 0 0,-1-1-1,0 1 1,0 0-1,1-1 1,-1 1-1,1-1 1,-1 1-1,0-1 1,1 1 0,-1-1-1,1 1 1,-1-1-1,1 1 1,-1-1-1,1 0 1,-1 1-1,1-1 1,0 0-1,-1 1 1,1-1 0,-1 0-1,1 0 1,0 0-1,0 1-7,52 3 228,-44-4-49,60 1 710,-30 1-617,0-2 0,0-2 0,-1-1 0,1-1 0,-1-3 0,4-2-272,10-19-9303,-28 16 3124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1.1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1 324 11477,'0'0'187,"0"0"488,0-31 360,-1 1-857,2-185 364,-1 168 4578,0 46-3711,0 1-518,0 0-379,0 3-256,5 121 1105,9 31-1361,-2-30 1328,-5 33-1328,-5-145-2455,0 4-5281,1-22-385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2.0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0 4994,'0'0'4645,"0"0"-2879,0 0 553,0 0-390,0 0-1068,-2 6-517,1 1-214,0 0 0,0 0 0,1 0 0,-1 0 0,2-1 0,-1 1 0,1 0 0,0 0 0,1 3-130,21 71 1382,-5-20-671,-11-30-464,8 37 554,-12-61-623,-1-9-40,-2-36-40,-4-7-56,1 31 8,2-1-1,0 1 1,1-1-1,0 1 1,1 0-1,2-15-49,-1 26-3,-1 1 0,0-1 1,1 1-1,-1-1 0,1 1 0,0-1 0,-1 1 0,1 0 0,0 0 1,1 0-1,-1 0 0,0 0 0,1 1 0,-1-1 0,0 1 1,1-1-1,0 1 0,-1 0 0,1 0 0,0 0 0,0 0 0,-1 1 1,1-1-1,0 1 0,0 0 0,0 0 0,0 0 0,0 0 1,0 0-1,0 0 0,-1 1 0,3 0 3,0-1-7,1 1 1,-1 0 0,1 0-1,-1 0 1,0 1-1,1 0 1,-1 0-1,0 0 1,0 0-1,0 1 1,-1 0-1,1 0 1,0 0-1,-1 1 1,0 0-1,3 2 7,-2 4-85,1-1-1,-1 1 0,-1 0 1,0 0-1,-1 0 1,0 1-1,0-1 0,-1 1 1,0 0-1,-1-1 1,0 11 85,-1-20-462,0-1-40,0 0 22,0 0 64,0-13-38,1 2 399,0 0 0,0 0-1,1 0 1,1 0 0,0 1-1,0-1 1,1 1-1,1-1 1,0 1 0,0 1-1,1-1 1,0 1-1,0 0 1,1 0 0,4-3 55,-4 4 69,-1 1 0,1 1 0,1-1 1,-1 1-1,1 0 0,0 1 1,1 0-1,-1 1 0,1-1 0,0 1 1,0 1-1,0 0 0,1 0 0,-1 1 1,1 0-1,-1 1 0,10-1-69,-12 2-7,-1 0 1,1 0-1,-1 0 0,1 1 0,-1 0 0,1 0 0,-1 1 0,0 0 0,1 0 0,-1 1 1,0-1-1,3 3 7,-5-1-5,0-1 0,0 1 1,0 0-1,0 0 1,-1 1-1,0-1 0,0 1 1,0-1-1,0 1 0,-1 0 1,0 0-1,0 0 0,0 0 1,-1 1-1,1 2 5,3 15 155,-2 0 0,0 1 0,-1-1 0,-2 1-1,-1 14-154,0 1 1523,1-38-1005,0-1-81,0 0-50,0 0-21,0 0-174,0 0-104,0 0-200,0 0-614,-28 0-4089,-5 0 18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3.0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1 128 7171,'0'0'2428,"0"0"-318,0 0 331,0 0-632,0 0-712,41-1-51,-20 1-887,66-3 744,-1-3 1,59-13-904,-17-4 725,281-47 535,-393 66-2504,-29 3-3389,-15 1-474,17 1 4779,-35 9-4250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4.0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289 1 7027,'0'0'1865,"0"0"96,0 0-64,1 26-395,-1 5-1074,-1-9-94,1 0 1,1 0 0,2 0-1,0-1 1,1 1 0,3 7-335,38 107 1947,-29-92-1250,-1 1 1,-2 0-1,3 27-697,-15-63 15,1 0 0,-1-1 1,-1 1-1,0 0 0,0-1 0,0 1 0,-1 0 1,0 0-1,-2 3-15,1-8-35,1 0 1,-1 0-1,0-1 0,-1 0 1,1 1-1,0-1 1,-1 0-1,0 0 0,0 0 1,0 0-1,0-1 1,0 1-1,0-1 0,-1 0 1,1 0-1,-1 0 1,0 0-1,1-1 0,-1 1 1,0-1-1,-2 0 35,-31 8-301,0-2 0,0-1 0,-1-2 0,0-2 0,0-1 0,-19-3 301,-3 1 286,59 1 68,1 0 17,5 0-283,23 0-59,-1 1 45,1 0 1,0-2 0,-1-2 0,0 0 0,1-2 0,-1-1-1,-1-1 1,5-2-75,11-10-14,0-2-1,-1-1 1,-1-2-1,-2-2 0,0-2 1,-2-1-1,-1-2 1,-1-1-1,-2-2 1,-2-1-1,5-8 15,-17 22 32,-18 21 64,1 11 35,5 81 86,0 0 742,4 0-1,5 7-958,-9-81-280,-5-35 74,-2-34-116,-3 21 156,-1 1 0,-2-1-1,0 1 1,-2 0 0,-6-11 166,-12-41-223,11 37 202,11 34 163,1-1 0,0 0 1,1 1-1,0-1 0,1-1 0,0 1 0,0-7-142,25 28 2,27 11 125,1-3-1,0-2 1,8-1-127,11 4 22,29 14-22,-79-25-27,1 0 0,-2 2 0,1 1 0,-1 0 0,-1 1 1,13 12 26,-27-21-13,-1 0 0,1 0 1,-1 1-1,0-1 0,0 1 1,0-1-1,0 1 0,-1 0 1,1 1-1,-1-1 1,0 0-1,0 0 0,-1 1 1,0-1-1,1 1 0,-1 0 1,-1-1-1,1 1 0,-1 0 1,0-1-1,0 1 1,0 0-1,0 0 13,-2 0 14,1 1 0,0-1 1,-1 0-1,0 0 0,-1 0 0,1 0 0,-1 0 1,0 0-1,0 0 0,0-1 0,-1 0 1,0 0-1,1 0 0,-2 0 0,1 0 0,0-1 1,-1 1-1,-3 1-14,-32 19 462,-1-1 0,-42 16-462,63-31 59,0-1 1,0-1-1,-1-1 0,1 0 1,-1-2-1,0 0 0,-16-1-59,36-2-1299,1 0 1082,0-1-3892,5-5 151,24-18-4462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4.8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205 152 6371,'0'0'2388,"0"0"-668,0 0 257,0 0-616,0 0-731,0 0-134,0 0 181,0 0 191,2-13 1020,3 6-1681,0-1-1,1 1 0,-1 0 0,1 1 0,0-1 0,1 1 0,0 0 1,0 1-1,4-3-206,7-4 251,1 0 0,0 2 1,8-3-252,-15 8 25,1 0 0,0 2 0,0-1 0,0 2 0,1 0 0,-1 0 0,1 1 0,-1 1 0,1 0 0,6 2-25,-16-1-1,-1 0 0,0 0 0,0 0 0,0 1 0,0-1 0,0 1 0,0 0 0,0 0 0,0 0 0,-1 0 0,1 0 0,-1 1 0,1-1 0,-1 1 0,0 0 0,0-1 0,0 1 0,0 0 0,-1 0 0,1 0 0,-1 1 0,0-1 0,0 0 0,0 1 1,5 13 3,-1 0-1,0 0 1,-2 0 0,1 2-3,-2-3 40,0-1 0,-1 0-1,0 0 1,-1 1 0,-1-1-1,-1 0 1,0 0 0,-3 12-40,1-16 34,0-1 0,0 1 0,-1-1 0,0 0 0,-1 0-1,0 0 1,0-1 0,-1 0 0,-1 0 0,0 0 0,-7 6-34,-9 7 33,-1-2-1,-1 0 1,0-2 0,-1 0-1,-27 11-32,35-20 57,-1-1-1,0 0 1,0-2-1,-1 0 1,0-2 0,0 0-1,0-1 1,0-1-1,-8-1-56,15-1 16,6 1-13,1-1 0,0 0 1,-1-1-1,1 0 0,0 0 0,0 0 0,-5-2-3,10 2-11,-1 0-1,1-1 1,1 1 0,-1 0-1,0-1 1,0 1 0,0-1 0,1 1-1,-1-1 1,1 0 0,-1 0-1,1 1 1,0-1 0,-1 0-1,1 0 1,0-1 0,1 1 0,-1 0-1,0 0 1,0 0 0,1-1-1,0 1 1,-1 0 0,1 0 0,0-1-1,0-1 12,-1 0-36,1 0 0,0 0 1,0 0-1,0 0 0,0 0 0,1 0 0,-1 0 0,1 0 0,0 0 0,1 0 0,-1 0 1,0 0-1,1 0 0,0 1 0,0-1 0,0 1 0,2-3 36,0 3-8,0-1 0,1 1-1,-1-1 1,1 2 0,-1-1-1,1 0 1,0 1 0,0 0-1,0 0 1,1 0 0,-1 1 0,5-1 8,9-2 2,-1 1 0,0 0 1,0 2-1,1 0 1,1 1-3,-12 0-18,0 1 0,0 0-1,1 0 1,-1 0 0,0 1 0,0 0 0,0 1 0,0 0 0,-1 0-1,1 1 1,-1 0 0,2 1 18,60 55-82,-48-39 179,2-2 1,18 13-98,-33-27 55,0 0 0,0 0-1,1-1 1,0 0 0,-1 0 0,1-1 0,1 0 0,-1-1 0,0 0 0,6 0-55,3-1 127,-1 0 1,1-2-1,-1 0 1,1-1-1,-1-1 1,0 0-1,0-1 0,0-1 1,-1-1-1,6-2-127,-11 3-22,1-1-1,-1 0 0,0 0 0,0-1 0,-1-1 0,0 0 1,0 0-1,-1-1 0,0 0 0,0 0 0,-1-1 1,-1 0-1,1-1 0,2-6 23,-8 12-122,0 0 1,0 0-1,-1 0 1,0 0-1,0-1 1,0 1-1,0-4 122,-3-14-2453,-9 8-4344,-2 9-1124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5.4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71 2625,'0'0'4255,"0"0"-1723,0 0 675,0 0-406,0 0-746,-6 0 144,4 0-1989,4 0 996,36 0-1026,34 2 434,0-4 1,-1-3 0,0-3-1,30-9-614,8-11-1272,-113 27-3791,-70-9-4193,15 9 1775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5.7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9156,'0'0'4079,"0"0"-1851,0 0 216,0 0-467,0 0-1204,16 2-284,130 10 1485,40-5-1974,-67-7 232,-118-1-308,-10-4-9460,8 5 1222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7.5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10 129 10485,'0'0'712,"0"0"225,0 0 786,0 0-779,0 0-703,-7-14 582,4 6 4167,10 4-4867,-1 1-1,1-1 1,0 1-1,0 1 1,0-1 0,0 1-1,6-1-122,15-6 185,13-6-119,1 1 1,0 2-1,0 2 0,1 2 1,0 1-1,1 3 0,12 1-66,-55 3-9,0 0-1,0 0 0,-1 0 1,1 0-1,0 0 1,0 0-1,-1 1 1,1-1-1,0 0 0,-1 0 1,1 1-1,0-1 1,-1 1-1,1-1 0,0 0 1,-1 1-1,1-1 1,-1 1-1,1 0 0,-1-1 1,1 1-1,-1-1 1,1 1-1,-1 0 0,1-1 1,-1 1-1,0 0 1,1-1-1,-1 1 0,0 0 1,0 0-1,0 0 10,2 26-157,-2-19 101,-1 2 25,-1-1 0,1 0-1,-1 1 1,-1-1 0,1 0 0,-2 0-1,1-1 1,-1 1 0,-1-1 0,1 1-1,-2-2 1,1 1 0,-1 0 0,0-1-1,0 0 1,-1 0 0,0-1 0,0 0 31,-13 11-31,-1-1 1,-1-1 0,0-1-1,0-1 1,-1-1 0,-3 0 30,19-8 25,-1-2 1,0 1 0,1-1 0,-1 0 0,0-1-1,0 0 1,0 0 0,0 0 0,-4-1-26,11 0 34,3-8 84,0 5-113,0 0 0,0 0 1,0 1-1,0-1 0,1 1 0,-1 0 1,1-1-1,-1 1 0,1 0 0,0 1 1,0-1-1,0 0 0,0 1 0,0 0 1,0-1-1,1 1-5,57-15 73,-26 11 13,1 1-1,-1 2 0,1 2 1,33 4-86,-61-4 0,0 1 0,0 0-1,-1 1 1,1 0 0,0 0 0,-1 1 0,1-1 0,-1 2 0,0-1 0,0 1 0,0 0 0,-1 0 0,1 1-1,-1 0 1,0 0 0,0 1 0,-1-1 0,0 1 0,0 0 0,1 2 0,1 3-3,-1 0-1,-1 0 1,0 0-1,0 1 1,-1-1-1,-1 1 1,0 0 0,0 0-1,-1 1 1,-1-1-1,0 0 1,-1 10 3,1-9 30,-2-1 1,0 1-1,0-1 1,-1 1-1,0-1 0,-1 0 1,-1 0-1,-1 3-30,3-11 28,0 1-1,0-1 1,-1 0-1,0 0 1,0 0-1,0 0 1,0 0-1,0-1 1,-1 1-1,0-1 1,0 0-1,1 0 1,-2 0-1,1 0 1,0-1-1,-1 0 1,1 0-1,-1 0 1,1 0-1,-1-1 1,0 0-1,-3 1-27,-13 1 136,1 0-1,-1-1 1,0-1-1,1-2 0,-1 1 1,0-2-1,1-1 1,-1-1-1,1 0 0,0-2 1,0 0-1,-6-4-135,15 5-136,3 1-121,-1 1 0,1-1 0,-1 1 0,1 1-1,-1 0 1,0 0 0,0 0 0,-1 1 257,10 5-4264,0 8 23,0-3-5278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7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1 9156,'0'0'1649,"0"0"-352,0 0 1216,0 0-1793,0 0-400,0 0 705,-6 159 159,6-110-207,0-6 15,0-7-320,0-8-223,0-4-337,-4-6-112,1-2-208,0-4-641,-1-12-1360,4 0-1296,0 0-3907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8.6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65 165 5683,'0'0'1003,"0"0"365,0 0 172,0 0-684,0 0-432,-4-3-32,-11-9 139,11 9 358,2 6 183,-5 12-520,1 1-1,0 0 1,1 1-1,1-1 0,0 1 1,1 0-1,1 0 1,1 0-1,1 0-551,-1 49 1704,5 44-1704,-3-102 13,1 0 0,-1 1 0,1-1 0,1 0-1,0 0 1,0-1 0,0 1 0,1-1 0,0 1-1,0-1 1,1 0 0,0-1 0,0 1 0,1-1-1,-1 0 1,2 0 0,-1-1 0,0 1 0,1-2-1,0 1 1,0-1 0,1 0 0,-1 0 0,1-1-1,0 0 1,4 1-13,-3-1-27,0 0 0,0-1-1,0 0 1,1 0 0,-1-1 0,0-1 0,1 1-1,-1-1 1,1-1 0,-1 0 0,0 0-1,1-1 1,-1 0 0,0-1 0,0 0-1,0 0 1,-1-1 0,1 0 0,-1-1 0,0 1-1,0-2 1,0 1 0,1-3 27,2-3-75,-1 0 0,0-1 0,-1 0 0,0-1 0,-1 0 0,0 0 0,-1-1 0,0 0 0,-2 0 0,1 0 0,-2-1 0,1-3 75,1-9-7,-2-1-1,-1 1 1,-1-1-1,-1 0 1,-1 1-1,-2-11 8,0 28 46,0 0 0,0 0-1,-1 0 1,0 0 0,-1 1-1,0-1 1,0 1 0,-1 0 0,0 1-1,-1-1 1,0 1 0,0 0-1,-1 0 1,-5-4-46,1 0 94,-2 1 0,0 0 0,0 1 0,-1 1 1,0 0-1,-1 0 0,0 2 0,-9-4-94,19 9 26,1-1-1,-1 2 1,0-1 0,-1 1-1,1-1 1,0 2-1,0-1 1,0 0 0,-1 1-1,1 0 1,0 0 0,0 1-1,0-1 1,-1 1 0,1 0-1,0 1 1,0-1-1,0 1 1,0 0 0,0 0-1,1 1 1,-1-1 0,1 1-1,-1 0 1,1 0-1,0 0 1,0 1 0,-1 1-26,-8 14-41,1 0 1,1 1 0,0 1-1,2-1 1,0 1 0,2 1-1,0 0 1,1 0 0,2 0-1,0 1 1,1-1 0,1 1-1,1 0 1,2 0-1,0-1 1,2 10 40,-2-29-271,-1 1-1,1-1 0,0 1 1,0-1-1,0 0 0,0 0 1,1 0-1,-1 0 1,1 0-1,0 0 0,0 0 1,0 0-1,0-1 0,1 1 1,-1-1-1,1 1 1,-1-1-1,1 0 0,0 0 1,0 0-1,0 0 272,36 15-5776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3:59.3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469 112 5747,'0'0'2961,"0"0"-1953,0 0 724,0 0-267,0 0-817,-9-9-131,2-1-194,-2 2-1,1-1 0,-1 1 1,-1 0-1,1 1 1,-1 0-1,-1 1 0,1 0 1,-1 1-1,0 0 0,0 0 1,-1 1-1,1 0 0,-1 1 1,0 1-1,0 0 0,-2 0-322,-8 2 451,14-1-350,1 1 0,-1-1 1,1 1-1,-1 1 0,1 0 0,-1 0 1,1 0-1,-1 1 0,1 0 0,0 0 0,0 1 1,0 0-1,0 0 0,1 1 0,-1 0-101,-5 5 61,2 0 0,-1 1 0,1 0-1,0 1 1,1 0 0,0 1 0,1 0 0,1 0-1,0 1 1,0 0 0,1 0 0,1 0 0,0 1-1,1 0 1,0 0 0,1 0 0,1 0 0,0 0-1,0 15-60,2-27-2,1 0-1,-1 0 1,0 0-1,0 0 1,1 0-1,-1 0 1,1 0-1,0 0 1,0 0 0,-1 0-1,1 0 1,0 0-1,1-1 1,-1 1-1,0 0 1,0-1-1,1 1 1,-1-1-1,1 1 1,-1-1-1,1 0 1,0 0-1,1 1 3,2 1-14,0-1 0,1 1-1,-1-1 1,1-1 0,0 1 0,-1-1-1,1 0 1,0 0 0,0 0 14,15 0-52,-1-1-1,0-1 1,0 0 0,19-5 52,-21 2-29,-1-2 1,0 0-1,0-2 1,0 1-1,-1-2 1,0 0-1,-1-1 1,11-9 28,-7 5-46,1 2 0,0 0 0,0 1 1,17-6 45,-34 16-24,-3 4-3,0 90 513,-5 1-1,-3-1 1,-5 4-486,9-66 365,4-21-8710,0-28 1814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0.1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1 126 6707,'0'0'2046,"0"0"-191,0 0 711,0 0-829,0 0-833,-1-2-72,4 6-666,9 21 252,-1 0 0,-1 0 0,-1 1 0,-1 1 0,-1-1 0,-2 1 0,0 0 0,-2 1 0,-1 14-418,-1-69 30,0 1 1,1-1 0,2 1-1,1 0 1,1 0 0,6-16-31,-8 32 5,-1 1 1,2-1 0,0 1-1,0 0 1,0 1 0,1-1-1,0 1 1,1 0 0,3-2-6,-6 5 7,1 1-1,1 0 1,-1 1 0,0-1 0,1 1 0,0 0 0,0 0 0,0 1 0,0-1 0,0 1 0,0 1 0,0-1 0,1 1 0,-1 0 0,5 1-7,-5-1 14,0 1-1,0 0 1,-1 0 0,1 1 0,0-1 0,0 1 0,-1 1 0,1-1 0,-1 1 0,1 0 0,-1 0 0,0 0 0,0 1 0,0 0 0,1 0-14,-1 2-4,0 0-1,1 0 1,-2 0 0,1 1 0,-1-1-1,0 1 1,0 0 0,0 1 0,-1-1 0,0 0-1,2 8 5,2 6-32,-2 1 0,0 0 0,-2 0 0,0 1 0,-1-1 0,-1 1 0,-2 16 32,1-38-155,0 0-82,0 0-40,0 0-105,0-3 86,0-14 250,0 0 1,2 0-1,0 0 0,1 0 1,0 1-1,1-1 0,1 1 1,1 0-1,0 0 0,1 0 1,1 1-1,1 0 0,0 1 1,0 0-1,1 0 1,1 1-1,1 0 0,3-2 46,-7 8 8,1 1 0,0 0-1,0 0 1,1 1 0,0 0-1,0 0 1,0 1 0,0 1-1,1-1 1,0 2 0,-1-1-1,1 2 1,0-1 0,0 2-1,0-1 1,11 2-8,-19 0 4,1-1-1,-1 1 1,1-1-1,-1 1 1,0 0 0,1 1-1,-1-1 1,0 0 0,0 1-1,0 0 1,0 0-1,0 0 1,0 0 0,-1 0-1,1 0 1,-1 1 0,1-1-1,-1 1 1,0 0-1,0 0 1,0 0 0,-1 0-1,1 0 1,0 0 0,-1 0-1,0 0 1,0 1-1,0-1 1,0 0 0,0 3-4,2 13 52,0 0 0,-1 1 0,-1-1 0,-1 20-52,0-25 54,1-1-119,-1 0-1,0 1 1,-1-1 0,0 0-1,-1 1 1,0-1 0,-2 0 0,1-1-1,-1 1 1,-1 0 0,0-1 0,-1 0-1,-2 2 66,8-14-456,-3 3-243,2-8-5741,1-18-67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0.6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186 146 8996,'0'0'638,"0"0"1101,-14 33 492,-49 112-1231,12-1 814,20-55-136,23-66-1135,-5 14 33,8-30-229,4-16 130,6-15-461,0-1 1,2 1 0,0 0 0,2 0-1,1 1 1,0 0 0,2 1-17,8-21-5,9-24-8,-5 11-9,1 1-1,4 0 1,1 3 0,6-4 22,-34 52 8,1 0 0,0 1 0,1-1-1,-1 1 1,0 0 0,1 0 0,0 0-1,0 0 1,0 1 0,0-1 0,0 1-1,4-1-6,-7 2 1,1 1 0,0 0 1,-1 0-1,1-1 0,0 1 1,-1 0-1,1 0 1,0 1-1,-1-1 0,1 0 1,0 0-1,-1 1 0,1-1 1,-1 1-1,1 0 1,-1-1-1,1 1 0,-1 0 1,1 0-1,-1 0 1,0 0-1,1 0 0,-1 0 1,0 0-1,0 0 0,0 1 1,0-1-1,0 0 1,0 1-1,0-1 0,0 1 1,0-1-1,-1 1 0,1-1 1,-1 1-1,1 0 1,-1-1-3,12 38 62,-2 0 0,-1 1 0,-2 0 0,-2 0 1,-2 1-1,-1 8-62,11 100 454,4-43 858,24 85-1312,-49-187-3877,-37-8 1069,-70-42-5490,45 17 2864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0.9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0 162 6979,'0'0'2938,"0"0"-220,0 0-210,0 0-867,0 0-761,25 1 179,27 1-568,131 1 1454,-147-4-1607,-1-1 0,0-2 1,0-1-1,8-4-338,-32 6-91,76-21-1111,20-11 1202,-45 9-3982,-2-6-4013,-19 6 498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1.3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927 1 8020,'0'0'797,"0"0"1554,-2 35 415,-5 119-1136,7-113-759,1-1-1,3 0 0,1 0 0,1 0 0,10 26-870,-5-19 948,-3 0-1,0 13-947,-6-42 249,-2-6-3,1 0 1,1 0 0,0 0-1,1 0 1,0 0 0,1 2-247,5-5 68,-6-5-404,-15 0 62,-22 7 250,1 0-1,0 3 1,1 0 0,0 2-1,-5 5 25,-12 6 13,-420 196 836,397-189-618,-130 70 370,254-116-6634,-1-7 1495,11-2-2433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1.7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1040 1 4322,'0'0'5394,"0"0"-3785,0 0 387,0 0-964,0 0-773,-27 27 264,6-4-315,2-2 19,-1-1 0,0 0-1,-1-2 1,-1 0 0,-1-2 0,0 0-1,-1-2 1,-9 3-227,-522 214 7350,482-202-6592,65-27-1388,1-1 0,0 1 1,0-1-1,0 0 0,-1-1 1,1 0-1,0 0 0,0 0 0,-1-1 630,-38-7-8347,7-5-726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4:04.2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0 806 1281,'0'0'2139,"0"0"-663,0 0 63,0 0 22,0 0-182,6 0-88,-3 0-1198,-1 1-1,0 0 1,0-1 0,0 1-1,0 0 1,0 0-1,0 0 1,0 0 0,-1 0-1,1 0 1,0 1-1,-1-1 1,1 1 0,0-1-1,-1 1 1,0-1-1,1 1 1,-1 0 0,0 0-1,0 0 1,0 0-1,0 0 1,0 0 0,0 0-1,0 1-92,15 70 1362,-10-41-818,32 193 1449,-9 1 0,-11 2 0,-9 152-1993,-9-335 200,-2-1 0,-2 0 0,-2 1 0,-2-2 0,-2 2-200,10-43 21,0-2 11,0 0-32,0 0 22,-2-149-1004,1-28 134,13-87 848,-7 208-108,4 0 1,1 0-1,3 1 0,2 1 1,3 0-1,18-36 108,28-34-413,-43 88 371,-2 0-1,-2-2 1,-1 0 0,-1-1 0,6-33 42,-18 57-5,1-1 0,0 1 1,1 0-1,1 0 1,6-12 4,-8 20 16,1 0 0,0 1 1,0 0-1,0-1 1,0 2-1,1-1 0,0 1 1,0-1-1,1 2 0,-1-1 1,1 1-1,4-2-16,23-12 12,1 2 1,1 1-1,0 1 1,1 3-1,1 0 0,0 3 1,0 1-1,0 2 1,1 1-1,0 3 0,-1 0 1,1 3-1,0 1 0,22 6-12,64 7 50,0-6-1,1-5 0,41-8-49,181 9 66,-171 7-161,263 10-280,1173-23-1692,-1575-3 2054,-1-2 1,1-1 0,-1-2 0,-1-2-1,35-14 13,26-5-64,101-29 22,19-15 42,-200 68-2,0 1 0,1 0 0,-1 2 0,1 0 1,0 1-1,15 1 2,23-2-5,43-5 141,0-4 1,-1-5-1,-1-4 1,0-4 0,23-13-137,25-6 173,3 5 1,87-7-174,-96 20-32,-2-5 0,-2-7-1,4-7 33,-111 35 31,1 0 1,0 2-1,1 2 0,-1 0 0,23 1-31,40 1-236,18 5 236,0 0-101,128 0-2,272-5-141,-362-8 263,-55 3-35,13 4 16,-69 4-71,13-1 47,0 2-1,0 2 1,-1 2 0,29 8 24,94 31 51,-16-4-727,106 11 676,-209-47 9,1-2-1,39-3-8,-10-1 29,-75 1 10,-1 0 1,0 0-1,0 0 0,0-1 1,-1 0-1,1-1 1,0 1-1,-1-1 0,1-1 1,-1 1-1,0-1 1,3-3-40,-2 3-69,-1-1 0,1 1 0,0 0 0,1 1 0,-1 0 0,0 0 0,1 0 0,0 1 0,0 0 0,-1 1 0,1 0 0,7 0 69,26 1 101,-23 0-4046,-24 0-1682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9:14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13 9812,'0'0'5219,"0"0"-4723,0 0 785,0 0 656,0 0-929,0 0-976,-34-12-32,34 12-704,0 0-1537,0 3-2690,-3 18-6370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9:20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0 3057,'0'0'438,"0"0"456,0 0 47,0 0-87,0 0-107,0 0-216,-17 0 6466,-14 1-1116,30 2-6445,0 0 0,0 0-1,-1 0 1,1 0 0,-1 0 0,0-1 0,1 1-1,-1 0 1,0-1 0,-1 1 0,1-1 0,0 0 0,-1 0-1,0 0 565,-4 5-2196,-19 20-7249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9:42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0 2289,'0'0'616,"0"0"107,0 0 115,0 0 104,0 0-363,0 0-158,-14 7 5785,8-1-8578,-7 7-1342,-9 4-2014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9:44.0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2609,'0'0'272,"0"0"0,0 0-31,0 0 95,0 0-336,0 0-32,0 0-481,-4 21-175,4-21-336,0 3-33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19:59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200 264 1377,'0'0'1251,"0"0"51,0 0 130,0 0-124,0 0-169,0 0-16,0 0-104,-2 0-626,0 0 0,0-1 0,0 1 0,0 0 0,0-1 0,0 0 0,1 1 0,-1-1 0,0 0 0,0 0 0,0 0 0,0 0 0,0-1-393,-7-30 855,1-1 0,2 1 0,1-2-1,2 1 1,0-22-855,3 55 78,0 0 12,0 0-47,0 0-59,0 0 37,0 0-39,0 0-54,0 0-6,0 14-239,0 39 393,1-1 0,3 1 0,2-1 0,3 1-76,2 32 1625,-11-142-1345,-1-29 24,4 0 0,9-53-304,-14 207 192,5 28-192,-1 20 125,-4-81-32,0-1 0,-5 16-93,-2 14 52,5-35 466,2-29-252,-9-3 180,0-85-408,4 0 1,4-1-1,5-38-38,0 15-473,18 127-39,-13-4 499,-1-1-1,-1 1 1,1 0-1,-2 0 1,1 1-1,-2-1 1,1 1-1,-2 0 0,0 0 1,0 0-1,-1 1 14,2 35-14,-2-1 0,-3 14 14,0 5 97,1-46-95,-1 0 0,-2 0-1,0 0 1,-1-1 0,0 0 0,-7 13-2,12-32 12,0 0 0,0 0 0,0 0 0,0 0 0,0 0 0,0 1 0,0-1 0,0 0 0,0 0 0,0 0 0,0 0 0,0 1 0,0-1 0,0 0 0,0 0 0,0 0 0,0 0 0,0 1 0,0-1 0,0 0 0,0 0 0,0 0 0,0 0 0,0 0 0,0 1 0,-1-1 0,1 0 0,0 0 0,0 0 0,0 0 0,0 0 0,0 0 0,0 0 0,-1 0 0,1 1 0,0-1 0,0 0 0,0 0 0,0 0 0,0 0 0,-1 0 0,1 0 0,0 0 0,0 0 0,0 0 0,0 0 0,-1 0 0,1 0 0,0 0 1,0 0-1,0 0 0,0 0 0,-1 0 0,1 0 0,0 0 0,0-1 0,0 1 0,0 0 0,0 0 0,-1 0 0,1 0 0,0 0 0,0 0 0,0 0 0,0 0 0,0-1-12,-6-16 186,1-24-103,1-291-155,4 225 50,0 106 33,0 1-3,0 0-56,0 0-80,0 0 37,0 0-101,0 0 5,-2 12 107,1 0 1,0 1-1,1-1 0,0 0 0,2 11 80,0 16 36,-2 11 60,-2-1-1,-2 0 1,-2 0-1,-3-1 1,-7 20-96,14-59-6,-3 22 4,-2-102 1197,7 11-1196,-2 20-21,2 1 1,2-1-1,1 1 0,3-1 1,2-6 21,-1 23 16,7-33 24,-4 73-1027,-2 39 964,-2 1 0,-3 0 1,-2 0-1,-7 49 23,-10-17 29,16-89-29,0 0 40,0 0-18,0 0 0,-1 0-1,1 0 1,0 0 0,-1 0-1,1 0 1,0 0-1,-1 0 1,1 0 0,0-1-1,0 1 1,-1 0 0,1 0-1,0 0 1,-1-1 0,1 1-1,0 0 1,0 0-1,0-1 1,-1 1 0,1 0-1,0 0 1,0-1 0,0 1-1,0 0 1,-1-1 0,1 1-1,0 0 1,0-1 0,0 1-1,0 0 1,0-1-1,0 1 1,0 0 0,0-1-1,0 1-21,-6-85 97,4 0-1,5-34-96,-1-10 71,-2 119-120,0-47 300,1 45-474,1 33-663,2 61 1014,-3 1 1,-9 65-129,7-132 42,0-7 44,0 1-1,0 0 1,-1-1 0,-1 1 0,1-1-1,-1 0 1,-1 1 0,-2 2-86,2-126 307,1 71-297,1 1 0,2 0 0,2-1 0,2 1 0,3-4-10,-3 35-482,-1 13 192,1 30 116,-2 55 216,-2-57-35,2 17 75,-3 0-1,-2 0 1,-2 0-1,-11 46-81,-11 1 171,27-94-167,0 0-1,0 0 1,0 0-1,0 0 1,0 0 0,0 0-1,0 0 1,0-1-1,0 1 1,0 0-1,0 0 1,0 0 0,0 0-1,0 0 1,0 0-1,0 0 1,0 0-1,0 0 1,-1 0-1,1-1 1,0 1 0,0 0-1,0 0 1,0 0-1,0 0 1,0 0-1,0 0 1,0 0 0,0 0-1,0 0 1,0 0-1,-1 0 1,1 0-1,0 0 1,0 0-1,0 0 1,0 0 0,0 0-1,0 0 1,0 0-1,0 0 1,-1 0-1,1 0 1,0 0 0,0 0-1,0 0 1,0 0-1,0 0 1,0 0-1,0 0 1,0 0-4,-3-20 374,2-26 161,0-20-563,0 0-170,4-25 198,-1 69-24,1 0 0,1 1 1,1 0-1,1 0 1,0 0-1,4-5 24,47-93-101,-58 128-73,0 1-1,0-1 1,1 1 0,0-1 0,0 1 0,2 4 174,0 19-49,-2 12 29,1-1 59,-1 0 0,-2 0 0,-3 0 1,-1 0-1,-9 32-39,5-44 43,3-10-11,0 1-1,1 0 0,2 1 1,0-1-1,1 17-31,3-40 77,0 0-31,0 0-1,0 0 11,0 0 22,0 0-25,0 0 27,0 0 3,0 0 47,0 0-4,0 0-78,0 0-40,0 0-40,0 0 8,-2 3-593,1 0 1,-1 0-1,0 0 1,0 0-1,0-1 1,0 1-1,-1-1 1,1 1-1,-1-1 0,1 0 1,-1 0-1,0 0 1,0 0-1,0-1 1,0 1-1,0 0 617,-9 4-2829,-27 18-7765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19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76 672 2753,'0'0'889,"0"0"-438,0 0 213,0 0-251,0 0-258,0 0 21,2-2-202,6-9 7528,-7 6-7480,0-1 0,0 1 0,1-1 1,0 1-1,0 0 0,0 0 0,0-1 1,1 2-1,0-1 0,1-1-22,10-21 39,7-32-39,-3-1 0,-2 0 0,4-39 0,6-25 0,8-11 43,-32 115-276,-3 39-124,-4 71 374,-4-1-1,-19 85-16,8-59 47,1-1-15,-22 64-32,39-166 24,3-11-28,-1 0 1,0 1 0,0-1-1,0 0 1,0 0-1,0 0 1,0 0 0,-1 0-1,1 1 1,0-1-1,-1 0 1,1 0 0,0 0-1,-1 0 1,0 0 0,1 0-1,-1 0 1,1 0-1,-1 0 1,0 0 0,0-1-1,1 1 1,-1 0-1,0 0 1,0-1 0,0 1-1,0 0 1,0-1-1,-1 1 4,2-21 126,-1-57-112,-1 12 40,3 1 0,3-1 0,3 1-1,4-6-53,63-342 721,-78 539-1084,-21 57 598,-14 27-235,32-176 147,-2 0 1,-1 0 0,-2-1 0,-2 0 0,-11 20-148,21-46 40,1 1 0,0 0 0,0 1 0,0-1 0,1 1 0,1-1-40,-10 36 106,4-39 5154,-13-5-3581,10-1-1449,9 0-2434,1-3-2176,0-10-2610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24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41 212 6307,'0'0'1435,"0"0"-381,0 0 429,0 0-106,0 0-417,0 0-365,-1 0-452,0 0 0,0 0 0,0 0 0,0 0-1,0-1 1,0 1 0,0 0 0,0 0 0,0-1-1,0 1 1,0 0 0,0-1 0,0 1 0,0-1-1,0 0 1,0 1 0,0-1 0,0 0 0,0 0-143,1-89 116,0 76 117,0 62-305,3 143-149,-3-190 271,0-1-23,1-11 74,40-286 1529,-39 289-1587,-1 6-91,-1 2-77,0 0 13,0 0 42,0 0-98,-4 53 2,2-1 0,5 36 166,0 5 57,-4-65 135,1-41 116,1-44-175,5 8-27,1 1 0,3 1 0,16-46-106,-18 65 146,-10 43-196,0 1 0,2 0 0,0 14 50,1-5 58,-1 0 0,-2 1 0,-3 18-58,-25 95 384,30-138-507,0 0 169,0-1-1,-1 1 0,1-1 1,0 0-1,0 1 0,0-1 0,0 1 1,0-1-1,-1 0 0,1 1 1,0-1-1,0 0 0,-1 1 0,1-1 1,0 0-1,0 0 0,-1 1 1,1-1-1,0 0 0,-1 0 0,1 1 1,-1-1-1,1 0 0,0 0 1,-1 0-1,1 0 0,0 1 0,-1-1 1,1 0-1,-1 0 0,1 0 1,0 0-1,-1 0 0,1 0 1,-1 0-1,1 0 0,-1 0 0,1 0 1,0-1-1,-1 1 0,1 0-45,-1 0 118,-8 2 209,0-1 1,1 0-1,-1-1 0,0 0 1,-5-1-328,11 1 94,3 0-83,0 0-17,0 0 4,0 0-41,0 0 19,0 0 21,0 0 41,0 0-36,0 0-4,-10 0-1578,10 0 1615,0 0-14,0 0-10,0 0-27,0 0-27,0 0 9,0 0 52,0 0 17,0 0-6,0 0-363,1 3-9165,4-3 268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31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1915 571 4130,'0'0'2100,"0"0"-377,0 0 51,0 0-307,0 0-175,0 0 31,0 0-42,0 0-134,-33-2 3719,25-4-4697,1-1 0,0 1 1,1-1-1,0-1 0,0 1 0,-2-4-169,-24-28 90,-45-32-68,-4 4 1,-2 4 0,-3 3 0,-3 4 0,-47-20-23,110 63-12,-1 1 0,-1 1 0,1 1 0,-2 2 0,1 0 0,-1 2 0,-26-2 12,-30 2-103,0 3 0,-4 4 103,3 0 58,67 0-67,1 0 0,-1 2 0,1 0 0,-1 1 1,1 1-1,0 0 0,1 1 0,-1 1 0,1 1 0,0 1 0,1 0 0,0 1 0,1 1 0,0 0 0,1 1 0,-7 7 9,1 1-15,1 0 0,2 2 0,0 0 0,1 1 0,1 0 0,1 1 0,1 1 0,2 0 0,0 1 0,-6 23 15,12-31 2,-3 5 3,1 1 1,1 0-1,2 1 1,0-1-1,1 15-5,3-38-96,0-1-19,0 0 65,0 0-20,0 0 30,0 0-21,0 0 23,0 0 1,0-18-136,-2-46-52,0 26-70,2 0 1,4-32 294,-3 67-84,0 6-6,0 19-84,-6 39 18,-10-14 181,-1 0 0,-2 0 0,-3-2 0,-1-1 0,-16 22-25,34-59 16,4-6 32,0-1-24,0 0 19,0 0 90,0-24 142,1-5-285,1 1 0,1 0 0,2-1 1,1 2-1,1-1 0,1 1 0,1 0 0,2 0 0,1 1 0,5-7 10,-8 16 1,-5 12 11,-1 0 0,0-1 1,0 1-1,0-1 0,-1 0 0,0 0 1,0 0-1,1-5-12,-3 10 13,0 1-2,0 0-43,0 0-75,0 7-199,0 5 289,-1-1 0,-1 1 0,0-1 0,-1 1 0,0-1 1,0 0-1,-1 0 0,-2 2 17,-46 87 147,0 0-117,52-100-17,0 0 0,0 0-1,0 0 1,-1-1 0,1 1-1,0 0 1,0 0 0,0 0 0,0 0-1,0 0 1,0 0 0,0 0-1,0 0 1,0 0 0,0 0 0,0 0-1,0 0 1,-1 0 0,1 0-1,0 0 1,0-1 0,0 1-1,0 0 1,0 0 0,0 0 0,0 0-1,0 0 1,-1 0 0,1 0-1,0 0 1,0 0 0,0 0 0,0 0-1,0 1 1,0-1 0,0 0-1,0 0 1,-1 0 0,1 0-1,0 0 1,0 0 0,0 0 0,0 0-1,0 0 1,0 0 0,0 0-1,0 0-12,-1-21 146,6-33-166,16-31-20,28-70 40,-56 267-603,-1-75 622,0-1 36,1 1 0,2 0 0,0 36-55,5-73 22,0 0-17,8 0 55,1-1 0,-1-1 1,0 1-1,0-1 0,0-1 0,0 1 0,0-2 1,0 1-1,0-1 0,-1 0 0,4-2-60,18-14 13,-1-1 0,6-7-13,23-17 6,-56 45-8,0 0 0,0-1-1,-1 1 1,1-1 0,0 1 0,0-1 0,0 1 0,-1-1 0,1 1 0,0-1 0,0 0 0,-1 1 0,1-1 0,-1 0 0,1 1 0,-1-1 0,1 0 0,-1 0-1,1 0 1,-1 1 0,0-1 0,1 0 0,-1 0 0,0 0 0,0 0 0,1-1 2,-23-6-106,8 4 140,-33-11 244,-42-18-278,87 32 186,2 1-7781,2 0-1028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31.8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27 233 5282,'0'0'2121,"0"0"-312,0 0-531,0 0-662,0 0-298,-4 17 514,1-4-824,-3 12 737,1 1 1,1 1-1,1 12-745,2-32 167,1 0-1,0 0 1,0 1-1,1-1 1,0 0-1,0 0 1,0 0-1,1-1 1,0 1-1,1 0 1,-1-1-1,1 1 1,1-1-1,-1 0 1,1 0-1,0 0 1,1 1-167,1-1 76,0-1 1,1 1 0,-1-2 0,1 1-1,0 0 1,0-1 0,0-1 0,0 1-1,1-1 1,0 0 0,6 1-77,3-1 193,1 0 0,-1-1 0,1-1 0,15 0-193,-26-2 26,-1 0-1,0-1 0,0 1 0,0-1 1,0 0-1,0 0 0,0-1 0,0 0 1,-1 0-1,1-1 0,-1 1 1,0-1-1,0 0 0,-1 0 0,1-1 1,-1 1-1,0-1 0,4-5-25,1-2 0,-1 0 1,0 0-1,0-1 0,-2 0 0,1 0 0,-2 0 1,4-14-1,-3 3 29,-2 0-1,0 0 1,-2-1 0,-1 1 0,-1-1 0,0 0 0,-4-17-29,2 33 36,0 0 0,-1 0 0,0 0 0,0 0 0,-1 0 0,0 1 0,-1-1 0,0 1 0,0 1 0,-1-1 0,1 1 0,-2-1 0,0 1-36,2 2 30,0 0 1,0 0-1,-1 0 1,1 1-1,-1 0 1,0 0-1,-1 0 1,1 1-1,-1 0 1,1 0-1,-1 1 1,0 0-1,0 0 0,0 0 1,0 1-1,-7-1-30,5 3 19,1 0 0,-1 1 0,1-1 0,0 2 0,-1-1 0,1 1 0,0 0 0,0 1 0,1 0 0,-1 0-1,1 1 1,0-1 0,-6 7-19,6-6-339,1 1-1,0 0 1,1 0-1,-1 0 1,1 1 0,-4 6 339,7-8-794,-1-1 1,1 1-1,0-1 1,1 1-1,-1 0 1,1-1-1,0 1 0,0 0 1,0 0-1,1 0 1,-1 1 793,1 7-6328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32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3169,'0'0'2695,"0"0"-998,0 0-19,0 0-179,0 0-525,-1 13 56,-2 254 3543,-3-220-9995,7-48 1477,8-1-1602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32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 2225,'0'0'4058,"0"0"-1940,0 0-250,0 0-265,0 0-557,-6 0-208,-15 2 0,26 3 361,46 12-163,4-5-634,-41-10-354,0 1 0,0 1 0,0 0 0,0 1 0,7 4-48,-16-6 8,0 0 0,0 0-1,-1 0 1,0 1-1,1-1 1,-1 1-1,-1 0 1,1 1 0,0-1-1,-1 0 1,0 1-1,0 0 1,-1 0-1,1 0 1,-1 0-1,0 0 1,0 1-8,6 27 145,-2-1 0,-2 1 0,-1 0 1,-1 0-1,-2 0 0,-4 33-145,2 19 404,2 78 733,0-163-1516,0 0-632,0 0-763,0-1-2671,-1-5 1580,-5-17-3103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33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6563,'0'0'2273,"0"0"-1505,0 0 1441,0 0-240,0 0-864,235 0-193,-178 0-95,-9 0-481,-18 0 16,-13 0-240,-13 0-16,-4 0-96,0 0 0,0 0-16,0 0-704,0 0-1313,-4 0-2081,-30 3-3554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2.9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2126 758 5330,'0'0'1478,"0"0"161,0 0-4,0 0-344,0 0-173,0 0-8,0 0-46,-35-17 3587,29 12-4457,0 1 1,0-1 0,1 0 0,-1 0 0,1 0 0,1-1 0,-1 0 0,1 0 0,0 0 0,-1-2-195,-10-12 182,-13-17-109,-130-156 378,128 161-380,-1 1 1,-1 2 0,-2 1 0,-26-16-72,4 7-23,-1 4-1,-3 1 1,0 3-1,-2 3 1,-57-16 23,63 25-49,-1 3 1,0 2-1,-1 2 1,0 3-1,-54 1 49,77 5-97,0 2 0,0 2 0,0 1 0,0 2-1,-30 9 98,4 1-78,43-13 67,-1 1 1,1 2-1,0 0 1,1 0-1,-1 2 1,2 0-1,-1 1 1,-10 8 10,23-14-16,-35 26-91,1 2 0,2 2 0,-25 29 107,51-52-8,1 1 0,1 0 0,0 1 0,1 0 0,0 0 0,1 1 0,0-1 0,1 2 0,0-1 0,1 0 0,1 1 0,0 0 0,1-1 0,0 1 1,1 8 7,1 256 112,0-278-147,0 0 40,0 0 11,-1-32-232,-10-30 61,-2 1 1,-3 1-1,-21-54 155,27 93-11,8 18 40,0-1-1,0 0 1,1 1 0,-1-1 0,1 0 0,0 0-1,0 0 1,0-1 0,0 0-29,1 4 109,0 1-63,0 0-20,0 0 9,0 0-91,0 18-141,3 47 288,3-1 1,5 17-92,-1-16 34,-3 1-1,-3 18-33,-4-84 19,0 0-22,0 0 14,0 0-32,0 0 29,0 0-19,0-9 46,-10-88-55,6 67 7,0 0 0,2-14 13,2-72 547,0 115-517,0 1-20,0 0-28,0 0-30,0 0 24,0 0-11,0 26-192,-1 32 99,0-16 126,1 1 0,2-1 0,3 1 0,3 11 2,-8-53 1,0-1 0,0 0 0,0 1 0,0-1-1,0 0 1,0 1 0,0-1 0,0 0 0,0 0 0,1 1 0,-1-1-1,0 0 1,0 0 0,0 1 0,0-1 0,1 0 0,-1 0 0,0 1 0,0-1-1,1 0 1,-1 0 0,0 0 0,0 1 0,1-1 0,-1 0 0,0 0-1,0 0 1,1 0 0,-1 0 0,0 0 0,1 0 0,-1 0 0,0 0-1,0 0 1,1 0 0,-1 0 0,0 0 0,1 0 0,-1 0 0,0 0-1,1 0 1,-1 0 0,0 0 0,0 0 0,1 0 0,-1 0 0,0-1-1,1 1 1,-1 0 0,0 0 0,0 0 0,1 0 0,-1-1 0,0 1-1,0 0 1,0 0 0,1-1 0,-1 1 0,0 0 0,0 0 0,0-1-1,0 1 1,0 0 0,0-1 0,1 1 0,-1 0 0,0 0 0,0-1-1,0 1 0,14-24 96,2-16-9,-2-1 1,-2-1-1,-1 0 1,-3 0-1,1-19-87,-8 52-1211,-1 6-2847,0 11-2553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3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4 138 3298,'0'0'1336,"0"0"51,0 0-205,0 0-307,0 0-336,0 0-13,0 16 357,-1 6-561,-1 1 249,2-1-1,0 0 0,2 1 1,1 5-571,-2-24 69,0-1-1,0 1 1,0 0 0,1 0 0,0-1 0,0 1-1,0-1 1,0 1 0,0-1 0,1 0 0,-1 0-1,1 0 1,0 0 0,0-1 0,0 1-1,0-1 1,1 1 0,-1-1 0,1 0 0,-1-1-1,1 1 1,-1 0 0,1-1 0,0 0 0,0 0-69,9 2 177,0 0 0,0-1 0,0-1 0,0 0 0,0-1-1,1 0 1,-1-1-177,-9 0 47,0 0-1,0 0 1,0 0-1,0-1 1,-1 0-1,1 0 1,-1 0-1,1 0 0,-1 0 1,0-1-1,1 1 1,-1-1-1,-1 0 1,1 0-1,0 0 1,-1 0-1,1 0 0,-1-1 1,0 1-1,0-1 1,-1 0-1,1 1 1,-1-1-1,0 0 1,1-3-47,3-8 121,-1 1 0,-1-1 0,0 0 1,-1 0-1,-1-1 0,0-5-121,0-12 63,0 19 63,0 0 0,-1 0-1,-1 0 1,0 0-1,-1 0 1,-2-5-126,3 16 63,0 0 0,0 0 0,0 0 0,0 0 0,0 1 0,-1-1 0,0 1 0,1-1 0,-1 1 0,0-1 1,0 1-1,0 0 0,0 0 0,-1 0 0,1 0 0,-1 0 0,1 1 0,-1-1 0,1 1 0,-1 0 0,0-1 0,0 1 1,0 0-1,0 1 0,0-1 0,1 0 0,-1 1 0,0 0 0,-1 0 0,1 0 0,-2 0-63,-13 0-94,9-1 93,0 1 0,0 0 0,0 1-1,0 0 1,1 0 0,-1 1-1,-1 1 2,6-2-90,1 1-1,-1 0 0,1 0 0,0 0 0,0 0 1,0 0-1,0 1 0,0-1 0,1 1 1,-1 0-1,1 0 0,-1 0 0,1 0 1,0 0-1,0 1 0,1-1 0,-1 0 1,1 1-1,-1 1 91,0 0-767,1 0 0,0 0 0,0 0 0,0 1 1,0-1-1,1 0 0,0 4 767,0 12-5290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4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1 1313,'0'0'4893,"0"0"-3061,0 0 68,0 0-3,0 0-662,-9 30-323,1-1-720,-59 183 1254,64-204-1434,0 0-1,1-1 0,0 1 0,0 1 1,0 6-12,2-14-942,0-1-1070,0 0-1376,0 0-472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4.4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3105,'0'0'3101,"0"0"-1415,0 0 283,0 0-582,0 0-998,5 0-202,13 0 14,-4 0 48,-1 0 0,1 0 0,-1 1 0,1 1 0,-1 0 0,9 3-249,-18-3 40,0 0 1,0 0 0,1 0 0,-1 0-1,-1 0 1,1 1 0,0 0-1,-1 0 1,1 0 0,-1 0 0,0 1-1,0-1 1,0 1 0,0-1 0,-1 1-1,1 0 1,-1 0 0,0 1-1,-1-1 1,1 0 0,-1 1 0,1 1-41,6 34 446,-2 0 0,-2 0 0,-1 0 1,-3 0-1,-3 39-446,1 12 991,2-13 34,2-73-533,-2-5-655,0 0 0,0 0 0,1 1 0,-1-1 0,0 0 0,0 0 0,1 0 0,-1 0 0,0 0 0,0 0 0,1 0 0,-1 0 0,0 0 0,0 0 0,1 0 0,-1 0 0,0 0 1,0 0-1,1 0 0,-1 0 0,0 0 0,0 0 0,1 0 0,-1-1 0,0 1 0,0 0 0,0 0 0,1 0 0,-1 0 0,0 0 0,0-1 0,0 1 0,1 0 0,-1 0 0,0 0 0,0-1 0,0 1 0,0 0 0,0 0 0,1 0 0,-1-1 0,0 1 0,0 0 0,0 0 0,0-1 0,0 1 0,0 0 0,0 0 1,0-1-1,0 1 0,0 0 0,0 0 0,0-1 0,0 1 0,0 0 0,0 0 0,0-1 0,0 1 0,-1 0 0,1 0 0,0-1 0,0 1 0,0 0 0,0 0 163,0-24-4050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5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1 129 4994,'0'0'1996,"0"0"-182,0 0-317,0 0-633,0 0-90,17-1 82,12 0-458,0-1-1,0-2 1,-1-1-1,1-1 1,2-2-398,-12 4 1334,-14 14-280,0 12-1239,1-8 288,0 0-1,0 0 0,2-1 0,-1 1 0,2-2 0,0 1 0,0-1 0,1 0 0,1-1 1,0-1-1,0 1-102,-10-10 22,0-1 0,0 1 0,0 0 0,0-1 0,0 1 0,0 0 0,0-1 0,0 1 0,0-1 0,0 0 0,0 1 0,0-1 0,1 0 0,-1 0 0,0 0 0,0 0 0,0 0 0,0 0-1,0 0 1,1 0 0,-1 0 0,0 0 0,0 0 0,0-1 0,0 1 0,0-1 0,0 1 0,0-1 0,0 1 0,0-1 0,0 1 0,0-1 0,0 0 0,0 0 0,0 1 0,0-1 0,-1 0 0,1 0 0,0 0 0,0 0 0,-1 0 0,1 0 0,-1 0 0,1 0-22,3-7 142,-1 0 0,1-1 0,-1 1 0,-1 0 0,2-5-142,-2 4 91,10-38 225,-9 32-28,0 0 0,1 1-1,0-1 1,2 1 0,-1 0 0,2 1-1,0 0 1,0 0 0,10-12-288,-13 21 362,1 1-736,-4 0-6079,-1 3 11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17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3706 800,'0'0'4410,"0"0"-2369,0 0-403,0 0-642,0 0-439,-5 25 7353,265-21-7138,-1 0-661,18-13-111,-225 3 32,-1-3-1,49-14-31,-31 7-52,97-16 130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1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9 492 2497,'0'0'881,"0"0"-335,0 0 268,0 0-216,0 0-145,0 0 4,-3 1 5330,-3 4 853,48-8-6411,0-2 1,-1-1-1,0-3 1,0-1 0,5-4-230,38-9 68,87-30-92,-158 49 19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24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3416 2321,'0'0'1230,"0"0"176,0 0-192,0 0 40,0 0 48,0 0-67,-20 13 8327,20-11-9502,1-1 1,-1 1-1,1 0 1,0 0-1,0 0 1,-1-1 0,1 1-1,1 0 1,-1-1-1,0 1 1,0-1-1,1 1 1,-1-1 0,0 0-1,1 1 1,0-1-1,-1 0 1,1 0-1,0 0 1,-1 0-1,1-1 1,0 1 0,0 0-1,0-1 1,0 1-1,0-1 1,-1 1-1,2-1-60,65 11 412,-54-9 111,72 8-187,74-2-336,18 11-5,-146-17-12,0 2 1,0 1-1,0 1 1,-1 2-1,22 8 17,23 6 46,-23-11-13,-1-2 0,21-1-33,180 7 177,121-13-177,-194-3 117,-170 0-103,0-1 0,0 0 0,-1 0 1,1-1-1,0 0 0,-1 0 0,0-1 0,4-2-14,39-14 148,-33 14-147,0-1 0,0-1-1,-1-1 1,-1 0 0,1-1 0,-1-1-1,0-1 0,30-24 129,31-30-129,-49 37 122,-2-1 0,0-1 0,-2-1 1,-2-2-1,-1 0 0,9-21-122,158-253 590,-173 282-552,-2-1 1,-2 0-1,3-8-38,27-55 69,-34 72-9,0 0 0,-1 0 0,-1-1 0,0-4-60,0 2 74,1 1 1,0-1 0,6-8-75,13-32 78,-2-1 1,-3-1-1,13-63-78,-16 41-7,3-55 7,-11 65 17,4 0 0,11-34-17,-18 79-28,-1-1 0,-1 1 0,-1-20 28,8-49 84,-1 39-134,-1 1 99,2 0 0,9-18-49,-14 49-25,-1 1 1,-1-1 0,-2 0 0,0-6 24,0 0 29,1 1 1,7-24-30,39-175-50,-46 208 42,-2 0 1,0 1 0,-1-1 0,-1 0 0,-3-16 7,1-25-39,2-374 540,0 438-503,0 1 29,0 0-41,0 0 70,0 0-74,-15 0-7021,10 6 87,4 13-3583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7.2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1 5859,'0'0'1088,"0"0"49,0 0 93,0 0-347,0 0-184,0 0-329,-1 0-46,0 0-1,0 0 1,-1 0-1,1 0 1,0 1-1,-1-1 1,1 0-1,0 1 1,0-1-1,0 1 1,-1-1-1,1 1 1,0 0-1,0-1 1,0 1-1,0 0-323,-5 16 187,1-1 1,0 1-1,2 0 0,0 0 0,1 1 0,0 6-187,-2 20 240,-8 88 241,6 0-1,8 75-480,0-45 496,-8 125 333,0-97-636,8 1-1,15 71-192,2-53 79,-8 60-79,-13 213 6,0-378 5,-25 489 262,4-172 292,12-254 203,-7-1 1,-10 13-769,24-153 136,2 0 0,1 1 0,0 2-136,1-28-58,0-1 0,-1 1 0,1 0 0,-1-1 0,1 1 0,-1-1 0,1 1 0,-1-1 0,0 1 0,1-1 0,-1 1 0,0-1 1,1 0-1,-1 1 0,0-1 0,1 0 0,-1 0 0,0 1 0,0-1 0,1 0 0,-1 0 0,0 0 0,0 0 0,1 0 0,-1 0 0,0 0 0,0 0 0,1 0 0,-1-1 1,0 1 57,-25-3-3683,5-7-1189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0:59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3794,'0'0'3297,"0"0"-2560,0 0-548,0 0 462,0 0 336,0 6-400,0-4-561,0-1-1,0 1 1,0-1-1,0 1 1,0 0-1,1-1 1,-1 1 0,0-1-1,1 1 1,0 0-1,-1-1 1,1 1 0,0-1-1,0 0 1,0 1-1,0-1 1,0 0-1,0 1 1,0-1 0,1 1-26,3 1 138,-1-1 0,1 1 0,-1-1 0,1 0 0,0 0 0,0-1 0,5 2-138,57 11 804,1-3 1,1-3-1,-1-3 1,47-3-805,-42 0 280,1353 13 1075,-604-11-765,-123 40-741,-221-7 197,789 70-358,-722-60 334,-168-17-46,-268-21 100,542 61-291,-578-62 173,-42-5 68,1 1 1,-1 2-1,13 4-26,-47-10-101,0-1-1,0 1 0,0-1 1,0 1-1,0-1 0,0 0 1,0 0-1,0 0 0,0-1 1,-2-1 101,-35-21-199,-2 1 1,0 2-1,-1 2 0,-8 0 199,-185-57-188,178 59 194,-78-23 429,152 41-341,-1 2 1,1 0-1,-1 0 0,0 1 0,0 1 1,12 6-95,33 10 165,26 1 174,1-4 0,1-3 0,0-4 0,33-3-339,-130-9-23,-1-1 0,1 1-1,0-2 1,0 1 0,0-1 0,0-1 0,1 1 0,-1-2 23,-26-9-2,-18-4-37,-59-22 74,-2 5 0,-1 5 0,-71-7-35,226 41 632,-12-2-539,0 2 0,-1 1-1,2 1-92,55 17 203,43 14 365,0-6 1,2-6-1,60 2-568,-148-25 191,73 8 36,-100-8-224,-1 1 0,1 0 0,-1 1 1,0 0-1,0 1 0,9 5-3,-33-6-172,0 0 1,-1 0-1,1-2 0,-1 1 0,0-1 172,-145 17 108,-81-4-108,109-9 97,0 6 0,-90 20-97,213-30 1,5-2-4,-1-1-1,1 1 0,0 1 1,0-1-1,0 0 0,0 0 1,-1 0-1,1 1 0,0-1 1,0 0-1,0 1 0,0-1 1,0 1-1,0-1 0,0 1 0,0 0 1,0-1-1,0 1 0,0 0 1,0 0-1,0 0 0,0 0 1,1 0-1,-1 0 0,0 0 1,1 0-1,-1 0 0,0 1 4,15-2 102,-5 0-45,200 0 1052,135-21-1109,-176 3 312,-259 12-1457,-105 21 928,59-3 936,-16-6-719,157-7 130,1-1 0,0 0 0,-1 0-1,1 0 1,-1 0 0,0-1 0,1 0 0,-1 0 0,-1 0 0,4-3-130,3-1 173,-4 2-378,-2 3 222,0-1 1,0 0-1,0 0 0,-1 0 0,1 0 1,-1-1-1,2-2-17,-4 4-520,0 0 0,0 0 0,0 0 0,0 0-1,0 0 1,-1 0 0,1 0 0,-1 0 0,0 0 0,1 0 0,-1 0 0,0-2 520,0-10-6430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01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184 118 6771,'0'0'921,"0"0"442,0 0-72,0 0-290,0 0-444,0 0-314,0 6 98,-4 41 448,4-27-412,-1 1 0,-2-1 0,0 0 0,0-1 0,-2 1 0,-1-1 0,0 0 0,-5 8-377,-9 10 321,-3 0 0,-2 0-321,1-1 337,-20 39-337,40-72 8,9-20 17,14-31 83,8-1-20,2 1 0,2 1 0,2 2 0,2 1 1,1 2-1,29-25-88,-64 68 9,-1 0 0,1-1 1,-1 1-1,0 0 1,1 0-1,-1 0 0,0-1 1,1 1-1,-1 0 1,0 0-1,0 0 0,0 0 1,0 0-1,0-1 0,0 1 1,0 0-1,0 0 1,0 0-1,0 0 0,0 0 1,0-1-1,-1 1 1,1 1-10,-3 11 31,0-1 0,-1 1 1,0 0-1,-1-1 0,-1 0 1,1 0-1,-2-1 0,0 1 0,-3 3-31,-24 31 405,-22 22-405,46-56 34,-23 26 171,-2-2 1,-26 22-206,60-57-51,1-1-42,1-11 85,0 0 0,1 1 0,1-1 0,0 1 1,0-1-1,1 1 0,0 0 0,1 0 0,0 1 0,0-1 1,1 1-1,5-6 8,11-14-82,2 1 1,1 1-1,3-1 82,-13 14-44,-6 3-47,1 0 0,1 2-1,0-1 1,0 1 0,1 1 0,0 0 0,0 0-1,10-3 92,-21 11-82,-1 19 2,-1-5 89,-1 0 1,-1 0 0,0 0 0,-1-1 0,-1 1-1,0-1 1,0 0 0,-2 0 0,1-1 0,-2 0-1,-6 9-9,-21 28 66,-2-2 0,-5 2-66,42-49 1,-14 18 27,10-13-21,1-1 0,-1 1 0,0-1 0,0 0 0,-1 0 0,1 0 0,-3 1-7,6-4 8,1-1-37,0-2 20,1 0 0,-1 0 1,1 0-1,0 0 0,-1 0 1,1 1-1,0-1 0,0 0 1,1 0-1,-1 1 0,0-1 1,2 0 8,4-8-16,156-215 191,-8 14-73,-113 152-262,17-27-69,-57 189 1285,-1-63-979,1 0-1,3-1 1,0 1 0,6 12-77,-7-33 16,2 0 1,0-1-1,0 0 1,2 0 0,0 0-1,1-1 1,1-1 0,1 1-1,11 13-16,-21-30-11,-1 1-1,0-1 0,0 0 1,0 1-1,0-1 0,0 0 1,0 0-1,0 1 0,0-1 1,1 0-1,-1 1 0,0-1 1,0 0-1,0 1 0,-1-1 1,1 0-1,0 1 0,0-1 1,0 0-1,0 0 0,0 1 1,0-1-1,0 0 0,0 1 1,-1-1-1,1 0 0,0 0 1,0 1-1,0-1 0,-1 0 1,1 0-1,0 1 0,0-1 1,0 0-1,-1 0 0,1 0 1,0 0-1,-1 1 0,1-1 1,0 0-1,0 0 0,-1 0 1,1 0-1,0 0 0,-1 0 1,1 0-1,0 0 0,-1 0 1,1 0-1,0 0 0,0 0 1,-1 0-1,1 0 1,0 0-1,-1 0 0,1 0 1,0 0-1,-1-1 12,-28 4-64,22-3 12,-73 5-77,-207 8 418,266-11 1161,46-3-1009,5-6-438,0-2-1,-1-2 1,0 0-1,0-2 0,-1-1 1,11-8-3,30-14-15,-65 31-2,-18 5-106,-25 8-401,-2 6-724,17-6-1626,0 0-1,0-2 1,-12 2 2874,-6-6-6680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02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85 10069,'0'0'1953,"0"0"34,0 0-464,0 0-626,0 0-350,42 1-248,13 2-197,2 1 43,0-3-1,0-2 1,35-7-145,-39-1 192,-1-3 1,32-11-193,-18 4 399,28-3-399,-91 22-426,0 1-4623,-4 2 81,-3 0 4684,-17 8-3710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03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 0 1889,'0'0'3513,"0"0"-994,0 0-406,0 0-635,0 0-304,-3 28 48,-14 340 3041,16-351-4114,1-1 1,2 0-1,-1 1 1,2-1-1,0 0 0,5 15-149,7 24 12,-14-52-47,-1-1-1,1 0 1,-1 0 0,0 0 0,0 1 0,1-1 0,-1 0-1,-1 1 1,1-1 0,0 0 0,-1 0 0,1 0-1,-1 1 1,1-1 0,-1 0 0,0 0 0,0 0 0,0 0-1,0 0 1,0 0 0,-1 0 0,1 0 0,-2 1 35,-6 2-110,0-1 0,0 0 0,-1 0 0,0 0 0,0-1 0,0-1 0,0 0-1,0 0 1,-9 0 110,-100 0-333,76-3 381,14 2 398,27-1-101,6 1 7,47 0 5,-31 0-340,0-2 0,1 0 0,-1-1 0,0-1 0,0-1 0,-1-1 0,1-1-1,-1 0 1,0-1 0,0-1 0,-1-1 0,0-1 0,-1-1 0,5-3-17,31-27-397,26-27 397,-78 68 42,9 14 140,10 69 118,-16-63-232,0 0 1,1 0 0,1-1-1,1 1 1,8 13-69,-14-76-144,-7 21 91,-2 1 1,0 0-1,-2 1 0,-6-11 53,3 6-13,2 1-1,-9-26 14,19 47 8,-9-26 309,2 0 0,1 0 0,1-1 0,1 0 0,1-12-317,24 43-64,9 7 46,0 1-1,0 1 1,-1 2-1,-1 0 1,3 4 18,45 19-49,-48-24 18,-15-7-30,-1 0 0,0 0-1,0 1 1,-1 0 0,0 1 0,0 0-1,0 1 1,0 0 0,-1 1 0,5 5 61,-13-10-26,1 1 0,0-1 0,-1 1 0,0 0 0,0-1 0,0 1 0,0 0 0,-1 0 0,1 0 1,-1 0-1,0 0 0,0-1 0,0 1 0,-1 0 0,0 0 0,1 0 0,-1-1 0,-1 1 0,1 0 1,0-1-1,-1 1 0,0-1 0,0 1 0,0-1 0,0 0 0,0 0 0,-1 0 0,1 0 0,-1 0 1,0 0-1,-2 1 26,-28 21 10,-2-1 1,-1-1 0,-1-2 0,0-2 0,-2-1-1,0-2-10,-75 38-1100,95-46-3905,10-6-4385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04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21 4034,'0'0'2460,"0"0"-1230,0 0 592,0 0-147,0 0-346,0 0-326,-3-5-80,-6-10 437,9 33 288,13 47-97,25 167 28,-29-155-1007,3 0-1,4-1 1,4-1 0,7 13-572,-21-70-26,1-2 0,0 1-1,2-1 1,0 0 0,1-1 0,8 10 26,-18-25 4,0 1 0,1-1 1,-1 1-1,0-1 0,1 0 0,-1 0 1,0 1-1,1-1 0,-1 0 1,1 0-1,-1 1 0,0-1 0,1 0 1,-1 0-1,1 0 0,-1 0 1,1 1-1,-1-1 0,1 0 0,-1 0 1,1 0-1,-1 0 0,1 0 1,-1 0-1,0 0 0,1 0 0,-1-1 1,1 1-1,-1 0 0,1 0 1,-1 0-1,1 0 0,-1-1 0,0 1 1,1 0-1,-1 0 0,1-1 1,-1 1-1,0 0 0,1-1-4,13-18 156,-11 15-176,32-55-34,-2-1 0,-3-2 0,-3-1 1,11-38 53,-8 7 281,-5-2-1,12-88-280,-33 136 427,-4 47-485,0 1-263,0 0-543,0 0-673,0 11-3699,0-7 3837,0 20-4401,0 1-1817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04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 4706,'0'0'2006,"0"0"-1032,0 0 1008,-3 28 78,-8 228 2507,8 60 692,3-315-5192,0-1-6,0 0 72,0 0-21,0 0 67,-1-3-126,-21-142-682,6-1-1,4-91 630,13 237-3,0-1 0,0 1 1,0-1-1,0 1 0,0-1 0,0 1 0,0 0 0,0 0 0,0-1 0,1 1 0,-1 0 0,0 0 0,0 0 0,0 0 1,0 0-1,0 0 0,1 1 0,-1-1 0,0 0 0,0 1 0,0-1 0,1 1 3,8 3-1,1 1-1,-1 1 1,0 0-1,-1 0 0,1 1 1,-1 0-1,7 7 2,20 15-10,45 27-36,163 121-2339,-233-168 2094,-8-7 200,0 0 1,1 0 0,-1 0 0,-1 0 0,1 1 0,0-1 0,0 1 0,-1 0 0,1 0 0,-1 0 0,0 0 0,0 0 0,0 0 0,-1 0 0,1 1 0,-1-1 0,0 1 0,1-1 0,-2 1-1,1 0 1,0-1 0,-1 3 90,0-5 5,-1 0 0,1 0 0,-1 1 0,0-1 0,1 0 0,-1 0 0,0 0-1,0 0 1,0 0 0,0 0 0,0 0 0,0 0 0,0 0 0,0 0 0,-1 0-1,1-1 1,0 1 0,0 0 0,-1-1 0,1 1 0,0-1 0,-1 0 0,1 1-1,-1-1-4,-45 12 342,32-9-142,-56 15 56,2 3-1,0 2 1,2 4-1,-60 33-255,93-43-3257,6-6-3466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1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2561,'0'0'4306,"0"0"-3089,0 0 896,0 0-817,0 0 417,0 0-704,0 0-737,129 0-272,-85 6-192,-3 3-737,3 0-992,-7 0-1200,1 0-1505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1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6835,'0'0'0,"0"0"-400,0 0-785,0 0-2384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2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7619,'0'0'1217,"0"0"288,0 0-113,0 0-271,0 0-193,0 0-784,0 0-144,166 48-16,-111-38-944,-4-1-1729,-4-3-2322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2.6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6675,'0'0'536,"0"0"-71,0 0-412,0 0-171,31 7-298,224 52-2807,-173-46-478,32-1 3701,-22-3 2002,59 14-736,-74-9-3156,69 1 1890,-79-12-496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2.9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7587,'0'0'1473,"0"0"-977,0 0 113,0 0-609,0 0-128,0 0-1761,72-18-608,-18 15-1169</inkml:trace>
  <inkml:trace contextRef="#ctx0" brushRef="#br0" timeOffset="1">601 1 3730,'0'0'1408,"0"0"193,0 0-1041,0 0-528,0 0-32,187 31-384,-109-13-1072,10 6-625,-3-8 480,-14-1-32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3.2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 6243,'0'0'800,"0"0"737,0 0-160,0 0-369,0 0-480,0 0-352,125-37-176,-118 37-48,-7 0-656,0 0-577,0 0-976,0 0-400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3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2401,'0'0'16,"0"0"-32,0 0-1232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8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133 171 848,'0'0'459,"0"0"392,0 0-80,0 0-237,0 0-54,0 0 7501,1 0-4137,17 1-3941,106 13 648,-71-6 50,0-3 0,10-2-601,28 1 729,47 9-729,-48-4 1114,50-1-1114,-120-7 90,1 1 0,-1 2 0,-1 0 0,1 1 0,10 4-90,-7-2 154,-1-1-1,1-1 1,0-1 0,7 0-154,75 6 313,-53-3 380,38-2-693,268 4 368,-319-8-239,-23 0-140,-1 0 1,0-1 0,0-1 0,0 0 0,0-1 0,0-1 0,0 0-1,0-1 1,-1 0 10,-13 4-7,-1 0 0,0 0-1,1 0 1,-1 0 0,0 0-1,1 0 1,-1 0 0,0-1-1,0 1 1,1 0 0,-1 0-1,0 0 1,1 0 0,-1 0-1,0 0 1,0-1 0,1 1-1,-1 0 1,0 0 0,0-1-1,1 1 1,-1 0 0,0 0-1,0-1 1,0 1 0,0 0-1,1 0 1,-1-1-1,0 1 1,0 0 0,0-1-1,0 1 1,0 0 0,0 0-1,0-1 1,0 1 0,0 0-1,0-1 1,0 1 0,0 0-1,0-1 1,0 1 0,0 0-1,0-1 1,0 1 0,0 0-1,0-1 1,0 1 0,-1 0-1,1 0 1,0-1 0,0 1-1,0 0 1,-1 0 0,1-1-1,0 1 1,0 0 0,-1 0 7,-26-13-172,-45-4 19,70 17 135,-209-46-55,97 18 275,-1 6 0,-106-7-202,190 27 88,-70-3 25,1-6 1,-6-4-114,56 7 123,-50 0-123,50 4 74,-47-8-74,17 1-30,-1 3 0,0 3-1,-32 5 31,112 0 27,1 0-6,0 0-47,0 0-30,0 0-11,0 0-56,0 0 19,0 0 53,0 0-7,0 0-20,0 0-36,0 0 28,0 0-42,0 0 59,0 0-54,41 0-18,526 6 581,-297 10-499,-202-14 18,0 3-1,-1 3 0,3 3 43,199 48-658,-203-48 703,20 6-562,-53-11 430,0-1-1,0-1 1,0-2 0,1-1 0,20-3 86,7 1-295,-60 1 309,-1 0-54,0 0-240,0 0-153,-31 0-538,9-2 980,1 0-1,0-1 1,0-1 0,-7-3-9,-47-9-77,-255-18-221,-86-14 401,230 22 321,-42 5-424,128 13 95,10 0-9,-15 4-86,-123-6 409,76 7-433,152 3-46,0 0 1,0 0 37,0 0-16,0 0-24,0 0 10,0 0 12,0 0-36,0 0 38,1 18-117,7-12 208,1 0 1,-1-1-1,1 0 0,0 0 0,0-1 1,1 0-1,-1-1 0,1 0 1,3 1-44,10 1 12,1 0 0,0-2 1,9 0-13,318 10-190,-209-6 185,88 29-491,-169-29-80,1-2-1,10-2 577,-72-2-88,0 1 32,0-2 88,0 0 64,0 0-50,0 0-12,0 0 60,0 0-9,0 0-56,0 0-10,0 0 13,0 0-3,0 0-45,0 0 48,0 0 32,0 0 70,0 0 21,0 0-27,0 0 88,0 0-43,0 0 22,0 0-144,0 0-57,0 0 6,0 0-34,0 0 12,0 0 60,0 0 20,0 0-23,0 0-62,0 0 3,0 0-50,0 0-241,0 0-400,-12 0-3239,1 2 2171,-3-1 7,-24 2-3274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39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1265,'0'0'165,"0"0"0,0 0-138,0 0-224,15 6 2643,96 8-2902,-101-13 447,28 2-379,-1 1-1,1 2 0,-1 1 1,34 13 388,-52-16 4,0 0 1,1-2 0,-1 0-1,0-1 1,1-1 0,8-1-5,0 1 73,-18 1-112,-1 0 0,0 0-1,0 1 1,0 1 0,0 0 0,0 0 0,-1 0 0,8 5 39,-6-3-83,1-1 0,0 0 0,0 0 0,1-1 0,2 0 83,-4-2-825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1.5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0 368,'0'0'110,"0"0"-14,0 0 242,0 0 127,0 0 39,0 0 123,0 0 82,0 0-196,0 0-169,0 0-29,0 0-86,0 0 51,0 0-18,0 0 63,0 0 6,0 0 13,0 0 3,0 0 8,0 0-80,0 0-35,0 0-43,0 0-122,0 0-40,0 0-6,0 0 0,0 0 59,0 0 102,0 0 108,0 0 84,0 0-145,0 0-87,0 0-49,0 0-58,0 0 32,0 0 18,0 0-24,0 0 67,0 0-26,0 0 21,0 0-59,0 0-48,0 0-6,0 0 1,0 0-30,0 0 22,0 0-24,0 0 29,0 0 34,0 0-28,0 0-52,0 0 57,0 0 24,0 0 66,0 0 35,0 0-21,0 0-86,0 0-154,0 0-350,0 0-544,0 0-993,0 0-949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3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89 256,'0'0'411,"0"0"-14,0 0-226,0 0-104,7-40 1387,-7 39-1377,0-1 0,0 1 0,1-1 0,-1 1 0,1-1 0,-1 1-1,1 0 1,-1-1 0,1 1 0,0 0 0,0-1 0,0 1 0,0 0 0,0 0 0,0 0 0,0-1-77,0 1 452,1 0-1,-1 0 1,0-1-1,0 1 1,0 0 0,-1-1-1,1 1 1,0 0 0,0-1-1,-1 1 1,1-1 0,-1 1-1,1-1 1,-1 0-1,0 1 1,1-2-452,-2 5-152,0 1-1,0-1 1,0 1-1,0-1 1,0 0-1,0 1 1,0-1 0,-1 0-1,1 0 1,-1 0-1,0 0 1,1 0-1,-1 0 1,0 0 152,1-2-30,1 0 4,0 0 194,0 0 200,0 0 134,0 0 61,0 0-238,0 0-253,0 0-80,0 0-3,0 0 22,0 0 5,0 0 29,0 0 118,0 0 19,0 0-44,0 0-26,0 0-74,0 0-70,0 0-56,0 0-24,0 0 10,0 0 86,0 0 3,0 0 26,0 0-15,0 0 12,0 0 17,0 0 37,0 0-29,-2 3-576,0 1 1,-1-1-1,1 0 1,-1 0-1,0 0 1,0 0-1,0 0 1,0-1-1,-1 1 1,1-1-1,-1 0 1,0 0 540,-2 2-920,-17 11-2285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4.6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0 283 0,'0'0'403,"0"0"-168,0 0-19,0 0-91,0 0 33,6 0 223,-3 0-353,0 0 166,0 0 1,0 0 0,0 0 0,0 0 0,-1-1 0,1 1 0,0-1-1,0 0 1,0 0 0,-1 0 0,1 0 0,0 0 0,-1 0 0,1-1 0,-1 0-1,1 1 1,-1-1-195,17-12 942,0 0-1,2 1 0,-1 2 1,8-3-942,-2 0 297,-17 8-251,0-1-1,0 1 0,-1-2 0,0 1 0,0-1 0,-1 0 1,0-1-1,1-2-45,37-38 324,13-20 191,-72 69-5010,-3 5 965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5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0 512,'0'0'665,"0"0"-308,0 0-82,0 0 322,0 0 377,0 0-35,0 0-61,0 0-91,0 0-32,0 0-29,0 0-115,0 9 410,-1-1-909,0 0 0,-1 0-1,0 0 1,0 0 0,-1 0-1,0 0 1,-1-1-1,1 1 1,-2-1 0,1 0-1,-2 2-111,0 0-662,0 0 0,-1 0 0,-1-1 0,1 0 0,-1 0 0,0-1 0,-1 0 0,-4 2 662,5-3 43,1 1 0,0-1 0,0 1-1,0 1 1,1-1 0,0 1 0,-5 8-43,-19 23 580,29-38-570,-2 2 66,0-1 0,0 1 0,1 0 0,-1 0 0,1 0 0,0 1 0,-1-1-1,2 1 1,-1-1 0,0 1 0,1 0 0,-1-1 0,1 1 0,0 0 0,0 0 0,0 2-76,1-6 371,0 0 85,0 0 198,0 11 640,-4 3-3802,-5-5-75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6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146 188 2449,'0'0'1678,"0"0"22,0 0-158,0 0-240,0 0-171,0 0-1064,0 0-1,0 0 1,-1 0 0,1-1 0,0 1-1,0 0 1,0 0 0,0 0-1,-1 0 1,1-1 0,0 1 0,0 0-1,0 0 1,-1 0 0,1 0 0,0 0-1,0 0 1,-1 0 0,1 0 0,0 0-1,0 0 1,-1 0 0,1 0 0,0 0-1,0 0 1,-1 0 0,1 0 0,0 0-1,0 0 1,0 0 0,-1 0-1,1 0 1,0 0 0,0 0 0,-1 0-1,1 1 1,0-1 0,0 0 0,0 0-1,-1 0 1,1 0 0,0 0 0,0 1-1,0-1 1,0 0 0,0 0 0,-1 0-1,1 1 1,0-1 0,0 0 0,0 0-1,0 1 1,0-1 0,0 0-1,0 0 1,0 0 0,0 1 0,0-1-1,0 0 1,0 0 0,0 1 0,0-1-1,0 0-66,-10 31 349,1-1 0,2 1 0,1 0 0,1 0 0,2 1-1,1 0 1,2-1 0,2 12-349,-2-42-4,0 0-1,0 0 1,1 0 0,-1 1-1,0-1 1,1 0-1,-1 0 1,1 0 0,-1 0-1,1 0 1,0 0-1,0 0 1,-1 0 0,1 0-1,0 0 1,0 0 0,0-1-1,0 1 1,0 0-1,0 0 1,0-1 0,0 1-1,0-1 1,0 1 4,37 7-363,38-13-660,-68 4 859,0-1 1,-1 0-1,1-1 1,-1 0-1,1 0 1,-1 0-1,0-1 1,0 0 0,-1-1-1,1 1 1,-1-1-1,0-1 1,0 1-1,0-1 1,-1 0-1,0 0 1,0 0-1,-1-1 164,2-3-65,0 1 0,-1-1 1,0-1-1,-1 1 0,0-1 0,0 1 0,-2-1 0,1 0 0,-1 0 0,-1 0 0,0-1 0,0-4 65,-1-10 601,-1-1-1,-1 1 1,-2-1-1,-1-5-600,2 19 141,-1 1 0,0-1-1,-1 1 1,-1 0 0,0 0-1,0 1 1,-1-1 0,0 1-1,-4-4-140,8 13 57,1 0-1,0 0 0,0 0 0,-1 0 0,1 0 0,-1 0 1,0 1-1,1-1 0,-1 1 0,0 0 0,0 0 1,0 0-1,0 0 0,0 0 0,0 1 0,0-1 1,0 1-1,0 0 0,-1 0 0,1 0 0,0 0 1,0 1-1,0-1 0,0 1 0,-1 0-56,-4 1 73,1 0 0,0 1 0,0 0 0,0 0 0,0 0 0,1 1 0,-1 0 1,1 0-1,-4 4-73,-18 16 83,1 2 1,1 0 0,2 2 0,-5 9-84,20-24-1560,0 0 0,1 0 0,1 1 1,0 2 1559,5-7-5969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6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0 8900,'0'0'2529,"0"0"-64,0 0-496,0 0-1168,0 0-17,-27 174-448,17-131-32,0-3 32,0-7 33,-1-8-353,5-4-16,-1-6-144,3 1-561,4-7-1088,0-9-2256,0 0-1538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7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9268,'0'0'1251,"0"0"1025,0 0-678,0 0-899,0 0-130,22-1 223,39-6-253,-7 0 194,0 3-1,1 2 1,17 3-733,-69-1 16,-1 1 0,1-1 0,-1 1-1,1 0 1,-1-1 0,1 1 0,-1 1 0,1-1 0,-1 0-1,0 0 1,0 1 0,0 0 0,0-1 0,0 1 0,0 0-1,0 0 1,0 0 0,1 2-16,0 1 36,0 1 1,0 0-1,0-1 0,0 1 0,-1 0 0,0 0 1,0 1-1,-1 0-36,3 16 113,-1 0 0,-1 1 0,-1 22-113,-1-45 1,0 267 375,0-154-2654,0-114 285,-1 0-1958,-14 0 1222,-7 0-1663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1:47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1 193 8116,'0'0'2313,"0"0"240,0 0-830,0 0-1128,0 0-387,20-7-42,7-3-49,25-9 591,0 3 1,3 1-709,-41 12 116,0 1 1,0 0 0,0 1-1,0 0 1,0 1 0,7 1-117,-15 0 12,0 0 0,0 0 0,0 0 1,-1 1-1,1 0 0,0 0 1,-1 1-1,0-1 0,1 1 1,-1 0-1,0 1 0,-1-1 0,1 1 1,0 0-1,-1 0 0,1 2-12,27 33 205,24 42-205,-30-41 57,3-1 0,5 4-57,-23-31-44,1 0 0,0 0 0,0-1-1,2-1 1,-1 0 0,1-1 0,1 0 0,1-1 44,-15-7-13,0 0 1,0-1-1,0 0 1,0 1 0,0-1-1,-1 1 1,1-1-1,0 0 1,0 0 0,0 0-1,0 1 1,0-1-1,0 0 1,0 0 0,0 0-1,0-1 1,0 1-1,0 0 1,0 0 0,0 0-1,0-1 1,0 1-1,0-1 1,0 1 0,0 0-1,0-1 1,-1 0-1,1 1 1,0-1-1,0 1 1,0-1 0,-1 0-1,1 0 1,-1 1-1,1-1 1,0 0 0,-1 0-1,1 0 1,-1 0-1,0 1 1,1-2 12,10-48 756,-8 31-753,9-42 34,-3 1 0,-2-1-1,-2-27-36,-4-31 5354,5 95-3865,-2 18-8460,-7 6 787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03.9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1349 111 1889,'0'0'3628,"0"0"-1371,0 0-773,0 0 116,0 0-162,0 0-517,2-18-84,2-16-713,3-24 4381,-22 76-4140,2-5-308,-316 392 1219,-202 232 516,498-601-1629,-395 458 2707,418-470-3674,8-18-2773,2-17-790,0-18-819,3-9-2420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04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10101,'0'0'1454,"0"0"-833,17 26 366,92 136 3037,79 84-4024,-81-125 1577,70 56-1577,129 101 1298,-298-271-1279,57 52 452,-2 3 0,26 35-471,-58-58 618,-1 1 1,-2 2-1,-2 0 1,-2 2-1,1 7-618,-21-42 3,10 18 1033,-9-27-1881,-3-17-2329,-2-4-1770,0-3-986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5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34 2145,'0'0'1334,"0"0"-64,0 0 122,0 0 20,0 0 100,0 0-383,0 0 66,-2-5 102,-5-18 101,6 18-3,-2 4 585,0 2 309,2 8-1721,6 94-77,5 0-1,9 30-490,11 108 369,-12 495 1431,-19-598-1215,1-138-756,0 0-208,0 0-133,0 0-486,0 0-704,0 0-947,-1 0-2674,-3 0 1610,-11 0-3130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6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47 4162,'0'0'1785,"0"0"48,0 0-33,0 0 460,0 0-142,-16 2-576,-4 1-1103,-36 4 1150,215-13 691,9-8-2280,32-2 553,1072-7 18,-980 24-717,-288-1 226,-4 0 178,0 0 73,-6 0-754,-3 0-1312,-1 1-1,0-1 1,1 2-1,-1-1 1,1 1 0,0 1-1,-3 0 1736,-26 9-5314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6.6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0 576,'0'0'966,"0"0"416,0 0 405,0 0 142,0 0-80,-8 3 2774,8-3-4548,0 0-1,0 0 0,0 1 0,1-1 0,-1 0 0,0 0 0,0 0 0,0 0 0,0 0 0,0 0 0,0 0 0,0 0 0,1 0 0,-1 0 0,0 0 0,0 0 0,0 1 0,0-1 0,0 0 0,0 0 0,0 0 0,0 0 1,0 0-1,0 0 0,0 0 0,1 1 0,-1-1 0,0 0 0,0 0 0,0 0 0,0 0 0,0 0 0,0 1 0,0-1 0,0 0 0,0 0 0,0 0 0,0 0 0,0 0 0,-1 0 0,1 1 0,0-1 0,0 0 1,0 0-1,0 0 0,0 0 0,0 0 0,0 0 0,0 0 0,0 1 0,0-1 0,0 0 0,-1 0 0,1 0 0,0 0 0,0 0 0,0 0 0,0 0 0,0 0 0,0 0 0,0 0 0,-1 0 0,1 0 0,0 0 1,0 0-1,0 0 0,0 1 0,0-1 0,-1 0-74,26 6 442,0-1 0,0 0 0,0-2 1,0-1-1,18-1-442,-18 0 155,263 3-70,-226-4-189,-58 0 96,1 0 0,-1 0 0,1 0 0,-1-1 0,1 0 0,-1 0 0,1 0 0,-1 0 0,5-3 8,-8 4 67,-1 0-96,0 0-206,0 0-525,0 0-500,0 0-567,-15 0-3669,-5 1 1836,-6 7-628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7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4898,'0'0'1556,"0"0"-404,0 0 150,0 0 486,0 0-100,0 0-500,14 3-316,37 8-95,1-2 1,0-3 0,14-2-778,175 1 1396,-119-3-968,252 11-83,147 1 1356,-500-17-956,-15 1-4242,1 1-6578,-7 1 3968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7.6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1 4162,'0'0'891,"0"0"37,0 0 617,0 0 629,0 0-207,-14 2-313,10-1-1618,-39 8 1236,43-9-1252,0 0-1,0 0 1,0 0 0,1 0-1,-1 0 1,0 0-1,0 1 1,0-1 0,0 0-1,0 0 1,0 0-1,0 0 1,0 0 0,1 0-1,-1 0 1,0 0-1,0 0 1,0 0 0,0 0-1,0 0 1,0 1 0,0-1-1,0 0 1,0 0-1,0 0 1,0 0 0,0 0-1,0 0 1,0 0-1,0 0 1,0 1 0,0-1-1,0 0 1,0 0-1,0 0 1,0 0 0,0 0-1,0 0 1,0 0 0,0 1-1,0-1 1,0 0-1,0 0 1,0 0 0,0 0-1,0 0 1,0 0-1,0 0-19,38 2 934,287-2 3372,-231 0-5906,-31 0-4369,-66 0 5844,0 0 0,-1 0 0,1 0 1,0 0-1,0 1 0,0-1 0,0 1 1,0 0-1,0 0 0,0 0 0,0 0 0,0 1 1,0-1-1,0 1 125,0 1 59,0 0-1,0 1 1,0-1-1,0 1 1,1-1 0,0 1-1,-1 0 1,1 0 0,1 0-1,-2 3-58,-13 35 553,3 0-1,1 1 1,2 0-1,2 1 1,0 19-553,-9 223 2365,14-190-1163,4 0 1,4 0 0,4-1-1,15 57-1202,-21-128 354,-3-19-205,0 1 1,1-1 0,0 1 0,0-1-1,0 1 1,1-1 0,-1 0 0,1 0-1,1 0 1,-1 0 0,1 1-150,-2-6 333,12-2-1301,-13-38-6489,0 3-802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49.4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1 746 9620,'0'0'2503,"0"0"-398,0 0-910,0 0-200,0 0-493,14 0-177,479 12 2199,-249-11-1855,418-5-233,-370-9-687,78-23 251,-351 34-5,-11 2 4,0-1 0,-1 0 0,1 0 0,0-1 0,-1 0-1,1 0 1,-1-1 0,1 0 0,-1 0 0,1-1 1,-6 2-11,-1 1 1,1-1-1,0 0 1,0 0-1,-1 0 1,1 0 0,-1 0-1,0-1 1,1 1-1,-1 0 1,0 0-1,0-1 1,-1 1-1,1-1 1,0 1-1,-1-1 1,0 1 0,1-1-1,-1 1 1,0-1-1,0 0 1,-1 1-1,1-1 1,0 1-1,-1-1 1,0 1-1,0-2 11,-3-10-69,-1 0 0,0 0 0,-1 1 0,-5-7 69,4 7 57,-34-66-7,11 24-166,-18-48 116,41 83 122,0 1 0,1-1 1,1 0-1,1 0 0,1 0 1,1-1-1,0-13-122,2 34 61,0 30 33,2 21 118,2-1 0,2 0 1,7 25-213,43 152 860,-32-134-735,-1-8 40,-10-41 30,-1-1-1,-3 2 0,-1-1 0,-3 1 0,0 13-194,-6-716-293,-1 611 265,-1 1 0,-3 0 0,-2 0 0,-1 0 1,-3 1-1,-2 1 0,-5-11 28,18 53 11,0 0-4,1 1 0,0 0 0,-1 0 0,1 0 0,0 0 0,-1 0 0,1 0 0,-1 0 0,0 0 0,1 0 0,-1 0 0,0 0 0,0 0 0,1 0 0,-1 0 0,0 0 0,0 1 0,0-1 0,0 0 0,0 1 0,0-1 0,0 1-7,0 0 56,1 0-64,0 0 32,0 0-45,1 4 61,2 3 0,0 0-1,0 0 1,1 0 0,0-1-1,0 1 1,0-1 0,1 0-1,0 0 1,0-1 0,1 1-1,4 3-39,74 54 300,-14-21-159,2-4 0,1-2-1,2-4 1,20 3-141,74 33 115,-101-39-113,-13-8-56,-2 3 0,-1 2 1,-1 2-1,21 17 54,-70-43-15,0-1-1,1 1 1,-1 0 0,0 0 0,0-1 0,0 1 0,0 0 0,-1 1 0,1-1 0,0 0 0,-1 0 0,0 1-1,1-1 1,-1 1 0,0-1 0,0 1 0,-1-1 0,1 1 0,0 0 0,-1 0 0,0-1 0,1 1 0,-1 0-1,0 0 1,0-1 0,-1 1 0,1 0 0,-1-1 0,1 1 0,-1 0 0,0-1 0,0 1 0,0-1 0,0 1-1,0-1 1,-1 1 0,1-1 0,-1 0 0,0 0 0,1 1 0,-1-1 0,-2 1 15,-9 11 9,-2-1-1,1 0 1,-2-1 0,0-1 0,-11 7-9,12-9 40,-36 23-29,0-3 0,-2-2 0,-1-2-1,-18 3-10,-225 66 30,12-4-20,248-72-2088,37-18 2026,0 0 1,-1 0-1,1 1 0,0-1 0,0 0 0,-1 0 0,1 0 0,0 1 1,0-1-1,0 0 0,-1 0 0,1 1 0,0-1 0,0 0 1,0 0-1,0 1 0,0-1 0,-1 0 0,1 1 0,0-1 1,0 0-1,0 0 0,0 1 0,0-1 0,0 0 0,0 1 1,0-1-1,0 0 0,0 0 0,0 1 0,1-1 0,-1 0 1,0 1-1,0-1 0,0 0 0,0 1 52,21 7-1768,4-4-3284,1-1 1,24-1 5051,25-2-7871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0.0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28 786 4994,'0'0'1633,"0"0"-873,0 0-74,0 0 280,0 0 208,0-31 21,0-230 3306,-14 16-439,0-2-1460,14 246-2429,0 1-106,0 0 32,2 7-80,-1 0-1,1 0 1,1 1 0,-1-1 0,1 0-1,0-1 1,1 1 0,0-1-1,0 1 1,0-1 0,1 0 0,3 3-19,15 24 71,-7-3-2,-1 0 0,-1 1 0,-2 0 0,-1 1 1,-2 0-1,-1 1 0,0 5-69,9 76 202,0 51-202,-5-35 152,1 103 1182,-13-232-1374,0 0 1,0 1 0,0-1-1,0 0 1,0 0 0,0 0-1,0 0 1,0 1 0,0-1-1,1 0 1,-1 0 0,0 0-1,1 0 1,-1 0 0,1 1-1,-1-1 1,1 0 0,-1 0-1,1 0 1,0-1 0,0 1-1,-1 0 1,1 0 0,0 0-1,0 0 1,0-1 0,0 1-1,0 0 1,0-1 0,0 1-1,1 0 40,0-8-2643,3-93-8093,-4 60 6470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3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3002 0 6339,'0'0'2566,"0"0"33,0 0-510,0 0-534,0 0-618,-5 0-408,8 1-445,122 16 972,-43-5-92,42 0-964,702-6-44,-471-8-459,-307 3 690,52-3-463,-37-12 2977,-55 12-2596,0 0-1,1 1 1,-1 0 0,0 1-1,0 0 1,0 0 0,8 1-105,12 1 131,-27-2 53,-1 0 38,0 0 63,0 0 54,0 0-139,0 0 112,0 0-58,0 0 114,0 0 27,0 0 90,0 0 92,0 0-41,0 0 59,-2-2 18,9 3 1105,189 85-1864,-196-86 147,2 0-4,0 1 0,-1-1 1,1 1-1,-1 0 0,1-1 1,-1 1-1,1 0 0,-1 0 0,0 0 1,1 0-1,-1 0 0,0 0 0,0 1 1,0-1-1,0 0 0,0 1 1,0-1-1,0 0 0,0 2 3,-1-2 117,1-1-248,-1 0 0,0 0-1,0 0 1,1 0-1,-1 0 1,0 0-1,1 0 1,-1 0-1,0 1 1,1-1-1,-1 0 1,0 0 0,0 0-1,1 0 1,-1 1-1,0-1 1,0 0-1,0 0 1,1 1-1,-1-1 1,0 0-1,0 1 1,0-1 0,0 0-1,1 0 1,-1 1-1,0-1 1,0 0-1,0 1 1,0-1-1,0 0 1,0 1-1,0-1 132,-9 426 511,0-110 878,20 136-1389,-2-297 292,-6-1 0,-9 15-292,6-161-23,-1 1 0,0-1 1,0 1-1,-1-1 0,0 0 0,0 0 0,-1 0 0,0 0 0,-1 0 0,0-1 0,0 1 0,-2 2 23,1-4-20,0-1 0,0 0-1,0 0 1,-1-1-1,1 1 1,-1-1-1,0 0 1,0-1-1,-1 1 1,1-1-1,-1-1 1,0 1 0,0-1-1,0 0 1,0 0 20,-53 8-143,-1-2 1,0-2-1,0-3 0,-35-4 143,-43 3 34,94-2 27,31-1-39,0 1 0,0 0 0,-1 1 0,1 1 0,0 0 1,0 1-1,1 0 0,-13 5-22,26-8-2,0 0 0,-1 0 0,1 0 0,-1 0-1,1 1 1,0-1 0,-1 0 0,1 0 0,0 0 0,-1 1 0,1-1 0,0 0 0,-1 0 0,1 1 0,0-1 0,0 0 0,-1 0-1,1 1 1,0-1 0,0 1 0,0-1 0,-1 0 0,1 1 0,0-1 0,0 0 0,0 1 0,0-1 0,0 1 0,0-1 0,0 0-1,0 1 1,0-1 0,0 1 0,0-1 0,0 0 0,0 1 0,0-1 0,0 1 0,0-1 0,0 0 0,0 1 0,1-1-1,-1 0 1,0 1 0,0-1 0,0 0 0,1 1 0,-1-1 0,0 0 0,0 1 0,1-1 0,-1 0 0,0 0 0,1 1 0,-1-1-1,0 0 1,1 0 0,-1 0 0,0 1 0,1-1 0,-1 0 0,1 0 0,-1 0 0,0 0 0,1 0 0,-1 0 0,1 0 0,-1 0-1,0 0 3,31 10-163,32 2 205,1-3 0,0-2-1,10-3-41,198-4 239,-87-2-163,-122 3-90,-3-2-55,0 3 0,-1 2 0,56 12 69,-115-16-3,0 0 0,1 0 0,-1 0 0,0 0 0,0 1 1,0-1-1,0 0 0,0 0 0,0 0 0,0 0 0,0 1 0,0-1 1,0 0-1,0 0 0,0 0 0,0 0 0,0 1 0,0-1 0,0 0 0,0 0 1,0 0-1,0 0 0,0 1 0,0-1 0,0 0 0,0 0 0,0 0 1,0 0-1,0 0 0,0 1 0,0-1 0,-1 0 0,1 0 0,0 0 0,0 0 1,0 0-1,0 0 0,0 1 0,0-1 0,-1 0 0,1 0 0,0 0 1,0 0-1,0 0 0,0 0 0,0 0 0,-1 0 0,1 0 0,0 0 0,0 0 1,0 0-1,0 0 0,-1 0 0,1 0 0,0 0 0,0 0 0,0 0 1,0 0-1,-1 0 0,1 0 3,-15 7-10,-63 17-89,0-3 0,-50 6 99,-166 16-34,134-21 64,82-12 3,21-4-6,0 4 0,0 1 0,-3 4-27,47-7-25,21-2-34,27 0-57,-31-5 108,165 14 277,133-7-269,-117-5-325,63 13 325,-210-13-203,-42 3 81,-8 2-4,-38 13 3,-2-3-1,1-2 0,-22 3 124,-164 26-150,8-1 245,227-44-101,0 0 1,0 1-1,0-1 1,1 0-1,-1 1 1,0-1-1,0 1 1,0-1-1,1 1 1,-1 0-1,0 0 1,1 0 0,-1 0-1,1 0 1,-1 0-1,1 0 1,0 0-1,-1 1 1,1-1-1,0 1 1,0-1-1,-1 1 6,3 0-9,0-1 0,0 1 1,1-1-1,-1 0 0,0 1 0,0-1 0,1 0 0,-1 0 0,1 0 0,-1 0 0,1 0 0,0 0 0,-1-1 0,1 1 0,0 0 1,-1-1-1,1 1 0,0-1 0,0 0 0,0 0 0,-1 1 0,1-1 0,1 0 9,78 12 26,0-4-1,1-3 1,13-4-26,-11 0-33,1 4 0,76 15 33,-156-18-20,-14 0-32,7-2 45,0 0 0,0 0 1,0 1-1,-1-1 0,1 1 0,0 0 0,0-1 0,0 1 0,0 0 0,0 0 0,0 0 0,0 1 0,0-1 0,0 0 0,1 1 0,-1-1 0,0 1 7,-17 56 86,3 2 1,2 0-1,3 0 0,3 1 0,2 0 0,3 0 0,3 20-86,0 80 523,20 143-523,33 110 403,-49-348-340,-3 0 0,-3 1-63,0 22 13,3-87-14,-1-1-1,0 1 1,0-1 0,0 1 0,0-1-1,-1 1 1,1-1 0,0 1 0,-1-1 0,1 1-1,-1-1 1,1 1 0,-1-1 0,0 0 0,1 1-1,-1-1 1,0 0 0,0 0 0,0 1-1,0-1 1,0 0 0,0 0 0,0 0 0,-1 0-1,1 0 1,0-1 0,0 1 0,-1 0 0,0 0 1,-4 0-9,1 0 0,0 0 0,-1 0 0,1-1 0,-1 0 0,1 0 1,-5-1 8,-10 0-18,-11-1 15,-1-1 0,1-2 0,0-1 0,-17-6 3,4 1-140,-37-4 140,-287-18-51,91 11 17,-110-3 120,13 1 4,58 5-38,-5 14-52,45 3 78,-185-30-78,221 4-79,-304-45 113,413 58-13,-1 5-1,0 6 1,-21 7-21,11-2 23,-414-1-284,556 0 277,0 0-61,0 0 63,0 0 22,0 0 56,0 0-32,0 0-24,0 0-66,0 0 18,0 0-51,0 0 80,0 0-18,-2-4 7,0 0 1,1 0-1,0 0 1,0 0-1,0 0 1,0 0-1,0 0 1,1 0-1,0-1 1,0 1-1,0 0 0,0 0 1,1 0-1,0-2-10,0-11-7,-2-30-109,0 20-537,0-1 0,4-21 653,-2 47-319,-1 1 1,1-1 0,-1 1-1,1 0 1,-1-1 0,1 1 0,0 0-1,0-1 1,-1 1 0,1 0-1,0 0 1,0-1 0,0 1-1,0 0 1,1 0 0,-1 0 318,12-9-5875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5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 3753 5378,'0'0'1663,"0"0"71,0 0-608,0 0-163,0 0-291,0 0 54,2 0 5874,2 0-3351,39 0-3059,-26-1-186,1-1 0,-2-1 0,1 0 0,0-1 0,-1-1 0,0-1 0,0 0 0,0-2 0,-1 1 0,0-2 0,0 0 0,-1 0 0,0-2 1,2-2-5,36-32-97,-3-2 0,42-52 97,-69 75 17,25-31-43,-4-2 1,-2-2-1,-2-1 0,-3-2 1,-3-2-1,-3-1 1,-2-1-1,-3-1 0,-4-2 1,3-22 25,-12 33 170,-3 1 0,-3-1 0,0-50-170,-7-31 701,-7-6-701,-4 5 257,-7 2 1,-5 0-1,-7 2 1,-5 1-1,-6 2 1,-45-93-258,58 164 1,-3 2 1,-2 1-1,-16-17-1,-126-161 3,51 73-2,111 144-21,1 0 0,1-1 0,1-1 0,0 0 1,2 0-1,0-1 0,-2-15 20,6 23 10,-1 1 1,-1-1-1,0 1 0,-1 0 1,0 1-1,-1-1 0,-1 2 1,0-1-1,-1 1-10,-5-7 79,1 0 0,1-1 1,-2-6-80,9 9 55,7 16-62,0-1-1,0 1 0,0-1 1,-1 1-1,1 0 1,-1-1-1,1 1 0,-1-1 1,0 1-1,1 0 0,-1 0 1,0-1-1,0 1 0,0 0 1,0 0-1,0 0 0,0 0 1,0 0-1,0 0 1,-1 0-1,1 1 0,0-1 1,-2 0 7,3 1-40,0 0 101,0 0-40,-4 79-672,-10 48 651,1 20-234,13-166 213,1-33-179,-3 0-1,-2 0 1,-4-9 200,7 37 27,1 20-20,0 1 1,0-1 0,0 0 0,0 1 0,-1-1-1,1 1 1,-1-1 0,0 0 0,0 1 0,0-1-1,-1 1 1,1 0 0,-1-1-8,2 4-1,-1-1-1,1 1 1,0 0-1,0 0 1,0-1-1,-1 1 1,1 0-1,0 0 1,-1 0 0,1-1-1,0 1 1,0 0-1,-1 0 1,1 0-1,0 0 1,-1 0-1,1-1 1,0 1-1,-1 0 1,1 0 0,0 0-1,-1 0 1,1 0-1,0 0 1,-1 0-1,1 0 1,0 0-1,-1 1 1,1-1-1,0 0 1,0 0 0,-1 0-1,1 0 1,0 0-1,-1 0 1,1 1-1,0-1 1,0 0-1,-1 0 1,1 0-1,0 1 1,0-1 0,-1 0-1,1 0 1,0 1-1,0-1 1,0 0-1,0 1 1,-1-1-1,1 0 1,0 0-1,0 1 1,0-1 0,0 0-1,0 1 1,0-1-1,0 0 1,0 1 1,-3 21-138,3-21 133,-10 108 248,-6 6-243,2-11 104,18-190 67,-6-65-171,0 21 184,1 129-182,1-1 0,0 1 1,0-1-1,0 1 0,0-1 1,0 1-1,0-1 0,1 1 0,-1-1 1,0 1-1,1-1 0,-1 1 1,1-1-1,0 1 0,-1 0 0,1-1 1,0 1-1,0 0 0,0 0 0,0-1-2,2 1 5,-1 0 1,0 0-1,1 0 0,-1 1 0,1 0 0,-1-1 0,1 1 0,-1 0 0,1 0 0,-1 0 0,2 0-5,4 0-40,23 3 11,0 1 0,1 1-1,-2 2 1,1 1 0,12 6 29,29 7-91,-42-14-23,-19-6 81,0 1 1,0 1-1,-1 0 1,1 0 0,-1 1-1,0 0 1,0 1 0,0 0-1,2 3 33,-11-7-9,-1 0 0,1-1-1,0 1 1,-1 0 0,1 0-1,0 0 1,-1 0 0,1 0-1,-1 1 1,0-1 0,1 0-1,-1 0 1,0 0-1,1 0 1,-1 0 0,0 0-1,0 1 1,0-1 0,0 0-1,0 0 1,-1 0 0,1 0-1,0 0 1,0 1 0,-1-1-1,1 0 1,-1 0 0,1 0-1,-1 0 1,1 0 0,-1 0-1,1 0 1,-1 0 0,0 0-1,0-1 1,0 1-1,1 0 1,-1 0 0,0-1-1,0 1 1,0 0 0,0-1 9,-46 32 81,42-29-79,-30 15 314,0-2 0,-27 8-316,31-13 126,0 2 0,1 1 0,0 1 0,-10 8-126,38-21-226,0-1 0,1 0-1,-1 1 1,0 0 0,0-1-1,1 1 1,-1 0 0,1 0 0,-1 0-1,1 0 1,0 0 0,0 0-1,0 0 1,0 0 0,0 2 226,-3 23-8558,4-14 48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6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0 335 3762,'0'0'4853,"0"0"-2210,0 0-196,0 0-700,0 0-439,1-2-137,9 6-862,21 19 609,-1 1-1,-1 2 0,-2 1 0,-1 0 0,8 13-917,6 5 435,38 45 181,-39-44-290,2-1 0,41 35-326,-41-55 29,-24-18 192,-17-20 276,0 13-495,1-73 54,-3 0 0,-4 0 0,-7-27-56,-15-35-375,-19-108 1506,41 205-3186,2-1 1,1-15 2054,5 137-10498,9-39-25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6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7091,'0'0'1678,"0"0"262,0 0-630,0 0-414,0 0-413,0 8 53,0 12 277,0 0 0,2 0 0,1-1 0,0 1 0,1-1 0,6 14-813,-7-24 185,0-1 0,1 0 0,0 1 0,0-1 0,1-1-1,0 1 1,1-1 0,-1 0 0,1 0 0,1 0 0,-1-1 0,1 0-1,1 0 1,-1-1 0,1 0 0,5 3-185,2-2 45,1-1 0,-1 0 0,1-1-1,0-1 1,0-1 0,1 0 0,-1-1 0,0 0 0,1-1 0,-1-2 0,10-1-45,-20 3-9,-1-1 1,1 0-1,-1-1 0,1 1 1,-1-1-1,0 0 1,0 0-1,0-1 1,0 0-1,0 0 1,0 0-1,-1 0 1,1-1-1,-1 1 1,0-1-1,0 0 1,1-2 8,1-2 1,-1 0 0,0 0 1,0-1-1,0 1 0,-1-1 0,0 0 0,-1-1 1,0 1-1,0-1 0,-1 1-1,0-4 16,1 0 0,-2 0 0,0 0 0,0 0 0,-1 0 0,-1 0 0,0 0 0,-1 0 0,0 0 0,-1 0-1,0 0 1,-1 1 0,-1 0 0,0-1 0,-3-4-16,2 8 54,0 1 0,0-1 0,-1 1 0,1 1 1,-2-1-1,1 1 0,-1 1 0,0-1 0,-1 1 0,1 1 0,-1 0 0,0 0 0,-1 0 0,0 1-54,-8-2 191,0 2 0,0 0 0,0 1 0,0 0 0,0 2 0,-1 0 1,-6 1-192,20 0 25,0 0 0,0 1 1,0-1-1,1 1 1,-1 0-1,0 0 0,1 1 1,-1 0-1,0-1 1,1 1-1,0 1 0,-1-1 1,1 1-1,0-1 1,1 1-1,-1 0 0,-2 3-25,0 0 1,1 1 0,0-1-1,0 1 1,1 0-1,0 1 1,0-1 0,1 1-1,0-1 1,0 1 0,1 1-1,-4 11-803,2 0 1,0 1 0,0 16 802,1 51-6806,3-38-1617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9.0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336 428 256,'0'0'6371,"0"0"-3212,0 0-710,0 0-395,0 0-306,0 0-526,-6-7-323,0-1-691,0-1 0,1 1 0,0-1 0,0 1 0,1-2 0,0 1 0,1 0 0,0-1 1,-1-6-209,1 3 159,-8-50 252,-3 1 0,-3 0 0,-13-27-411,28 85 61,2 2-13,0 0 1,-1 0 0,1 1 0,-1-1-1,0 0 1,0 0 0,0 1-1,0-1 1,0 1 0,0-1-1,0 1 1,0-1 0,0 1-1,-1 0 1,1-1 0,-1 1 0,1 0-1,-1 0 1,1 0 0,-1 0-1,-1 0-48,3 1 112,0 0-160,-1 6 25,0 0 0,0 0 0,0 0-1,1 1 1,0-1 0,0 0 0,1 0-1,0 0 1,0 2 23,1 10 17,3 16 129,2 0 0,1-1 0,1 0 0,2 0 0,15 30-146,19 59 175,-39-101-165,3 3 1,-2 1 0,-1 0 0,0 0 0,-2 0 0,-1 0 1,-1 1-1,-1 19-11,-2-42-7,0-1-1,0 1 1,0-1 0,0 0 0,-1 1 0,1-1 0,-1 0 0,1 0-1,-1 0 1,0 0 0,1 0 0,-1 0 0,0 0 0,0-1 0,0 1-1,-1-1 1,1 1 0,0-1 0,-1 0 0,1 0 0,0 0 0,-1 0-1,0-1 1,-2 1 7,-65 14-215,-24-10 444,-32-6-229,210-3 249,1-4-1,67-16-248,-41 5 202,-104 18-236,0 0 1,1-1-1,-1 0 0,0 0 0,0-1 0,-1 0 1,1 0-1,0 0 0,-1-1 0,0 0 0,1-1 34,-4 2-376,0 0 0,0 0-1,0 0 1,0 0 0,-1 0-1,1-1 1,-1 0 0,2-2 376,-2 2-733,-1 0 1,1 0-1,-1 0 1,0 0-1,0 0 1,-1 0-1,1 0 1,-1 0-1,1-3 733,-1-25-6382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2:59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35 6355,'0'0'1641,"0"0"-14,0 0 97,0 0-12,0 0-605,-3-6-287,-11-16 167,8 15 1090,5 15-1325,1-7-620,2 41 884,1 0 0,2 0 1,10 35-1017,39 128 1206,3 16-299,-49-180-784,2-1 0,2 0 0,8 17-123,-15-43-169,-5-14 34,-1-18-31,-16-216-437,17 25 699,1 204-105,-1 1 1,1-1-1,-1 1 0,1 0 0,0-1 1,1 1-1,-1 0 0,1 0 0,0 0 1,0 0-1,0 0 0,1 0 0,-1 1 1,1-1-1,0 1 0,0 0 0,0-1 0,0 1 1,1 1-1,-1-1 0,1 0 0,-1 1 1,1 0-1,0 0 0,0 0 0,0 0 1,1 1-1,2-2 9,5 0-21,1-1 0,0 1 0,-1 1 0,1 1 0,0-1-1,0 2 1,0 0 0,0 0 0,5 2 21,-13-1-8,0 1-1,-1-1 1,1 1-1,0 0 1,-1 0-1,0 0 1,1 0-1,-1 1 1,0 0-1,0 0 1,-1 0-1,1 0 1,-1 1-1,1-1 1,-1 1-1,0 0 1,0 0-1,-1 0 1,1 0-1,-1 1 1,0-1-1,0 1 1,0-1-1,-1 1 0,0 0 1,0-1-1,1 4 9,2 17-81,0 1 0,-1-1 0,-1 0-1,-2 18 82,-1-38 4,1 1 1,-1-1-1,0 1 0,-1-1 0,1 0 0,-1 0 0,0 0 0,0 0 1,-1 0-1,1 0 0,-1 0 0,0-1 0,-1 1 0,1-1 0,-1 0 1,1 0-1,-1 0 0,-1-1 0,1 1 0,-1-1-4,-14 11 30,-2-1-1,0-1 1,0 0-1,-2-2-29,4 0 5,19-10-5,-1 0 0,1 0 1,-1 0-1,1 0 0,-1 0 1,1 0-1,-1 0 0,1 0 1,-1 0-1,1 1 0,-1-1 1,1 0-1,-1 0 0,1 1 1,-1-1-1,1 0 0,-1 1 0,1-1 1,0 0-1,-1 1 0,1-1 1,-1 1-1,1-1 0,0 1 1,0-1-1,-1 1 0,1-1 1,0 1-1,0-1 0,0 1 1,-1-1-1,1 1 0,0-1 1,0 1-1,0-1 0,0 1 1,0 0-1,0-1 0,0 1 0,0-1 1,0 1-1,0-1 0,1 1 1,-1-1-1,0 1 0,0-1 1,0 1-1,1-1 0,-1 1 1,0-1-1,1 1 0,-1-1 1,0 1-1,1-1 0,-1 0 1,0 1-1,1-1 0,-1 0 1,1 1-1,-1-1 0,1 0 0,-1 1 1,1-1-1,-1 0 0,1 0 1,-1 0-1,1 1 0,37 10 133,48-5 337,0-4 0,8-4-470,19 0 405,-107 2-271,-1 0-1,1 0 1,-1-1 0,1 0 0,-1 0-1,0 0 1,1-1 0,-1 1-1,0-1 1,0-1 0,5-1-134,11-19-623,-19 20 162,-1-1-1,1 1 1,-1 0-1,0-1 1,0 1-1,0-1 1,-1 1-1,1-1 1,-1 0 461,1-20-5115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01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471 7 7972,'0'0'1835,"0"0"65,0 0-665,0 0-384,0 0-317,-33-7 1549,15 8-1803,1 1-1,-1 0 0,1 1 1,-1 1-1,1 0 1,0 1-1,0 1 0,1 1 1,0 0-1,0 1 1,-1 2-280,-16 8 251,1 1 1,1 2 0,1 1-1,1 1 1,1 1 0,0 3-252,26-25 4,0 0 0,0 1 0,-1-1 0,2 1 0,-1 0 0,0-1 0,1 1 0,-1 0 1,1 0-1,0 0 0,0 0 0,0 0 0,0 3-4,1-5-15,0 0 0,0 0 1,0 0-1,0 0 0,1 0 0,-1 0 0,1 0 1,-1 0-1,0 0 0,1 0 0,0 0 1,-1 0-1,1 0 0,0 0 0,-1 0 0,1 0 1,0 0-1,0-1 0,0 1 0,0 0 1,0-1-1,0 1 0,0-1 0,0 1 0,0-1 1,0 1-1,0-1 0,0 0 0,0 1 1,0-1-1,0 0 0,0 0 0,0 0 0,1 0 1,-1 0-1,0 0 0,1 0 15,45 3 9,0-2 0,4-2-9,5 0 181,34 4-181,-75-1 16,1 0 0,-1 0-1,0 2 1,0 0 0,0 1 0,0 0 0,12 7-16,-25-11-5,1 0 0,-1 0 1,0 1-1,0-1 1,0 1-1,0-1 1,0 1-1,0 0 1,0 0-1,0 0 1,-1 0-1,1 0 1,-1 0-1,1 1 1,-1-1-1,0 0 0,0 1 1,0-1-1,0 1 1,-1-1-1,1 1 1,-1-1-1,1 1 1,-1-1-1,0 1 1,0 0-1,0-1 1,0 1-1,0-1 0,-1 1 1,1 0-1,-1-1 1,0 1-1,0-1 1,0 2 4,-2 3-15,-1 0-1,1-1 1,-1 1 0,0-1 0,0 0 0,-1 0 0,0 0 0,0-1-1,0 1 1,0-1 0,-5 2 15,-34 21 49,-1-2-1,-1-2 1,-37 14-49,47-22 9,72-37-270,-1-1 0,-1-1 0,26-25 261,9-5-218,-1 3 189,101-70-387,-169 120 424,1 0 1,-1 0-1,0 0 1,0 0-1,0 0 1,1 0-1,-1 0 1,0 0-1,0 0 1,1 0-1,-1 0 1,0 0-1,0 0 1,0 0-1,1 0 1,-1 0-1,0 0 1,0 0-1,0 1 1,0-1-1,1 0 1,-1 0-1,0 0 1,0 0-1,0 1 1,0-1-1,0 0 1,1 0-1,-1 0 1,0 0-1,0 1 1,0-1-1,0 0 1,0 0-1,0 0 1,0 1-1,0-1 1,0 0-1,0 0 1,0 1-1,0-1 1,0 0-1,0 0 1,0 0-1,0 1 1,0-1-1,0 0 1,0 0-9,1 23 135,-3 20 7,-4-2 147,4-28-201,-1 1 0,2-1 0,0 1 0,0 0 0,1-1 0,1 1 0,1 0 0,2 12-88,-3-24 21,0 0 0,0 0 1,1-1-1,-1 1 0,0 0 1,1 0-1,0-1 0,-1 1 0,1-1 1,0 0-1,0 1 0,-1-1 1,1 0-1,0 0 0,0 0 0,0 0 1,1 0-1,-1-1 0,0 1 0,0-1 1,0 1-1,1-1 0,-1 0 1,1 0-22,64 1 663,-44-2-362,-13 1-228,-1-1-1,1 0 0,-1 0 1,0-1-1,1-1 0,-1 0 1,0 0-1,0 0 1,-1-1-1,1 0 0,-1-1 1,0 0-1,6-5-72,-8 5-281,-1 0-1,1 0 1,-1 0 0,0-1-1,0 0 1,-1 0 0,0 0-1,1-2 282,-2 2-929,0 1 0,-1-1 0,0 0 1,0 0-1,0 0 0,-1 0 0,0 0 0,0 0 0,-1 0 0,1-4 929,-1-25-10546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01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6675,'0'0'9028,"0"0"-8259,0 0-769,0 0 0,0 0-2690,0 0-4209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04.7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283 354 544,'0'0'2161,"0"0"-200,0 0-96,0 0 5,0 0 275,0 0-13,-2-1 4659,-3-10-5728,5-26-916,-1-1-1,-2 0 1,-3-5-147,4 33 1,0 0 0,0-1-1,-1 1 1,0 0 0,-1 0 0,0 0 0,-1 1 0,0-1 0,-1 1-1,1 0 1,-2 1 0,1 0 0,-8-7-1,10 17 702,2 12-606,4 16-168,1-16 99,0 1 1,1-1 0,1 0 0,0-1 0,1 1-1,1-1 1,7 13-28,13 14 307,25 30-307,-5-9 72,-44-58-90,-1-1-1,0 1 1,0 0 0,0 0-1,-1 0 1,1 0 0,-1 0-1,1 0 1,-1 1 0,0-1-1,0 0 1,-1 0 0,1 1-1,-1-1 1,0 1 0,1-1-1,-1 0 1,-1 1-1,1-1 1,0 1 0,-1-1-1,0 0 1,0 1 0,0-1-1,0 0 19,-2 2-37,0-1 0,0 0 0,0 0 0,-1 0 0,0-1 0,1 1 0,-1-1 0,0 0 0,-1 0 0,1 0 0,-1-1 0,1 1 0,-1-1 0,0 0 0,-4 1 37,-31 10-94,-1-2 0,0-2 0,-7 0 94,-74 16 186,122-25-176,-1 0 0,0 0 0,0 0 0,0 0 0,0 1-1,0-1 1,0 0 0,0 0 0,0 0 0,1 1 0,-1-1-1,0 1 1,0-1 0,0 0 0,1 1 0,-1-1 0,0 1-1,0 0 1,1-1 0,-1 1 0,1 0 0,-1-1 0,0 1 0,1 0-1,-1-1 1,1 1 0,0 0 0,-1 0 0,1 0 0,0 0-1,-1-1 1,1 1 0,0 0 0,0 1-10,1-1 4,0 0 1,0 0-1,0 0 1,0 0-1,1 0 1,-1 0 0,0 0-1,1-1 1,-1 1-1,0-1 1,1 1-1,-1-1 1,1 1-1,-1-1 1,1 0-1,-1 1 1,1-1-1,0 0 1,-1 0-1,1 0 1,0 0-5,41 1 115,0-1-1,0-2 1,-1-1 0,1-3-1,-1-2 1,0-1 0,0-2 0,35-15-115,-74 24-199,0 0 1,0 1 0,0-2 0,0 1 0,0 0 0,-1 0-1,1-1 1,-1 0 0,1 1 0,-1-1 0,0 0-1,0 0 1,0 0 0,-1 0 0,1-1 0,-1 1-1,1 0 1,-1-1 0,0 1 0,-1-1 0,1 1 0,0-3 198,1-13-1716,-1 0 0,0 0 0,-2-18 1716,0 9-1140,1-18 2888,0 46-716,0 0-282,0 0-145,1 3-285,1 3-224,1-1 0,-1 0-1,1 1 1,0-1-1,1 0 1,-1-1-1,1 1 1,0-1-1,0 1 1,1-1 0,-1 0-1,1-1 1,0 1-1,-1-1 1,2 0-1,-1 0 1,0 0-1,1-1 1,-1 0 0,1 0-1,5 1-95,8 1 54,0 0 0,0-1-1,0-1 1,0-1 0,1 0 0,6-2-54,-22 1 3,1 0 1,0-1-1,0 0 1,0 0 0,0 0-1,-1 0 1,1-1 0,0 0-1,-1 0 1,1 0 0,-1 0-1,0-1 1,0 0 0,0 0-1,0 0 1,0 0-1,-1 0 1,1-1 0,-1 0-1,0 1 1,0-1 0,0-1-1,-1 1 1,0 0 0,1-1-1,-1 1 1,-1-1-1,2-3-3,2-12 70,0 1 0,-2-1 0,0 0-1,-2 0 1,0 0 0,-1-10-70,-1 21 102,0 1 0,0-1 0,-1 0 0,0 1 0,-1-1 0,0 1 0,0 0 0,0 0 0,-1 0 0,-1 0-1,1 1 1,-1 0 0,0-1 0,-1 2 0,0-1 0,0 1 0,0 0 0,-1 0 0,0 0 0,0 1 0,0 0 0,-1 1 0,0 0 0,1 0 0,-2 0 0,1 1 0,0 0 0,-1 1 0,1 0 0,-1 0 0,1 1 0,-1 0 0,0 1 0,0-1 0,0 2 0,0-1-102,3 2 3,1 0 0,-1 1 0,1 0 0,0-1 0,0 2 0,0-1 0,0 0 0,1 1 0,-1 0 0,1 0 0,0 1 0,0-1 0,0 1 0,1 0 1,-3 4-4,-2 3-294,1 0 0,0 0 1,1 0-1,0 1 1,1 0-1,0 4 294,3-11-923,1 0 0,0 0 0,0 0 0,1 0 0,0 0 0,0 0 0,0 0 923,3 6-5899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1 205 8708,'0'0'1739,"0"0"-399,0 0 234,0 0 205,0 0-578,28 32-246,133 152 125,-155-176-989,19 17 821,-25-24-868,1-1-1,-1 1 1,1-1 0,-1 0 0,1 1 0,0-1 0,-1 0 0,1 0 0,0 0-1,-1 1 1,1-1 0,-1 0 0,1 0 0,0 0 0,-1 0 0,1 0-1,0 0 1,-1 0 0,1 0 0,0 0 0,-1-1 0,1 1 0,0 0-1,-1 0 1,1-1 0,-1 1 0,1 0 0,0 0 0,-1-1 0,1 1 0,-1-1-1,1 1 1,-1-1 0,1 1 0,-1-1 0,0 1 0,1-1 0,-1 1-1,1-1 1,-1 1 0,0-1 0,0 1 0,1-1 0,-1 0 0,0 1-1,0-1-43,7-16 228,0 0 0,-2 0-1,0 0 1,-1-1 0,0 1-1,0-17-227,0-23 717,-4-30-717,0 32 1722,5-38-1722,-1 76 80,-1 19-3037,-3 27-3568,-14-1-1158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27.6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80 7139,'0'0'1073,"0"0"325,0 0 339,0 0-57,0 0-530,-11 0 94,11 0 3152,23-2-4191,0-1 1,0-1-1,0-1 1,0-1-1,6-3-205,43-11-16,-4 8-165,1 3 1,0 3-1,0 2 0,3 4 181,-67 0-27,1 0 1,-1 1-1,1-1 0,-1 1 0,1 0 1,-1 1-1,0-1 0,1 1 0,-1 0 1,0 0-1,0 1 0,-1 0 0,1-1 1,0 2-1,-1-1 0,0 0 0,2 3 27,0 0-49,-1 0 0,0 1-1,0 0 1,0 0 0,-1 1 0,0-1-1,-1 1 1,0 0 0,0 0-1,1 6 50,3 20-122,-1 0 0,-3 1 0,0 0 1,-2-1-1,-2 7 122,1-18-4,-2 1-29,0 0 0,-2 1-1,-1-1 1,-1-1-1,0 1 1,-2-1-1,-1 0 1,-1-1-1,-1 0 1,0-1-1,-2 0 1,0-1-1,-2 0 1,-3 2 33,-32 37 73,-3-1 1,-3-4-1,-49 38-73,79-72 11,18-14-24,0 0 0,0 1 0,0 0 0,1 0 0,0 1 0,0 0 0,-6 8 13,13-15 56,0-1 80,0 0-10,0 0 71,-1-7-159,0 0 0,1 0 0,-1 0 0,1 0 0,1 0 0,0 1 0,0-1 0,0 0 0,0 0 0,1 0 0,1 1 0,-1-1 0,2-2-38,8-16 24,1 0 1,11-16-25,-15 27 87,2-5-1,-7 11-36,0 0-1,1 1 1,0-1 0,1 1-1,0 0 1,0 0-50,-5 6 29,-1 1-53,-5 23-117,-24 23 174,-3-1 0,-1-2 0,-2-1 0,-38 36-33,59-63-17,-35 34-23,82-124 1085,30-26-964,18-16-81,-110 157-169,-47 61-367,5-24 640,30-35 64,-32 43-168,223-287 494,-148 198-499,-2 4-35,-17 16-411,-45 45 220,25-28 309,3 2 0,-29 38-78,62-71 56,1-2-40,0 0-5,16 0 82,270-6 731,-283-7-549,0-47-178,-4-42-97,0 20 869,1 82-429,0 0-152,-2 9-256,1 1 0,0 0 1,0-1-1,1 1 0,1-1 0,0 2-32,0-2-26,-1 0 1,0 0-1,0 0 0,-1 0 1,0 0-1,0 0 1,-2 3 25,-2 3-890,-1-1 0,-1 0 1,0 0-1,-7 9 890,3-4-2025,-10 20-3973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28.1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75 4466,'0'0'4840,"0"0"-1399,0 0-949,0 0-507,0 0-384,-1 0-1566,1 0 0,0 0 0,-1 0 0,1 0 0,0 0 0,-1 0 0,1 0 0,0 0 0,-1 0 0,1 0 0,0-1 0,0 1 0,-1 0 0,1 0 0,0 0 0,-1-1 0,1 1 0,0 0 0,0 0 0,0-1 0,-1 1 1,1 0-1,0 0 0,0-1 0,0 1 0,0 0 0,-1-1 0,1 1 0,0 0 0,0 0 0,0-1 0,0 1 0,0 0 0,0-1 0,0 1 0,0 0 0,0-1 0,0 1 0,0 0 0,0-1 0,0 1 0,0 0 0,0-1 0,0 1 1,1 0-1,-1-1 0,0 1 0,0 0 0,0 0 0,0-1 0,1 1 0,-1 0-35,12-3 126,0 1 0,1 1 0,-1 0 0,0 1 0,10 1-126,13-1 224,83-2 81,1-6 1,-1-5 0,61-16-306,-158 24-1095,-22 5-3453,-18 6-685,1 0 4600,-27 15-4337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28.9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243 1 8324,'0'0'2758,"0"0"-151,0 0-507,0 0-436,0 0-463,2 9-267,10 24-320,1-1 1,1 0 0,1-1-1,3 1-614,27 55 562,-39-75-494,0 0 0,-1 1 0,-1 0 0,0 1 0,0-1 0,-1 0 0,-1 1 0,0 0 0,-1 0 0,-1 4-68,0-16-3,-1-1-1,1 0 1,-1 0-1,1 1 1,-1-1-1,1 0 1,-1 0 0,0 0-1,0 1 1,0-1-1,1 0 1,-1 0 0,0 0-1,0-1 1,0 1-1,-1 0 1,1 0-1,0 0 1,0-1 0,0 1-1,-1-1 1,1 1-1,0-1 1,0 1 0,-2-1 3,-40 11-164,35-9 112,-105 18-488,-19-3 540,54-8 409,298-8 1709,-51-16-1970,-74 5-104,46 3-44,-140 7-128,-1 0-8,0 0-171,0 0 24,-20 0-218,-40 2 519,1 3-1,0 2 1,1 3-1,0 2 1,-32 13-18,164-24 614,-32-7-594,-1-3 1,17-5-21,-13 2 7,43-5-7,-231 19-323,91 6 409,-38 3 124,89-11-87,1 0-65,0 0 25,0 0-22,0 0-39,0 0-414,23 0-10750,-12 0 3189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37.2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380 404 5795,'0'0'1069,"0"0"225,0 0-266,0 0-143,0 0-164,0 0 82,0 0 256,-2 0-320,0 0 1,0 0-1,0 1 1,-1-2-1,1 1 1,0 0-1,0 0 1,0-1-1,0 1 1,0-1-1,-2 0-739,2-36 135,-2-1-1,-2 1 1,-1 0-1,-10-27-134,3 9 1263,-3-34-1263,17 77 84,0 10-81,0 1 0,0 0-1,1 0 1,-1 0 0,0-1 0,0 1-1,-1 0 1,1 0 0,0-1-1,0 1 1,-1 0 0,1 0 0,0 0-1,-1 0 1,1 0 0,-1-1-1,0 1 1,1 0 0,-1 0 0,0 0-1,0 0 1,1 1 0,-1-1-1,0 0 1,-1 0-3,2-1 40,0 1-56,0 1-5,0 0-14,0 0-24,0 0 3,0 0 38,0 0 42,0 0 64,0 0 18,0 0-52,0 0-20,0 0-74,0 0 24,0 0-32,0 0 48,0 0 16,0 0 3,0 0 0,0 0-30,3 43 172,2 0 0,2 0 0,2-1 0,2-1 0,14 39-161,0 1 156,31 132 561,0 48-717,-52-236-146,-1 1 1,-1 0-1,-1 3 146,-1-28-134,0-1-18,0 0 70,0 0 20,0 0-26,0 0 13,0 0-71,0 0 74,0 0-43,0 0 48,-34 15-474,-8-3 286,35-10 177,-1 1 1,1-1-1,-1 0 1,0-1-1,1 0 0,-9 0 78,-5-3-14,1 0 0,-1-2 0,0-1-1,1 0 1,0-1 0,-14-8 14,8 4 35,-1 2 1,0 0 0,-12 0-36,-25 0 584,60 6-301,3 2-269,1 0 0,0 0 0,0-1 0,0 1 1,0 0-1,0-1 0,0 1 0,1 0 0,-1-1 0,0 1 1,0 0-1,0 0 0,0-1 0,0 1 0,0 0 0,0 0 1,1-1-1,-1 1 0,0 0 0,0 0 0,0-1 0,0 1 0,1 0 1,-1 0-1,0 0 0,0 0 0,1-1 0,-1 1 0,0 0 1,0 0-1,1 0 0,-1 0 0,0 0 0,1 0 0,-1 0 1,0 0-1,0 0 0,1 0 0,-1 0 0,0 0 0,1 0 1,-1 0-1,0 0 0,0 0 0,1 0 0,-1 0 0,0 0 1,0 0-1,1 0 0,-1 0-14,19-2 41,229 2 158,-112 2-296,8-7 97,-101 2-16,0-2 0,0-2 0,-1-2 0,0-2 0,15-6 16,-52 16 3,11-10-9,-15 10-13,-1 1 22,0 0-59,0 0 19,0 0 69,0 0 10,0 0-31,0 0-46,0 0-10,0 0-22,0 0 54,0 0-22,0 0 14,0 0 50,0 0-13,0 0-37,0 0-62,0 0-58,0 0-17,0 0-47,0 0 133,0 0-40,0 0-120,0 0-19,0 0-101,0 0-30,0 0-207,0 0-3,0 0-89,0 0-63,-2 0 487,1 0 1,-1 0-1,1-1 0,-1 1 1,1-1-1,-1 1 1,1-1-1,0 1 0,-1-1 1,1 0-1,0 0 0,-1 0 1,1 0-1,0 0 1,0 0-1,0 0 0,0 0 1,0 0-1,0 0 0,0-1 1,0 1 256,-15-31-4778,9 8 373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38.1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7 335 4898,'0'0'1308,"0"0"25,0 0-57,0 0-84,0 0-258,-5-1 6501,4 4-7568,3 15 459,1 0 1,1 0-1,0 0 0,2 0 1,0 0-1,1-1 0,5 7-326,0 5 363,0 1-161,1 0 0,2-2 0,1 1 0,1-2 1,1 0-1,1-1 0,8 6-202,-16-20 11,0-2-1,1 1 1,0-1-1,0-1 1,1 0 0,0-1-1,1 0 1,0-1-1,0-1 1,1 0-1,-1-1 1,1 0 0,0-1-1,1-1 1,-1 0-1,3-1-10,1 0 4,0-1-1,-1-1 0,1 0 1,0-1-1,-1-1 0,16-4-3,-25 3-13,0 0-1,0 0 0,-1-1 1,1 0-1,-1 0 0,0-1 1,0 0-1,0-1 1,-1 0-1,0 0 0,0 0 1,-1-1-1,1 0 1,1-3 13,3-5-149,-1 0 1,0-1-1,-1 0 1,-1-1-1,0 0 1,-2 0-1,0 0 1,0-1-1,-2 0 1,1-6 148,-1-8-213,0 0 1,-3 0-1,0 0 0,-2-1 1,-3-16 212,1 35-8,0-1 0,0 0 0,-2 1 0,0-1 1,0 1-1,-1 0 0,-1 1 0,-1 0 0,0 0 1,0 0-1,-2 0 8,-3-4 6,-1 1 0,0 1 0,-1 0 0,-1 1 1,0 0-1,-1 1 0,-13-7-6,5 7 72,-1 0-1,-1 2 1,1 0-1,-2 2 1,1 1 0,-1 2-1,0 0 1,-1 2-1,1 1 1,-1 1 0,1 2-1,-13 1-71,33 0 15,0 0 1,0 0-1,0 1 0,1 0 1,-1 1-1,0 0 1,1 0-1,0 0 0,-1 1 1,1 0-1,1 0 0,-1 1 1,1 0-1,-1 0 0,1 1 1,1-1-1,-1 1 0,1 1 1,0-1-1,-2 5-15,-1 0 42,2 1-1,0-1 1,0 1-1,1 1 1,0-1-1,1 0 1,1 1 0,0 0-1,0 0 1,1 0-1,1 0 1,0 5-42,1 18 86,-1-19-30,0-1 0,1 1 0,1 0 1,1-1-1,0 1 0,1-1 0,1 1 1,0-1-1,1 0 0,4 5-56,1-1 101,0 2 272,1-1 1,0 0-1,2-1 0,1 0 0,0-1 0,10 9-373,-23-27 173,-1-1-55,0 0 106,0 0-22,0 0-81,0 0-36,0 0 8,0 0-103,0 0 74,0 0-59,0 0-221,0 0-550,0 0-832,0 0-1379,0 0-2842,0 0-4997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0.4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47 1281,'0'0'221,"0"0"-48,0 0-165,3-10 185,-3 8 4223,0 2 4462,-13 0-4778,14 1-1769,33 1-1284,58 1-1578,-12-1 496,-46 0 18,1-1-1,0-2 1,-1-1 0,28-5 17,-58 6 64,-4 1-39,0 1 0,0-1 1,1 0-1,-1 0 0,0 0 0,0 0 1,1 0-1,-1 0 0,0 0 0,0 0 0,0 0 1,1 0-1,-1 0 0,0-1 0,0 1 1,1 0-1,-1 0 0,0 0 0,0 0 1,0 0-1,1 0 0,-1 0 0,0-1 0,0 1 1,0 0-1,1 0 0,-1 0 0,0 0 1,0-1-1,0 1 0,0 0 0,0 0 1,0 0-1,1-1 0,-1 1 0,0 0 0,0 0 1,0-1-1,0 1 0,0 0 0,0 0 1,0 0-1,0-1 0,0 1 0,0 0 0,0 0 1,0-1-1,0 1-25,0-1 24,0 1-53,0 0-35,0 0-32,0 0-270,-16-15-8443,11 3 512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1.3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0 293 560,'0'0'2794,"0"0"-1340,0 0-217,0 0-79,0 0-179,0 0-186,0-1-644,0 1 0,0-1 1,0 1-1,1-1 0,-1 1 1,0-1-1,0 1 0,0 0 0,1-1 1,-1 1-1,0-1 0,0 1 1,1 0-1,-1-1 0,0 1 1,1-1-1,-1 1 0,1 0 0,-1 0 1,0-1-1,1 1 0,-1 0 1,1 0-1,-1-1 0,1 1 1,-1 0-150,47 122 3877,-37-90-3572,1-1 0,2 1 0,1-2-1,1 0 1,2-1 0,1 0-1,13 14-304,-20-30 26,0 0-1,1-2 1,1 1-1,0-2 0,0 1 1,1-2-1,0 0 1,1 0-1,1-1-25,-4-3-22,0-1 0,1 1 0,-1-2 0,1 0 0,0-1 0,0 0 0,0-1 0,0 0 0,0-1 0,0 0 0,13-3 22,-21 2-5,1-1-1,0 1 1,-1-1 0,1-1 0,-1 1-1,1-1 1,-1 0 0,0 0 0,0 0-1,0-1 1,-1 0 0,1 0-1,-1 0 1,0 0 0,0-1 0,-1 1-1,1-1 1,-1 0 0,0 0 0,1-3 5,5-10-42,-1 0 0,-1 0 0,0 0 0,-1-1 0,2-12 42,-4 4-168,-1 1 0,-1-1 0,-1 0-1,-3-16 169,2-2-53,-1 30 81,-1 0 0,0 0-1,-1 1 1,0-1-1,-1 1 1,-1 0-1,0 0 1,-1 1 0,0-1-1,-1 1 1,-1 0-1,0 1 1,-6-6-28,-3-4 177,-2 0 0,0 2 1,-1 0-1,-1 1 0,-1 2 0,-17-12-177,27 22 71,0 0-1,0 1 1,0 0-1,-1 1 0,0 1 1,0 0-1,-1 0-70,10 3 32,-1-1 0,0 1 0,0 1 0,1-1 0,-1 1 0,0-1 0,0 1 0,0 1-1,0-1 1,0 1 0,1 0 0,-1 0 0,0 0 0,0 1 0,1-1 0,-1 1 0,1 0 0,0 1 0,-1-1 0,1 1 0,-2 1-32,-4 7 13,0 1 1,1 0 0,0 0-1,1 1 1,1 0-1,0 0 1,0 1 0,1 0-1,1 0 1,1 1 0,0-1-1,0 1 1,1 2-14,0 5-922,0 0 1,2 0-1,0 3 922,5 3-3236,16 0-1911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1.8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5491,'0'0'1830,"0"0"277,0 0-263,0 0-497,0 0-312,0 10 91,-2 56 1052,2 0 0,4 0 0,11 64-2178,-15-130-113,0 1 0,0-1 1,0 1-1,0 0 0,1-1 0,-1 1 1,0-1-1,0 0 0,1 1 1,-1-1-1,0 1 0,1-1 1,-1 1-1,0-1 0,1 0 0,-1 1 1,0-1-1,1 0 0,-1 1 1,1-1-1,-1 0 0,1 1 0,-1-1 1,1 0-1,-1 0 0,1 0 1,-1 0-1,1 1 0,-1-1 0,1 0 1,-1 0-1,1 0 0,-1 0 1,1 0-1,0 0 0,-1 0 0,1 0 1,-1-1-1,1 1 113,1 0-528,0-1 1,-1 0-1,1 1 0,0-1 1,-1 0-1,1 0 0,0 0 0,-1 0 1,1 0-1,-1 0 0,0 0 1,1-1-1,0 0 528,21-33-5880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2.4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43 2593,'0'0'2761,"0"0"-578,0 0 71,0 0-429,0 0-136,-5 0 359,2 0-1804,5 1 1260,11 2-1341,0 0 0,0-1 0,1 0 0,-1-1 0,0 0 0,1-1 0,-1-1 0,7-1-163,20-5 750,0-1-1,4-3-749,58-12 537,-21 19-385,-79 5-142,0-1 0,1 1 0,-1 0 0,0 0-1,0 0 1,0 0 0,0 0 0,0 0 0,0 1-1,-1-1 1,1 1 0,0-1 0,-1 1 0,1-1-1,-1 1 1,1 0 0,-1 0 0,0 0 0,0 0-1,0 0 1,0 0 0,0 0 0,0 0 0,-1 0-1,1 1 1,-1-1 0,1 0-10,15 75 316,-14-62-187,5 51 337,-2 0 0,-3 1 0,-4 4-466,1-3 835,2 0 0,11 61-835,-2-88 22,-10-41-143,0 0-300,0 0-267,0 0-625,0 0-688,0 0-2158,-6-3 936,-12-9-3289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2.8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8628,'0'0'2252,"0"0"-33,0 0-629,0 0-616,0 0-451,17 0-251,561-4 3557,-578 3-6704,0-2-3561,0-2-1082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3.9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4 1953,'0'0'2286,"0"0"-213,0 0 264,0 0-336,0 0-53,-5 0-326,-5-2 3672,29 1-3446,57 1-2637,-41 0 1316,46 0-170,127 0-607,-108 0 3881,-136 9-9071,16-2 638,-4-1-3935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6.2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24 446 4898,'0'0'2447,"0"0"-233,0 0-42,0 0-470,0 0-387,0 0-384,-22-2 1942,20 2 1009,12 2-3773,1 1 0,-1 1 0,-1-1-1,1 2 1,0-1 0,-1 1 0,7 5-109,65 48 606,-66-48-472,51 40 142,-2 2-1,-2 2 1,-3 4-1,45 56-275,-87-92 7,-1-1 58,0-1 1,1-1-1,1 0 0,1-1 1,14 9-66,-33-26 3,1 0 0,-1-1 0,1 1 1,0 0-1,-1-1 0,1 1 0,0-1 1,-1 1-1,1-1 0,0 1 0,0-1 1,-1 1-1,1-1 0,0 0 0,0 1 1,0-1-1,0 0 0,0 0 0,-1 0 1,1 0-1,0 0 0,0 0 0,0 0 1,0 0-1,0 0 0,0 0 0,-1 0 1,1 0-1,0-1 0,0 1 0,0 0 0,0-1 1,-1 1-1,1 0 0,0-1 0,0 1 1,-1-1-1,1 1 0,0-1 0,-1 0 1,1 1-1,-1-1 0,1 0 0,-1 1 1,1-1-1,0-1-3,1-4 7,-1 0 0,1 0 0,-1 0 0,0 0 0,-1-1 0,1-4-7,1-13-31,21-142-149,1-139 180,-17-170 1378,-7 473-1192,0 2-119,0 0-94,0 0 25,0 0-73,2 5-3470,-1 20 1431,-1 16-2029,0 1-2977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7.1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73 218 2417,'0'0'2407,"0"0"-631,0 0 401,0 0-373,0 0-444,-1-1-1220,0 1 0,0-1 0,1 1 0,-1-1-1,0 1 1,-1 0 0,1-1 0,0 1-1,0 0 1,0 0 0,0 0 0,0 0-1,0 0 1,0 0 0,0 0 0,0 0 0,0 0-1,-1 1-139,0 81 2748,0-28-1146,2 0 0,6 30-1602,-5-79 30,0 1 0,0 0 0,1-1-1,0 1 1,0-1 0,1 0 0,-1 0 0,1 0-1,0 0 1,1 0 0,-1-1 0,1 1-1,0-1 1,0 0 0,0 0 0,1 0 0,-1-1-1,1 1 1,0-1 0,0 0 0,0-1-1,0 1 1,1-1 0,-1 0 0,4 1-30,5 0 52,-1 1 0,1-1 0,0-1 0,-1-1 0,1 0 0,0 0 0,0-2 0,0 1 0,0-2 0,4-1-52,-10 2-36,0-2 0,-1 1 0,1-1 1,0 0-1,-1-1 0,1 1 0,-1-1 0,0-1 0,-1 0 0,1 0 1,-1 0-1,0-1 0,0 1 0,0-2 0,-1 1 0,0 0 0,0-1 1,-1 0-1,0 0 0,3-6 36,0-2-84,-1-1 1,0 0-1,-2-1 0,1 1 1,-2-1-1,0 0 0,-1 0 1,-1 0-1,0-9 84,-1 16-11,0 0 0,0 0 0,-1 0 0,0 0 0,-1 0 0,0 0 0,-1 0-1,1 0 1,-2 1 0,0-1 0,0 1 0,-1 0 0,0 0 0,0 1 0,-1-1 0,0 1 0,0 0 0,-1 1 0,0 0 0,-1 0 0,0 0 11,-6-6 43,0 0 0,-1 1-1,0 1 1,-1 0 0,0 2 0,-1 0 0,0 0 0,-1 2-1,1 0 1,-1 1 0,-1 0 0,1 2 0,-1 0 0,0 1 0,0 1-1,-5 1-42,21 2 9,0 0 0,-1 0-1,1 0 1,0 0 0,0 0-1,-1 1 1,1 0-1,0 0 1,1-1 0,-1 2-1,0-1 1,0 0 0,1 1-1,0-1 1,-1 1-1,1-1 1,0 1 0,0 0-1,0 0 1,1 0 0,-1 0-1,1 1 1,0-1-1,-1 1-8,-5 13 116,0 1 0,2 0-1,0 0 1,0 2-116,1 5 266,2 1 0,0 0 1,2 0-1,1 3-266,-1 6 205,10-25-1442,4-1-3451,-1-3-1979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8.2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 10373,'0'0'2201,"0"0"-120,0 0-683,0 0-518,0 0-314,0 0-369,28 4 49,-1 1-172,19 2 154,1-2 0,-1-2-1,1-2-227,40 1 784,-36 0 117,0-2-1,39-5-900,-69 1-2069,-19 3 1725,-1 0 0,0 1 0,0-1 0,0 0 0,0 0 0,0 1 0,0-1 0,0 0 0,-1 0 0,1 0 0,0 0 0,0-1 0,-1 1 0,1 0 0,-1 0 0,1 0 0,-1 0 0,1-1 0,-1 1 0,0 0 0,1 0 0,-1-1 0,0 1 0,0 0 0,0-1 0,0 1 0,0 0 0,0 0 0,-1-1 0,1 1 0,0-1 344,0-12-6326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8.5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9492,'0'0'1673,"0"0"-704,0 0 242,0 0-568,0 0-232,34 4-158,-3 0-193,34 4 123,1-2 1,24-4-184,105-2 1282,-128 0-4421,-75 0-4320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49.5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164 372 3794,'0'0'1894,"0"0"-317,0 0 213,0 0-363,0 0-184,0 0-229,-1 0-958,1 0 0,-1 0 1,1 0-1,-1 0 0,1-1 0,-1 1 0,1 0 0,-1 0 1,1 0-1,-1 0 0,1 0 0,-1 1 0,0-1 0,1 0 0,-1 0 1,1 0-1,-1 0 0,1 0 0,-1 1 0,1-1 0,0 0 0,-1 1 1,1-1-1,-1 0 0,1 1 0,-1-1 0,1 0 0,0 1 1,-1-1-1,1 0 0,0 1 0,-1-1 0,1 1 0,0-1 0,0 1 1,0-1-1,-1 1 0,1-1 0,0 1 0,0-1 0,0 1 0,0-1 1,0 1-57,0 29 725,1 0 0,2 1 1,1-1-1,1-1 0,1 1 1,9 19-726,-10-34 140,1 0 0,0 0 0,2-1 0,0 0 0,0-1 0,1 0 0,1 0 1,0-1-1,0 0 0,2-1 0,-1 0 0,1 0 0,13 7-140,-7-7 29,1 0 0,0-2 0,0 0 0,1-1 1,0-1-1,0-1 0,1-1 0,18 2-29,-2-2 61,-1-2 0,1-1 0,-1-3 1,29-3-62,-52 3-18,-1-1 1,1 0-1,-1-2 1,1 1 0,-1-1-1,0-1 1,-1 0-1,1-1 1,-1 0-1,0-1 1,0 0 0,-1 0-1,0-2 1,0 1-1,-1-1 1,0 0-1,-1-1 1,0 0 0,0 0-1,-1-1 1,0 0-1,-1 0 1,0-1-1,-1 0 1,-1 0 0,1 0-1,-2 0 1,0 0-1,0-1 1,-1 0-1,-1 0 1,0-5 17,0-18-30,-1-1 0,-2 1 1,-2-11 29,1 32-20,0 0 0,-1 0 1,-1 0-1,0 1 0,-1-1 0,0 1 1,-1 1-1,-1-1 0,-2-1 20,-10-14-49,-1 0 0,-1 2 0,-2 0 0,-1 2 0,-1 1 0,-12-9 49,24 22 15,-1 0 1,0 2 0,-1-1 0,0 2 0,0 0 0,-1 1 0,0 1 0,0 0 0,0 1 0,-1 1-1,0 1 1,0 0 0,-7 1-16,21 2 9,-7-1 7,1 0 0,0 0 0,-1 1 0,1 1 0,0 0 0,-1 0 0,1 1 0,0 0 0,0 1 0,0 0 0,0 1 0,1 0-1,-1 0 1,1 1 0,-1 1-16,-15 12 111,1 1 0,1 1-1,1 2 1,0 0 0,2 1 0,1 1-1,0 1 1,2 0 0,1 2 0,1 0-1,1 0 1,2 2 0,1-1-1,-4 15-110,12-26 208,1 1-1,0 1 0,2-1 0,0 10-207,0-12 620,0-15-933,0 1 0,0-1 0,0 1 1,0-1-1,0 1 0,0-1 0,-1 1 0,1-1 0,-1 1 0,1-1 0,-1 1 1,0-1-1,1 1 0,-1-1 0,0 0 0,0 0 0,0 1 0,0-1 0,0 0 1,0 0-1,0 0 0,0 0 0,-1 0 0,1 0 0,0 0 0,0-1 0,-1 1 1,1 0-1,-1-1 0,1 1 0,-1-1 0,1 1 0,-1-1 0,1 0 0,-1 0 1,-1 1 312,1-1-502,-32 10-9663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3.8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1 316 11301,'0'0'1417,"0"0"-387,0 0 50,0 0 147,26 34-133,168 209 216,-140-176-427,-3 1 0,-3 3 0,26 52-883,-69-113 103,-3-6-68,0 1 1,0-1-1,0 1 1,0-1-1,1 0 1,0 0 0,0 0-1,0-1 1,0 1-1,1-1 1,-1 1-1,1-1 1,0 0 0,3 2-36,-1-5 77,-5 0 38,-1-2 157,6-34 4,-2 0 0,-1 0 0,-2-15-276,1-13 71,4-81-77,-2 21 894,13-68-888,-11 150 179,2 1 1,2 0-1,1 0 0,3 1 1,1 1-1,12-21-179,-24 75-3661,-1 30 983,-1-6-1148,5 21-4780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4.3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1 246 4082,'0'0'3770,"0"0"-2202,0 0 28,0 0-468,0 0-55,2 20 29,-1-3-842,0-7-123,-1 0 0,1-1 0,1 1 0,0-1 0,0 1 0,1-1 0,0 0 0,0 0 0,1 0 0,0 0 0,1-1 0,3 5-137,-2-4 79,0-1 0,1 0 0,0-1-1,0 1 1,1-2 0,0 1 0,0-1-1,0 0 1,1 0 0,0-1 0,0-1-1,0 1 1,1-1 0,0-1 0,-1 0 0,1 0-1,0-1 1,0 0 0,1-1 0,-1 0-1,0-1 1,0 0 0,1 0 0,-1-1-1,5-1-78,-8 0 18,0 1 0,1-1 0,-1 0-1,0-1 1,0 1 0,0-2 0,0 1-1,-1-1 1,1 0 0,-1 0 0,0 0-1,0-1 1,-1 0 0,1-1 0,-1 1-1,0-1 1,0 0 0,-1 0 0,4-6-18,-1 0 22,-1 0 1,0 0-1,-1 0 1,0-1-1,-1 1 1,0-1 0,-1-1-1,0 1 1,-1 0-1,0-13-22,-1-2 43,0 8 117,0 1 0,-1-1-1,-2 1 1,0-1 0,-4-17-160,5 32 70,-1-1 0,0 1 0,0-1 0,-1 1 0,1 0 0,-1 0 0,0 0 0,0 1 0,-1-1 0,0 1 0,1 0 0,-2 0 0,1 0 0,0 0 0,-1 1 0,1-1 0,-1 1 1,0 0-1,0 1 0,0-1 0,-1 1 0,-2-1-70,1 0 51,-1 1-1,1 0 1,-1 0 0,0 1 0,1 0 0,-1 0 0,0 0 0,0 1 0,0 1-1,0-1 1,0 1 0,0 0 0,1 1 0,-1 0 0,1 0 0,-1 1 0,1 0-1,0 0 1,0 1 0,0-1 0,0 2 0,0-1 0,1 1 0,0 0 0,0 0-1,1 1 1,-1-1 0,1 1 0,0 1-51,-2 2-111,1 0 0,1 1 0,0 0 0,0-1 0,1 2 0,0-1 0,1 0 0,0 1 0,-1 8 111,-3 60-7856,7-53-956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4.7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64 9428,'0'0'1521,"0"0"416,0 0-849,0 0-623,0 0 335,0 0-112,238 22 97,-150-22-1,-6 0 256,-14-9-271,-17-7-241,-18 4-512,-19 3-32,-11 0-400,-3 3-625,0 0-1616,-50-4-1553,-18 1-1969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5.1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86 7684,'0'0'5666,"0"0"-4145,0 0 1136,0 0-1248,251 0-225,-129-7-271,-3-5-433,-14-3 240,-30 0-544,-31 6-160,-27 2-16,-17 4-112,0 3-592,0-3-1969,-24-3-2258,-6-3-9075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6.0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656 171 2145,'0'0'5482,"0"0"-3171,0 0-446,0 0-403,0 0-358,0 0-1033,0 1-1,-1-1 1,1 0-1,-1 1 1,1-1-1,0 0 1,-1 1 0,1-1-1,-1 0 1,1 1-1,-1-1 1,1 0-1,-1 0 1,1 0-1,-1 0 1,1 1-1,-1-1 1,1 0 0,-1 0-1,0 0 1,1 0-1,-1 0 1,1 0-1,-1 0 1,1-1-1,-1 1 1,1 0-1,-1 0 1,1 0 0,-1 0-1,1-1 1,-1 1-1,1 0 1,-1-1-71,-46-41 720,36 30-564,-1 1 1,0 1 0,-12-9-157,7 8 72,0 1 0,-1 1 1,0 0-1,-1 1 1,0 1-1,0 1 1,0 1-1,-1 0 1,0 2-1,0 0 0,0 1 1,0 1-1,-5 1-72,16 1 14,0 1 0,0 0 0,1 1 0,-1-1 0,0 2-1,1-1 1,0 1 0,0 0 0,0 1 0,1 0 0,-1 0 0,1 1 0,0 0-1,1 0 1,-1 0 0,1 1 0,-1 2-14,-9 11 101,0 0-1,1 1 1,1 1 0,2 1-1,-7 14-100,13-21 91,1-1 0,0 1-1,1 1 1,0-1 0,2 0 0,0 1-1,1 0 1,0-1 0,2 8-91,-1-21 4,1 1 1,-1-1-1,1 1 1,-1-1 0,1 1-1,0-1 1,0 1-1,1-1 1,-1 0-1,1 0 1,-1 1 0,1-1-1,0 0 1,1-1-1,-1 1 1,0 0 0,1-1-1,-1 1 1,1-1-1,0 0 1,0 1-1,0-2 1,0 1 0,0 0-1,0 0 1,0-1-1,1 0 1,-1 0-1,1 0 1,-1 0 0,1 0-1,-1-1 1,3 1-5,12 1-2,1 0 0,-1-1 0,1-1 0,-1-1-1,1-1 1,4-1 2,-10 1-4,0-1 0,0-1 0,0 0 0,0 0 0,0-2 0,-1 1 0,11-8 4,78-57-54,-23 15-45,-74 52 83,1 0 1,-1 1-1,1-1 0,0 1 0,0 0 1,0 0-1,5 0 16,-9 2-2,0-1 0,0 1 0,0 0 0,0 0 0,0 0 1,0 1-1,0-1 0,1 0 0,-1 0 0,0 1 0,0-1 0,0 0 0,0 1 0,0-1 0,0 1 1,0-1-1,0 1 0,-1 0 0,1-1 0,0 1 0,0 0 0,0 0 0,-1-1 0,1 1 1,0 0-1,-1 0 0,1 0 0,-1 0 0,1 0 0,-1 0 0,1 0 0,-1 0 0,0 0 0,1 0 1,-1 0-1,0 0 0,0 1 0,0-1 0,0 1 2,5 49 277,-2 0-1,-2 0 1,-5 43-277,3-66 96,-5 33 632,-2 0 1,-8 19-729,6-29 570,10-47 89,0-2-5066,0-1 434,0-1-3355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6.4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0 9108,'0'0'2962,"0"0"-2274,0 0 1857,0 0-736,-20 205-577,20-150-511,0-3-433,0-9 48,-7-10-320,0-5-32,7-10-880,0-6-929,0-12-2129,0 0-2689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6.9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102 13 4994,'0'0'2679,"0"0"-1076,0 0 289,0 0-345,0 0-202,-10 0-31,6 0-774,6 0 2571,230-12-643,-221 12-2461,-4-1-15,0 1 0,0 0-1,-1 1 1,1 0 0,0 0-1,0 0 1,6 2 8,-11-2-10,0 1 0,0-1 1,-1 0-1,1 0 0,0 1 1,0-1-1,-1 1 0,1 0 0,0-1 1,-1 1-1,0 0 0,1 0 1,-1 0-1,0 0 0,0 0 0,0 0 1,0 0-1,-1 1 0,1-1 1,-1 0-1,1 0 0,-1 1 0,0-1 1,1 0-1,-1 2 10,0 4-18,1 1 1,-1-1-1,0 0 0,-1 0 0,0 0 1,0 1-1,-1-1 0,0 0 0,0-1 1,-1 1-1,0 0 0,0-1 0,-4 7 18,-3 0 18,0-1-1,0-1 1,-1 1 0,-1-2-1,0 1 1,-8 4-18,-5 5 16,-1 0 1,-1-2-1,-1-2 0,-6 3-16,21-13-9,-1-1 0,-1 0 0,1-1 1,-1 0-1,0-1 0,0-1 0,0 0 0,-1-1 0,1-1 0,-1 0 9,34-17 24,-3 8-38,1 0 0,0 2 1,0 0-1,1 1 1,0 0-1,0 1 1,0 1-1,13 0 14,13 0-34,1 1 0,-1 3 0,1 1 34,-37-1-10,0 0 0,-1 0 0,1 0 0,0 1 0,-1-1 1,1 2-1,-1-1 0,0 1 0,0 0 0,0 0 0,0 1 0,0-1 0,-1 1 1,0 1-1,1-1 0,-2 1 0,1 0 0,0 0 0,-1 0 0,0 0 0,0 1 1,-1 0-1,1 0 10,0 3-9,-1 0 0,1 0 0,-1 0 0,-1 1 0,1-1 0,-2 1 0,1-1 0,-2 1 0,1 0 0,-1 0 0,0-1 0,-1 1 0,0 0 0,-1-1 0,0 1 0,-1 0 9,0-1 4,-1 0 0,0 0 0,-1 0 0,0 0 0,0-1 0,-1 0 0,0 0 0,0 0 0,-1-1 0,0 0 0,-1 0 1,1-1-1,-1 1 0,0-2 0,-1 1 0,1-1 0,-1-1 0,-4 2-4,-6 3 62,-2-1 1,1-1 0,-1 0-1,0-2 1,0 0-1,-1-2 1,1 0 0,-2-1-63,-1-1 178,3 1 177,-1-1 1,1-1 0,-1-1 0,1 0 0,-1-2 0,-3-1-356,10-3 683,15 1-2368,27-3-4310,-11 5 3889,32-13-6343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7.4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0 242 8836,'0'0'1886,"0"0"531,0 0-493,0 0-190,18 38-5,59 129-569,-56-115-653,-3 0 0,-2 1-1,0 13-506,-6-24 223,2 0 1,17 39-224,-29-80 17,0 0 0,0-1 0,0 1 0,0 0 0,1 0 0,-1 0 1,0 0-1,0-1 0,1 1 0,-1 0 0,1 0 0,-1-1 0,0 1 1,1 0-1,0-1 0,-1 1 0,1 0 0,-1-1 0,1 1 0,0-1 1,-1 1-1,1-1 0,0 1 0,-1-1 0,1 1 0,0-1 0,0 0 1,0 0-1,-1 1 0,1-1 0,0 0 0,0 0 0,0 0 0,0 0 1,-1 0-1,1 0 0,0 0 0,0 0 0,0 0 0,0 0 0,-1 0 1,1-1-1,0 1 0,0 0 0,0 0 0,-1-1 0,1 1 0,0-1 1,0 1-1,-1-1 0,1 1 0,0-1 0,-1 1 0,1-1 0,-1 0 1,1 1-1,-1-1-17,28-42 719,12-46-561,-3-1 0,2-23-158,51-192 245,-60 200 328,-24 85-469,-3 9-122,0 0-1,0 1 0,-1-1 1,0 0-1,-1 0 0,0-5 19,-28 18-2529,-2 5 76,1 1 0,-1 1-1,-4 3 2454,9-3-1892,-81 27-8177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3:5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0 657 5346,'0'0'1374,"0"0"-93,0 0 258,0 0-413,0 0-243,15-4-218,-4-1-435,-7 3-144,1 0-1,-1 0 0,0 1 0,1-1 0,-1 1 1,1 0-1,0 0 0,-1 0 0,1 1 0,0 0 0,-1-1 1,1 2-1,0-1 0,-1 0 0,1 1 0,0 0 0,-1 0 1,1 1-1,-1-1 0,1 1 0,-1 0-85,6 5 248,-1 0-1,-1 0 0,1 1 1,-1 1-1,-1-1 0,1 1 1,-2 0-1,1 1 0,-1 0 1,-1 0-1,2 2-247,13 31 672,-2 1 0,0 4-672,-18-48 6,75 237 1114,-12 3-1,-6 17-1119,-22-96 235,-31-147-206,37 167 4,-7 1 1,3 118-34,-37-297 0,1 0 0,-1 0 0,0 0 1,1-1-1,-1 1 0,1 0 1,0-1-1,0 1 0,0 0 0,0-1 1,0 1-1,1-1 0,-1 0 1,1 1-1,0-1 0,-1 0 0,1 0 1,0 0-1,0 0 0,1 0 1,-1 0-1,0-1 0,0 1 0,1-1 1,-1 0-1,7 3-36,0-1 0,0-1 0,0 0 0,0 0 0,0-1 0,9 1 36,14 1 11,8 6-16,-1 1-1,28 11 6,-30-9 34,0-1 0,1-2 0,18 1-34,42-2-21,1-5 0,20-6 21,-4 2-12,-24-2 31,-1-3 0,37-11-19,179-39 70,-7 1-33,412-36-443,3 32 1,316 28 405,-393 26-178,256 1-130,-633 17 188,-131-4 502,-1-6-1,50-8-381,-150 0 1,0 0 0,-1-2 0,0-1-1,0-1 1,15-8-1,12-4 52,-53 20-10,0 1 1,-1-1-1,1 0 0,0 0 0,-1 1 1,1-1-1,-1 0 0,1 0 1,-1 0-1,1 0 0,-1 0 0,1 0 1,-1 0-1,0 0 0,0 0 1,1 0-1,-1 0 0,0 0 0,0 0 1,0 0-1,0 0 0,0 0-42,-1-33-18,0 19 24,-3-53-21,-4 1 0,-2-1 0,-3 1 0,-14-36 15,-2-14-39,23 89 6,-90-439-345,76 344 407,7-1 1,2-103-30,11 60-50,7 0 1,9-13 49,-10 135 109,-3 0 1,-1-13-110,-3 57-8,0 0 0,0-1 0,0 1 0,0 0 1,0 0-1,0 1 0,0-1 0,0 0 0,0 0 0,0 0 0,0 1 1,-1-1-1,1 0 0,0 1 0,-1-1 0,1 1 0,0 0 0,-1-1 1,1 1-1,0 0 0,-2 0 8,-39-8-52,34 7 23,-139-16 92,-1 7-1,0 6 1,-29 8-63,-17-2-124,-31 8 184,-146 27-60,166-14 106,-521 30-72,153-14 60,3 31 231,-303 32-295,501-66 12,-71-2-96,13-1 4,256-7-151,-151 43 201,176-33-127,-2-7-1,-112 6 128,181-34 22,81-1 132,1 0 17,0 0-67,-1 1-527,1 0 0,0 0 1,-1 1-1,1-1 0,0 0 0,-1 0 1,1 0-1,0 1 0,0-1 0,0 0 0,0 0 1,0 1-1,1-1 0,-1 0 0,0 0 1,0 0-1,1 1 423,10 16-6168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00.2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2161,'0'0'384,"0"0"-384,0 0 0,0 0 0,0 0 0,0 0-64,0 0-112,58 0-160,-58 6-368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00.7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819 1 2849,'0'0'4770,"0"0"-2723,0 0-180,0 0-215,-27 27-185,-308 336 1358,258-278-2520,-69 78 1821,-87 69-2126,233-231-27,10-7-549,75-55-1047,-2-4 0,45-49 1623,-33 29-385,25-21-1,338-276 1001,-447 373-483,-10 8-98,0 0 1,0 0-1,0-1 0,1 1 1,-1 1-1,0-1 1,1 0-1,-1 0 1,0 0-1,1 1 1,-1-1-1,1 0 0,-1 1 1,2-1-35,-3 8 456,0 3-410,-2 0 0,1 1 0,-1-1 0,-1 0 0,0 0 0,0-1 0,-1 1 0,0-1 0,-1 1 0,0-1-46,-61 93 356,55-87-265,-35 46 216,-3-2 0,-3-2 0,-8 4-307,-177 155 1602,119-112-107,115-102-1301,1 0-363,2-1-3970,11-1-1447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07.6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11 348 5410,'0'0'1511,"0"0"-215,0 0 702,0 0-39,0 0-332,0 0-130,-7-5 334,7 5-1793,0 0 1,0 0 0,0 0-1,0 0 1,0 0 0,0 0-1,0 0 1,0 0-1,-1 1 1,1-1 0,0 0-1,0 0 1,0 0 0,0 0-1,0 0 1,0 0-1,0 0 1,0 0 0,0 0-1,0 0 1,-1 0 0,1 0-1,0 0 1,0 0-1,0 0 1,0 0 0,0 0-1,0 0 1,0 0 0,0 0-1,-1 0 1,1 0-1,0 0 1,0 0 0,0 0-1,0 0 1,0 0 0,0 0-1,0 0-38,32 51 1546,3 3 304,24 54-1850,130 322 1255,-130-291-936,-53-123-220,-4-10-69,0 0 1,0 0-1,1 0 0,-1 0 1,1 0-1,1-1 0,-1 1 1,1-1-1,0 0 0,0 0 1,4 4-31,-7-10 14,0 1 1,0-1 0,0 1-1,0-1 1,0 1-1,-1-1 1,1 0 0,0 1-1,0-1 1,-1 0 0,1 0-1,0 0 1,-1 1-1,1-1 1,-1 0 0,1 0-1,-1 0 1,1 0 0,-1 0-1,0 0 1,0 0 0,1 0-1,-1 0 1,0-1-15,12-34 530,-11 31-467,47-190-31,-9-2 0,-4-39-32,32-165 502,-65 389-466,4-10 309,-2-2-1,-1 1 1,0-17-345,-3 39 74,0 1-100,0 0-129,0 0-221,0 15-2215,0 81-4231,0-33 553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09.1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95 53 1489,'0'0'1913,"0"0"-30,0 0-37,0 0-186,0 0-148,-38-11 9323,34 15-10790,1 1 1,0 0-1,0 0 1,0 0 0,0 0-1,1 0 1,0 0 0,0 1-1,0-1 1,1 1-1,-1 2-45,-1 4 107,-5 25 151,2 1-1,1 0 1,2 0-1,2 0 1,1 0 0,3 13-258,-1 37 271,-1-82-259,-1 0-1,1 0 1,0 0 0,0 0 0,0 0 0,1 0 0,0 0 0,1 0-1,-1-1 1,1 1 0,0-1 0,0 1 0,1-1 0,-1 0 0,1-1-1,0 1 1,1-1 0,-1 1 0,1-1 0,0-1 0,0 1 0,0-1-1,2 2-11,4 1 34,1 0-1,-1-1 0,1-1 0,0 0 0,0 0 0,0-1 1,0-1-1,1 0 0,-1 0 0,1-2 0,2 1-33,-9-1 0,0 0-1,0-1 0,0 0 0,1 0 0,-1 0 1,0 0-1,0-1 0,0 0 0,0 0 0,4-4 1,2-1-5,-1-1 0,0 0-1,0-1 1,2-4 5,-10 10 0,6-5-7,0-1 0,-1 0 0,0-1 0,0 0-1,-2 0 1,1-1 0,-1 0 0,-1 0 0,1 0 0,-2-1 0,0 1-1,0-1 1,1-10 7,-1-5-13,-1 0 0,-1-1 1,-1 1-1,-2 0 0,-3-21 13,3 37 1,-1 1 1,0-1 0,-1 1-1,-1 0 1,1 0 0,-2 0-1,1 0 1,-1 1 0,-1 0-1,1 0 1,-2 0 0,1 1-1,-1-1 1,0 2 0,-1-1-1,0 1 1,0 0 0,-5-2-2,1 0-5,0 1 0,-1 1 0,0 0 0,0 1 0,0 0 0,-1 1 0,0 1 0,0 0 0,0 1 0,0 0 0,-1 1 0,1 1 0,-4 0 5,15 1-12,-1 0 0,0 0 1,0 1-1,0-1 0,1 1 0,-1 0 1,0 0-1,1 0 0,-1 1 0,1-1 1,-1 1-1,1 0 0,-1 0 0,1 0 1,0 0-1,0 0 0,0 1 12,-4 5 40,0 1 0,0-1 0,1 1-1,0 1 1,-2 3-40,7-10 14,-3 5-6,0 0-1,1 0 1,0 0-1,0 1 0,1-1 1,0 1-1,1-1 1,-1 1-1,2 1-7,-1 85-608,2-53-1310,4-42-1847,20 0-2014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0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 10597,'0'0'2844,"0"0"-214,0 0-493,0 0-864,0 0-286,6 2-395,24 5-385,0-2 0,1 0 0,0-2 0,0-2 0,0 0-1,-1-2 1,3-2-207,44 1 156,64 2-186,-140 0-383,-1 0-582,0 0-419,-4-1-571,-120-36-9989,59 17 6745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0.5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140 212 4322,'-132'-199'6531,"125"199"-5475,7 0 1890,0 0-721,14 0-785,40 0-831,21 0 383,13 0-432,-3 0-63,-14 0-497,-20 0-32,-14 0-320,-13 0-481,-4 0-1232,1-3-1616,3-6-2562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1.4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61 271 10853,'0'0'1123,"0"0"867,0 0-90,0 0-761,0 0-552,-1 19-171,-4 110 2448,8 42-2864,0-5 1165,-3 10 54,0-186-1303,1-93-373,-5 1 1,-4 0-1,-5-3 457,0 6 5,4-1 1,4 1-1,5-5-5,0 100 9,0 0-1,1 0 1,-1 0 0,1 0-1,-1 0 1,1 0 0,0 0 0,1 0-1,-1 1 1,1-1 0,0 0-1,-1 1 1,2-1 0,-1 1-1,0 0 1,1-1 0,-1 1-1,1 0 1,0 1 0,0-1 0,0 0-1,0 1 1,1 0 0,-1 0-1,1 0 1,-1 0 0,1 0-1,0 1 1,-1-1 0,1 1-1,3 0-7,13-3 66,0 0 1,0 2 0,1 1 0,0 0-1,16 2-67,-8 0 14,0-1-26,-1 1 0,1 2 1,-1 1-1,1 1 0,-2 2 1,23 8 11,-39-11-2,1 1 0,-1 0 0,0 1-1,-1 0 1,1 1 0,-1 0 0,0 1 0,0 1 2,-4-4-3,-1 0 0,0 1-1,-1 0 1,1 0-1,-1 0 1,0 1-1,-1-1 1,1 1 0,-1 0-1,-1 0 1,1 0-1,-1 0 1,0 6 3,0-2-26,-1 0 0,0 1 1,-1-1-1,0 0 0,-1 1 0,0-1 0,0 0 1,-2 0-1,1 0 0,-2 0 0,1 0 1,-1-1-1,-1 1 0,0-1 0,0 0 0,-1-1 1,0 1-1,-1-1 0,-2 2 26,-18 19-24,-2 0 0,-1-2-1,-1-2 1,-24 16 24,24-19 24,0-1 1,-2-1-1,-1-2 1,-20 8-25,33-18 11,0-1 0,0-1 0,-1-1 0,1-1 0,-1-1 1,-1-1-1,1-1 0,-12-1-11,33-1 101,1 0-40,8 0 3,-3 0-89,16 0-97,-1 1-1,0 0 1,13 4 122,-25-4-14,-1 1 0,1 1-1,-1-1 1,0 1 0,0 0-1,0 1 1,0 0 0,-1 0-1,1 0 1,-1 1 0,3 3 14,62 62-143,-48-46 154,1 0 1,1-2 0,13 9-12,-28-24 20,0-1 0,1 1 1,0-2-1,1 1 0,-1-2 0,1 0 1,0 0-1,0-1 0,0 0 0,0-1 1,6 0-21,16 1 269,-1-1 1,1-2-1,0-1 0,19-4-269,-49 5 28,1-1-1,-1-1 1,0 1-1,0 0 1,0-1-1,0 0 1,0 0-1,-1 0 1,1-1-1,0 1 1,-1-1-1,0 0 1,0 0-1,0 0 1,0 0-1,0 0 0,0-1 1,-1 1-1,1-3-27,-1 4-418,-2 0-1,1-1 0,0 1 0,0-1 0,-1 1 1,1-1-1,-1 0 0,0 1 0,1-1 1,-2 1-1,1-1 0,0 0 0,-1-1 419,-4-5-4474,-9 0-2969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1.9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 0 6067,'0'0'1224,"0"0"873,0 0-101,0 0-491,0 0-155,0 5-305,0-2-906,0 0 0,0 0-1,0 0 1,0 0-1,-1 0 1,0 0 0,1 0-1,-1 0 1,0 0-1,0 0 1,-1 2-139,1-4 58,-1 0 0,1 1 0,0-1 0,-1 0 0,1 0 0,-1 0 0,1 0 0,-1 0 1,0 0-1,1 0 0,-1 0 0,0 0 0,0-1 0,1 1 0,-1-1 0,0 0 0,0 1 0,0-1 0,0 0 0,1 0 0,-1 0 0,0 0 0,0 0-58,1 0 251,1 0-53,21-19 2072,3 19-8326,-8 0-1548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2.5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22 3986,'0'0'3756,"0"0"-1971,0 0 296,0 0-125,0 0-521,-9-3-320,-14-9-677,23 12-430,0 0-1,0 0 0,-1 0 0,1 0 0,0 0 1,0 0-1,0 0 0,0 0 0,0 0 0,0 0 1,0 0-1,-1 0 0,1 0 0,0 0 0,0 0 1,0 0-1,0 0 0,0-1 0,0 1 0,0 0 1,0 0-1,0 0 0,0 0 0,0 0 0,0 0 1,0 0-1,-1-1 0,1 1 0,0 0 0,0 0 1,0 0-1,0 0 0,0 0 0,0 0 0,0 0 1,0-1-1,0 1 0,0 0 0,0 0 0,0 0 1,0 0-1,1 0 0,-1 0 0,0-1 0,0 1 0,0 0 1,0 0-1,0 0 0,0 0 0,0 0 0,0 0 1,0 0-1,0 0 0,0 0 0,0-1 0,1 1 1,-1 0-1,0 0 0,0 0 0,0 0 0,0 0 1,0 0-1,0 0 0,0 0 0,1 0 0,-1 0 1,0 0-1,0 0 0,0 0-7,50-2 995,-16 3-636,275 12 2279,2 1-1912,-181-14-613,-115 0-6586,-110 1-2131,35 1 3354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2.9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320 1 5442,'0'0'1708,"0"0"317,0 0-190,0 0-343,4 26 207,9 90 2218,-3 83-3917,-10 78 1854,-1-275-1857,1 0 0,-1 0 0,0 0 0,0-1 0,1 1 0,-1-1 0,-1 1 0,1 0 0,0-1 0,0 0 0,0 1 0,-1-1 0,1 0 0,-1 1 1,1-1-1,-1 0 0,1 0 0,-1 0 0,0-1 0,1 1 0,-1 0 0,0-1 0,0 1 0,0-1 0,0 1 0,1-1 0,-1 0 0,0 0 0,0 0 3,-67 8-672,59-7 563,-200 3-219,210-4 368,-1 0-1,0 0 1,1 0 0,-1 0 0,0 0 0,1 0 0,-1 1 0,1-1 0,-1 0 0,0 0 0,1 0 0,-1 1 0,1-1-1,-1 0 1,0 1 0,1-1 0,-1 0 0,1 1 0,-1-1 0,1 1 0,-1-1 0,1 1 0,0-1 0,-1 1 0,1-1-1,0 1 1,-1 0 0,1 0-40,0-1 21,0 1 0,0 0 1,0 0-1,1-1 0,-1 1 0,0 0 0,1-1 0,-1 1 0,0 0 0,1-1 0,-1 1 0,1-1 0,-1 1 0,1-1 0,-1 1 0,1-1 1,-1 1-1,1-1 0,0 1 0,-1-1 0,1 0 0,0 1 0,-1-1 0,1 0 0,0 1 0,-1-1 0,1 0 0,0 0 0,0 0-21,31 8 265,1-2-1,0-1 0,0-1 0,1-3 0,-1 0 0,25-4-264,4 3 254,7 0 60,-1 2 116,0-3-1,0-3 1,0-3-1,38-10-429,-87 13 59,8-2 785,-23 4-1632,-11 1-1733,-31 1-2484,-14 0-3924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5.0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24 4402,'0'0'2278,"0"0"-285,0 0-90,0 0-239,0 0-36,0 0-276,-4 1-143,33 1 3452,145 2-3850,385-28-294,-526 19 344,-13 4-5853,-45 19-815,-18 6 786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5.8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452 0 6099,'0'0'2486,"0"0"-1381,0 0 514,0 0-248,0 0-290,-6 18 669,3 5-813,1 1-1,1-1 1,1 1 0,3 16-937,-1 19 636,-1 98 236,-6 299-156,4-441-693,0-1 0,-1 0 0,-1 0 0,0-1 0,-1 1 0,0-1 0,-1 1 0,-5 9-23,9-22-15,0 0 1,0 0-1,0 0 0,0 0 0,-1 0 1,1 0-1,0 0 0,0-1 1,0 1-1,-1 0 0,1-1 1,0 1-1,-1-1 0,1 0 1,0 1-1,-1-1 0,1 0 1,-1 0-1,1 0 0,-1 0 15,-36-1-166,23 1 140,-20 1 22,-1-2 0,1-1 0,-1-2 0,1-1 0,0-1 0,-19-8 4,46 11 329,0 1-1,-1 0 0,1 0 0,-1 1 0,1 0 0,-3 0-328,10 1 182,1 0-113,0 0-10,8 0 34,193 2 410,16 1-635,33-12 132,-125-2-69,-125 11 77,0 0-11,0 0 88,0 0-66,0 0 16,0 0 50,0 0 3,0 0-48,0 0-123,0 0-322,0 0-684,0-10-5514,0 1 136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6.6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28 4978,'0'0'3770,"0"0"-675,0 0-134,0 0-829,0 0-716,-5 0-431,422 0 1643,-399 0-2611,-12 1-9,0 0 0,-1-1 0,1 0 0,0 0 0,0 0 0,0-1-1,0 0 1,-1 0 0,1-1 0,0 1 0,-1-1 0,1-1 0,-1 1 0,1-1-8,-8-1-5379,-15 1 1994,9 2 1632,-16-5-4300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7.2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 8260,'0'0'2953,"0"0"-317,0 0-171,0 0-909,0 0-505,0 0-1027,0 0 0,0 0 0,0 0 0,0-1 0,0 1 0,0 0 1,1 0-1,-1 0 0,0 0 0,0 0 0,0 0 0,0 0 0,0 0 0,0 0 1,0-1-1,0 1 0,0 0 0,0 0 0,0 0 0,1 0 0,-1 0 0,0 0 1,0 0-1,0-1 0,0 1 0,0 0 0,0 0 0,0 0 0,0 0 0,0 0 1,0-1-1,0 1 0,0 0 0,0 0 0,0 0 0,0 0 0,0 0 0,-1 0 1,1-1-1,0 1 0,0 0 0,0 0 0,0 0 0,0 0 0,0 0 0,0 0 1,0 0-25,35-4 324,-1 3 0,1 1 0,0 1 0,17 4-324,65 2 254,173-7 346,-288 0 13,-2 0 46,0 0-32,0 0-50,0 0-153,0 0-123,0 0-181,0 0-18,0 0-54,0 0 5,0 0 46,0 0-113,0 0 84,0 0 85,0 0-25,0 0-79,0 0-8,0 0 10,0 0-85,0 0 61,0 0-79,0 0 76,0 0-68,0 0-585,-27 0-8951,13 0-29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8.6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623 117 7347,'0'0'2087,"0"0"-652,0 0 296,0 0-477,0 0-496,0 1-702,-1-1 1,1 1-1,0-1 0,-1 1 0,1-1 1,0 1-1,-1-1 0,1 1 0,-1-1 1,1 1-1,-1-1 0,1 0 0,-1 1 1,1-1-1,-1 0 0,1 1 0,-1-1 1,1 0-1,-1 0 0,1 0 0,-1 1 1,0-1-1,0 0-56,-5-2 113,0-1 1,0 1-1,0-1 1,0 0-1,0-1 0,1 1 1,-1-1-1,1 0 1,-4-4-114,-25-17 220,14 15-31,0 0 1,-1 1-1,0 2 1,0 0 0,-1 1-1,0 1 1,0 1 0,-1 1-1,1 1 1,0 1 0,-12 1-190,25 1 21,-1 0 1,1 1 0,0 0-1,0 1 1,0 0-1,1 0 1,-1 1-1,1 0 1,-1 0 0,1 1-1,1 0 1,-1 1-1,1 0 1,0 0 0,0 0-1,1 1 1,-1 0-1,2 0 1,-1 1-1,1-1 1,-2 5-22,-4 5 73,1 0 1,1 1-1,0 0 0,2 0 0,0 1 1,1 0-1,1 0 0,0 1 0,0 13-73,4-24 41,0 0 0,1 0 0,0 1 0,0-1 0,1 0 0,0 0 0,0 0 0,2 2-41,-2-8 7,0 0 0,0 0 0,1 0 0,-1-1 0,1 1-1,0 0 1,0-1 0,0 1 0,0-1 0,0 1 0,1-1-1,-1 0 1,1 0 0,0 0 0,-1 0 0,1-1 0,0 1 0,0-1-1,0 1 1,0-1 0,0 0 0,0 0 0,2 0-7,9 2 16,0 0 0,1-1 1,-1 0-1,1-1 0,-1 0 0,1-1 1,-1-1-1,1-1 0,-1 0 0,1 0 1,-1-2-1,0 0 0,0 0 1,-1-1-1,1-1 0,-1 0 0,0-1 1,-1-1-1,1 0 0,-2 0 0,3-3-16,58-50-35,4-10 35,2-3-18,-76 73 71,-2 136 242,-10 331 2494,10-465-2793,-1 10-56,0 0 1,0-1-1,-1 1 0,-1 0 1,0-1 59,2-6-563,0-1 0,-1 0 0,0 1 1,0-1-1,1 0 0,-2 0 0,1 0 0,0-1 1,-1 1-1,0 1 563,-1-2-5904,3-2-3541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8.9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9604,'0'0'1857,"0"0"-1184,0 0 2336,0 0-1040,31 196-673,-31-138-415,0-6-289,0-10 48,0-5-159,0-12-353,-7-7-80,7-3-48,0-9-769,0 0-1424,0-6-1568,0 0-2546,0-27-1041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9.4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286 41 5138,'0'0'4325,"0"0"-2604,0 0 386,0 0-533,0 0-493,-7-1 119,7 1-1189,0 0 0,0 0-1,0 0 1,0 0 0,1 0-1,-1 0 1,0 0-1,0 0 1,0 0 0,0-1-1,0 1 1,0 0 0,0 0-1,1 0 1,-1 0-1,0 0 1,0 0 0,0 0-1,0 0 1,0 0 0,0 0-1,0 0 1,0 0-1,1-1 1,-1 1 0,0 0-1,0 0 1,0 0 0,0 0-1,0 0 1,0 0-1,0 0 1,0-1 0,0 1-1,0 0 1,0 0 0,0 0-1,0 0 1,0 0 0,0 0-1,0-1 1,0 1-1,0 0 1,0 0 0,0 0-1,0 0 1,0 0 0,0 0-1,0-1 1,0 1-1,0 0 1,0 0 0,0 0-1,-1 0 1,1 0 0,0 0-1,0 0 1,0 0-1,0-1 1,0 1-11,21-7 305,1 0 1,0 2-1,0 0 1,0 2-1,0 0 0,6 1-305,47 0 628,16 4-628,-88-2 3,0 0 0,0 0 0,0 0 0,0 0 0,0 1 0,0-1 0,0 1 0,0 0 0,0 0 0,0 0 0,0 0 0,0 1 0,-1-1 0,1 1 0,-1 0 0,1-1 0,-1 1 0,0 0 0,1 1 0,-1-1 0,0 0 0,0 0 0,-1 1 0,1-1 0,0 2-3,0 2-1,0 0-1,0 0 1,-1 0 0,0 0-1,0 1 1,0-1 0,-1 0-1,0 1 1,0-1-1,0 0 1,-1 1 0,0-1 1,-2 5 3,0 0 1,0 0-1,-1 0 1,-1 0-1,1-1 1,-2 0-1,0 0 1,0 0 0,-1-1-1,0 0 1,0 0-1,-1 0 1,0-1-1,-6 4-3,-10 9 3,-2 0 0,0-2 0,-1-1 0,-19 9-3,39-23-38,-1 0 0,0 0 0,0 0 0,0-1 0,0 0 0,-1 0-1,1-1 1,-1-1 0,1 1 0,-1-1 0,-1 0 38,9-1 86,16-5-14,11-4-121,1 2 1,0 2 0,0 0-1,0 2 1,1 0 0,-1 2-1,1 2 1,-1 0 0,20 4 48,-41-4 4,-1 0 0,0 0-1,0 0 1,0 1 0,0 0 0,0 0 0,-1 0 0,1 1 0,-1-1 0,1 1 0,-1 0 0,0 1 0,0-1 0,0 1-1,-1-1 1,1 1 0,-1 0 0,0 1 0,0-1 0,0 0 0,0 1 0,-1 0 0,0-1 0,0 1 0,0 0 0,0 3-4,0-1 23,-1 0 0,0 1 0,0-1 0,-1 0 0,0 0 0,0 0 1,-1 1-1,0-1 0,0 0 0,-1 0 0,1 0 0,-1 0 0,-1-1 1,0 1-1,0 0 0,0-1 0,-1 0 0,1 0 0,-2 2-23,-6 5 86,-1 0-1,1-1 1,-2 0 0,0-1-1,0 0 1,-1-1 0,0-1-1,-1 0 1,0-1-1,-1 0 1,1-1 0,-1-1-1,0-1 1,-1 0-1,-8 1-85,-28 3 361,-1-2 0,0-2-1,-1-2 1,-14-4-361,55 2-512,0 0-1,0 1 1,0 0 0,0 1 0,0 1 512,-66 23-9338,45-12 350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19.8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10997,'0'0'2094,"0"0"-1376,0 0 509,39 7 104,53 8-434,1-4-1,86-1-896,577-22 1205,13-1-1017,-768 13 73,-1 0 193,0 0-211,0 0-206,0 0-320,-9 1-2921,-21 5-472,-13 6-1593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0.7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435 465 7395,'0'0'1334,"0"0"283,0 0-86,0 0-658,4-17-35,-3 12-841,13-56 2676,-3-1 0,3-47-2673,-14 92 465,2-4 40,-2 1-1,0-1 1,-2 0-1,0 1-504,1 14 147,0 1 0,0-1-1,-1 1 1,0-1-1,0 1 1,0 0 0,-1 0-1,1 0 1,-1 0 0,0 0-1,-1 1 1,1-1-1,-1 1 1,0 0 0,0 0-1,-4-3-146,8 7 24,0-1 0,-1 1-1,1 0 1,0-1 0,-1 1 0,1 0-1,0-1 1,-1 1 0,1 0-1,0 0 1,-1-1 0,1 1 0,-1 0-1,1 0 1,-1 0 0,1-1-1,0 1 1,-1 0 0,1 0 0,-1 0-1,1 0 1,-1 0 0,1 0 0,-1 0-1,1 0 1,-1 0 0,1 0-1,-1 0 1,1 0 0,0 1 0,-1-1-1,1 0 1,-1 0 0,1 0-1,-1 1 1,1-1 0,0 0 0,-1 0-1,1 1 1,0-1 0,-1 0 0,1 1-1,0-1 1,-1 0 0,1 1-1,0-1 1,0 1 0,-1-1 0,1 0-1,0 1 1,0-1 0,0 1-24,-4 28 466,4-23-584,-3 211 939,5-180-727,1 0 0,2 0 1,2-1-1,9 31-94,-13-57 10,10 28-23,-2 1 1,-1 1-1,-2 0 0,-2 0 1,1 39 12,-8-74-18,1 0 1,-1 0 0,0 0-1,-1 0 1,1 0-1,-1 0 1,0 0-1,0-1 1,0 1-1,-1-1 1,1 1 0,-1-1-1,0 0 1,-1 0-1,1 0 1,-1-1-1,0 1 1,0-1 0,0 0-1,0 0 1,0 0-1,-1 0 1,1-1-1,-1 0 1,1 0 0,-1 0-1,0 0 1,-1-1 17,-15 6-108,0-1 0,-1-1 1,1-1-1,-1-1 1,0-1-1,0-1 108,-228 0-736,249-1 813,1 0 8,15 0 65,180-7 791,12-11-941,-172 15 91,62 1 95,-65 2-178,0-1 1,0-1-1,4-2-8,-33 3-392,0 0 1,0 0-1,0 0 1,0-1-1,-1 1 1,1-1-1,0 1 1,-1-1-1,1 0 0,-1 0 1,0 0-1,0 0 1,1-1-1,-2 1 1,2-1 391,25-42-7533,-21 34 4625,13-27-5669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1.5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7 8772,'0'0'1649,"0"0"18,0 0 371,0 0-624,0 0-333,-10-7 2995,12 48-3435,3 0-1,1-1 1,2 0-1,2 0 1,3 6-641,21 92 519,-12 6 526,-6 4-1045,6 51 1260,-28-337-2588,6 99 1178,-1-9-73,3 1 1,5-35 222,-5 66-40,2 1-1,0-1 0,0 1 1,1-1-1,1 1 0,1 1 1,0-1-1,1 1 0,9-13 41,-4 10-23,0 1-1,1 0 1,1 1-1,0 1 1,1 0-1,1 1 0,8-5 24,-13 11-37,-1 0 0,1 1-1,0 0 1,1 1-1,-1 0 1,1 1 0,0 0-1,0 1 1,1 1-1,-1 0 1,0 1 0,2 0 37,-12 1-28,0 1 1,1-1 0,-1 1 0,0-1 0,0 1 0,0 0-1,0 0 1,0 1 0,0-1 0,0 1 0,0-1 0,-1 1-1,1 0 1,-1 0 0,1 0 0,-1 0 0,0 0 0,1 1-1,-1-1 1,0 1 0,-1-1 0,1 1 0,0 0 0,-1 0-1,1 0 1,-1 0 0,0 0 0,0 0 0,0 0 0,-1 0-1,1 0 1,-1 1 27,4 15-134,-2 0-1,0 1 0,-2-1 1,-1 19 134,1-33-20,-1 8 10,-1-1-1,0 1 0,-1-1 1,-1 1-1,0-1 0,0 0 1,-1-1-1,-1 1 0,0-1 1,-1 0-1,0 0 0,0-1 1,-1 0-1,0 0 0,-1-1 1,0 0-1,-1-1 0,-4 4 12,-7 4-146,0-1 1,-1 0 0,-1-2 0,0 0 0,-1-2 0,0-1 0,-1 0 0,-14 2 144,19-8-80,-22 8 80,41-11-3,0-1 1,-1 1 0,1 0-1,0-1 1,0 1-1,0 0 1,0 0-1,-1 0 1,1 0-1,1 0 1,-1 0-1,0 1 1,0-1-1,0 0 1,1 0-1,-1 1 1,0-1-1,1 0 1,-1 1-1,1-1 1,0 0-1,-1 1 1,1-1 0,0 1-1,0-1 1,0 1 2,-1 6-39,1 0 1,0-1-1,1 1 1,0 0 0,0 0-1,1 0 1,0-1 0,2 6 38,-2-9 3,1 0 0,-1-1 1,1 1-1,0 0 1,0-1-1,0 1 0,1-1 1,-1 0-1,1 0 0,0-1 1,0 1-1,0-1 1,0 1-1,0-1 0,3 0-3,22 9 253,1 0-1,0-3 0,1 0 0,0-2 0,0-2 0,0 0 1,28-2-253,53 8 1180,-103-8-1211,-11-1-2017,-17 0-2036,-16-1-2831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2.2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7299,'0'0'2858,"0"0"-1132,0 0 368,0 0-58,0 0-478,32 4-32,146 11 1283,53-7-2809,250-8-606,-479 0-1277,-6 2-2778,-10 2 3038,9-3 522,-41 10-3557,-11-1-955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2.8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496 1 5202,'0'0'4018,"0"0"-1905,0 0 120,0 0-611,0 0-520,1 25-45,-1-8-823,1 24 389,2-1-1,1 1 1,4 13-623,24 124 1665,3 111-1665,-34-274 16,2 12 3,-2 1 0,0 0 0,-2-1 1,-1 1-1,-2 4-19,3-28-34,-1 0 0,0 0 0,0 0 1,0 0-1,0-1 0,-1 1 0,1-1 0,-1 1 1,0-1-1,0 0 0,0 0 0,-1 0 0,1 0 1,-1-1-1,1 1 0,-1-1 0,0 0 0,0 0 1,0 0-1,0-1 0,0 1 0,-1-1 0,1 0 1,-3 0 33,-12 3-247,-1 0 0,0-2 0,0 0 1,-15-2 246,21 0-71,-48 1 17,-1-3 0,0-2 1,1-3-1,-6-4 54,20 4 747,46 7-251,12 0 163,74 3-141,27 7-518,-25-1 611,29-4-611,-47-4 339,-1-2-1,1-4 1,-1-3 0,52-13-339,-50 12-2516,-22 3-4911,-8 0-459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3.1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83 11797,'0'0'1777,"0"0"-832,0 0 1248,0 0-1073,0 0-287,234 0 175,-129 0-368,-10 0-400,-17 0-224,-20 0 0,-21-6-32,-20 3-544,-13-3-144,-4-4-737,-7 1-832,-44-6-880,-14 0-2194,-16-4-1568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3.5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10741,'0'0'2801,"0"0"-1984,0 0 847,0 0-95,204 31-192,-92-19-289,0-6-335,-17-6-289,-24 0-304,-30 0-112,-21 0-48,-13 0-256,-7 0-48,0 0-721,0 0-1200,0 0-1393,13-12-4193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3.9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603 295 6467,'0'0'2905,"0"0"-1656,0 0 581,0 0-333,0 0-828,-9-17-330,-4-9-255,-2-7 361,-1 1 0,-14-19-445,22 40 152,-1 1 0,1-1-1,-2 2 1,1-1 0,-1 1 0,-1 0 0,0 1 0,0 1-1,0-1 1,-1 2 0,0 0 0,-1 0 0,1 1 0,-1 0 0,0 2-1,0-1 1,0 1 0,-1 1 0,1 0 0,-1 1 0,1 1-1,-1 0 1,-7 1-152,12 1 38,-1 0 1,1 0-1,0 1 0,0 0 0,0 1 1,0 0-1,0 0 0,1 0 0,0 1 0,0 1 1,0 0-1,1 0 0,0 0 0,0 1 0,0 0 1,1 0-1,-4 5-38,0 0 53,1 0 0,0 1 0,1 0 0,1 1 0,0-1 0,0 2 0,1-1 0,1 0-1,1 1 1,-3 13-53,6-23 3,0 0-1,0 0 0,1 0 1,0 0-1,0 0 0,0 0 1,0 0-1,1 0 0,0 0 1,0 0-1,0 0 0,1 0 0,-1 0 1,1 0-1,2 2-2,-1-4 2,-1 0 0,1 0-1,0-1 1,0 1 0,1-1 0,-1 1-1,1-1 1,-1 0 0,1 0-1,-1-1 1,1 1 0,0-1 0,0 0-1,0 0 1,0 0 0,0-1 0,0 1-1,0-1 1,0 0 0,1 0-2,18 1-28,1 0 1,0-2-1,0-1 1,0-1 0,-1-1-1,1-1 1,6-3 27,21-9-152,-2-2 0,36-19 152,-74 33-29,-1-1-13,1 1 1,-1 0-1,1 1 1,0 0-1,1 1 1,-1 0-1,0 1 0,1 0 1,8 0 41,-19 2-8,0 0 1,0 1-1,0-1 1,0 0-1,0 0 1,0 1 0,0-1-1,0 0 1,0 1-1,0-1 1,0 1-1,-1 0 1,1-1-1,0 1 1,0 0 0,0-1-1,-1 1 1,1 0-1,-1 0 1,1-1-1,0 1 1,-1 0-1,1 0 1,-1 0-1,0 0 1,1 0 0,-1 0-1,0 0 1,1 0-1,-1 0 1,0 0-1,0 0 1,0 1 7,1 43 19,-2-28 18,-3 36 385,-1 0-1,-4-1 0,-1 0 1,-3 0-1,-13 31-421,2 0 481,9-15-407,12-40-4326,6-27-1617,11-1-2828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4.2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58 0 9588,'0'0'3282,"0"0"-3042,0 0 2929,0 0-1616,-14 199-897,14-150 33,0-10-417,0-5-208,-10-7-64,-4-5-544,4-7-1313,0-9-2817,10-6-4402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4.8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 1 1985,'0'0'5840,"0"0"-4346,0 0-382,0 0 599,0 0-532,-13 0-261,-22 0-569,22 0 187,21 0 1446,2 0-1747,54 0 1195,1 3 1,13 4-1431,-59-5 145,1 2 0,0 0 0,-1 2 0,1 0 1,-1 1-1,-1 1 0,0 0 0,0 2 1,4 2-146,-17-8-6,0 0 0,0 0 0,-1 0 1,1 1-1,-1-1 0,0 1 1,0 0-1,-1 0 0,1 1 1,-1-1-1,0 1 0,-1-1 0,0 1 1,1 0-1,-2 0 0,1 0 1,-1 0-1,0 0 0,0 1 1,0-1-1,-1 0 0,0 1 0,0-1 1,-1 0-1,0 0 0,0 0 1,0 1-1,-1-1 0,0 0 1,0-1-1,-1 1 0,1 0 1,-1-1-1,-1 1 0,1-1 0,-1 0 1,-1 2 5,-4 2 4,0 0 0,-1-1 1,0 0-1,0-1 1,-1 0-1,0 0 0,0-1 1,-1-1-1,1 0 0,-1 0 1,-10 2-5,-4-1 2,1-1 0,-1-1 0,0-2 0,-1 0 0,-9-2-2,42-7-450,5 4 323,1-1 1,-1 2 0,1-1 0,0 2 0,0-1-1,0 2 1,9 0 126,91 6-48,-100-4 53,0 0 0,0 1 0,0 1 0,-1-1 0,1 2 0,-1 0 0,0 0 0,-1 1 0,1 0 0,-1 1 0,0 0 0,-1 0-1,1 1 1,-2 1 0,1 0 0,-1 0 0,0 0 0,-1 1 0,0 0 0,-1 0 0,0 1 0,-1 0 0,0 0 0,0 0-1,-1 1 1,-1 0 0,0-1 0,0 1 0,-2 0 0,1 0 0,-1 1 0,-1 4-5,0-10 3,0-1-1,-1 0 1,0 0-1,0 0 1,0 0 0,-1 0-1,1 0 1,-1 0-1,-1-1 1,1 1 0,-1 0-1,0-1 1,-1 0 0,1 0-1,-1 0 1,-3 3-3,0-1 24,0 0 0,-1-1 0,0 0 0,0-1 0,-1 0 0,0 0 0,0 0 0,0-1 0,0-1 0,0 1-24,-21 4 206,0-1 0,-1-1 0,0-2 0,1-1 0,-1-1 0,-11-2-206,34 1 27,-1-1 0,1 0 0,-1-1 0,1 0 0,-1 0 0,1-1 0,0 0 0,-1 0 0,1-1 0,1 0-1,-1-1 1,0 0 0,1 0 0,-1 0 0,1-1 0,0 0 0,1 0 0,-1-1 0,-1-2-27,7 6-679,-3-2 1072,6 2-7961,17 2-913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5.6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7283,'0'0'2850,"0"0"-1911,0 0 277,0 0 70,0 0-432,12 27 13,-4-7-654,29 66 2186,14 52-2399,-36-97 643,-10-29-526,0 0 0,-1 0 0,-1 0 0,0 0 0,0 1 0,-2-1 0,1 6-117,-10-35 235,-3-11-249,1-1 1,1 0 0,2-1-1,1 0 1,2 0 0,0-1-1,2 1 1,2-26 13,0 53 38,0-1 0,0 1-1,0 0 1,0-1 0,1 1 0,-1 0 0,1-1-1,0 1 1,0 0 0,0 0 0,0 0 0,1 0-1,-1 0 1,1 0 0,0 0 0,0 0 0,0 1-1,0-1 1,0 1 0,0-1 0,2 0-38,1 1 57,-1-1 0,1 1 0,0 0 0,0 0-1,0 0 1,1 1 0,-1 0 0,0 0 0,0 0 0,1 1 0,-1 0 0,1 0 0,0 0-57,11 0-2,0 0 0,0 1-1,0 1 1,0 1 0,15 4 2,-23-4-12,0 0-1,-1 1 1,1 0 0,-1 1-1,0 0 1,0 1 0,0-1-1,-1 1 1,0 1 0,0-1-1,2 4 13,-1 0 11,0-1 0,0 2 0,-1-1 0,0 1 0,-1 0 0,-1 0 0,0 0 0,0 1 0,-1 0 0,0 0 0,-1 1-11,2 14-35,-1 1 0,-1 0 0,-2 0 1,-1 10 34,0-37-462,0-1-114,0 0-158,0 0-66,0 0-27,0-17-30,-1-22 653,0 18 193,1 0 0,0 1 0,2-1 0,0 0 0,5-18 11,-6 34 40,0 1-1,1-1 0,-1 1 1,1 0-1,0 0 0,0 0 1,1 0-1,-1 0 0,1 0 1,0 0-1,0 1 1,0 0-1,0-1 0,1 1 1,-1 0-1,1 1 0,0-1 1,0 1-1,0-1 0,0 1 1,0 0-1,1 1 0,-1-1 1,0 1-1,1 0 1,0 0-1,-1 0 0,4 0-39,-4 1 24,0-1-1,0 1 0,1 0 0,-1 0 1,0 0-1,0 0 0,0 1 1,0 0-1,0 0 0,0 0 0,0 0 1,0 1-1,0-1 0,-1 1 1,1 0-1,2 2-23,0 1 67,-1 0 0,1 1-1,-1 0 1,0 0 0,-1 0 0,0 1 0,0-1-1,1 4-66,18 31 589,-2 1 0,-2 1 0,-2 1 0,2 11-589,-15-26 220,-3-25-3806,-2-2-3839,1-2-211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6.2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323 99 8356,'0'0'5082,"0"0"-3441,0 0-1009,0 0-389,-8 30-118,7-23-110,-11 40 224,-1-1 0,-2 0 0,-3-1 0,-7 13-239,-135 218 2252,101-179-1425,58-95-831,-9 13 527,9-26 113,1-2-697,3-9 71,0 0-1,2 0 1,0 0-1,2 1 1,0 0-1,1 0 1,1 1-1,7-11-9,7-19-33,-5 7-3,9-23-16,3 1 0,2 2 1,3 1-1,32-42 52,-59 94 23,1 0 0,0 0 0,1 1 0,0 0-1,0 0 1,8-3-23,-15 9 6,0 1 0,1 0 1,-1 0-1,1 0 0,-1 1 0,1-1 0,-1 1 0,1 0 0,0 0 0,0 0 0,0 0 0,0 1 0,0-1 0,0 1 0,-1 0 0,1 0 0,0 1 0,0-1 0,0 1 1,0 0-1,0 0 0,0 0 0,-1 1 0,3 0-6,-2 2 7,0 0 0,-1 0 0,1 0 1,-1 1-1,0-1 0,0 1 0,-1 0 0,1 0 1,-1 0-1,0 0 0,-1 0 0,1 0 1,-1 1-1,0-1 0,0 3-7,1 0 22,12 62 129,-3 0 0,-2 19-151,-6-43 191,2 0 0,2 0 1,2 0-1,2-1 0,2-1 0,15 33-191,-2-21 21,-25-55-541,-1-1-659,-22-2-3781,-23-11-55,-17-12-518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6.5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95 6323,'0'0'4514,"0"0"-3954,0 0 2306,0 0-1042,0 0-559,211 34-129,-82-22-559,13-12 47,-2 0-240,-15 0 224,-16-6-431,-28-16-177,-26 4-145,-18 3-799,-10-10-1953,-3 1-1986,-4-7-1199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6.9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1456 1 10741,'0'0'1902,"0"0"-1264,0 0 381,0 0-200,-2 41 195,0-2-700,-5 231 1679,7-171-828,-2-6 262,4-1 0,4 0 0,8 31-1427,-8-80 198,-6-32-144,1-1 0,0 1 0,1-1 0,0 1 0,1-1 0,0 0 0,1 1 0,0-2 1,0 1-1,4 5-54,4-7 44,-11-7-36,1 0 1,-1 0-1,1-1 1,-1 1-1,1 0 0,-1 1 1,1-1-1,-1 0 1,0 0-1,0 0 0,1 1 1,-1-1-1,0 1 1,0-1-1,0 1 0,0 1-8,-2-1-10,1-1-1,-1 1 0,0 0 0,0-1 1,0 1-1,0-1 0,0 1 0,0-1 1,-1 0-1,1 1 0,0-1 0,-1 0 1,1 0-1,-1 0 0,0 0 1,1 0-1,-2 0 11,-36 22 26,29-18-43,-103 49 144,-2-5 0,-84 23-127,75-28 45,-80 27 41,1 0 786,-73 41-872,233-92 44,2 2 1,0 2 0,1 1-1,-18 17-44,51-31-365,15-8-1102,23-7-481,202-59-12227,-123 40 6081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4:27.2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1342 82 5827,'0'0'4380,"0"0"-2819,0 0 291,30-15-884,93-42-776,-99 48-181,-24 9-11,0 0 0,0 0 0,-1 0 0,1 0 0,0 0 0,0 0 0,0 0 0,0 0 0,0 1 0,0-1 0,0 0 0,0 0 0,0 0 0,0 0 1,0 0-1,0 0 0,0 0 0,0 0 0,0 0 0,0 0 0,0 0 0,0 0 0,0 1 0,0-1 0,0 0 0,0 0 0,0 0 0,0 0 0,1 0 0,-1 0 0,0 0 0,0 0 0,0 0 0,0 0 0,0 0 0,0 0 0,0 0 0,0 0 0,0 0 0,0 1 0,0-1 0,0 0 0,0 0 0,0 0 0,0 0 1,1 0-1,-1 0 0,0 0 0,0 0 0,0 0 0,0 0 0,0 0 0,-21 16-3,20-15 4,-52 34 491,-1-2 0,-1-2 0,-54 20-492,-189 64 1763,134-54-1008,-468 201 2684,608-253-3309,19-8-79,0 1 1,0 0-1,1 0 1,-1 0-1,0 1 1,1-1-1,-2 3-51,5-4 313,1-1 351,0 0 88,0 0-82,0 0-318,0 0-48,0 0-88,0 0-149,0 0-118,0 0-47,0 0-201,0 0-240,0 0-510,-39-2-9022,10-9 1745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7:41.8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 17176,'0'0'1713,"0"0"-1713,0 0 0,0 0 192,0 0-192,0 0-304,0 0-1169,24-18-1921,-24 18-2016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8:27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2600 276 6307,'0'0'614,"0"0"815,0 0 148,0 0 232,0 0-232,0 0-347,0 0-96,-17-22 2718,5 11-3682,-1 1-1,0-1 1,0 2 0,-1 0-1,0 1 1,-1 0 0,-8-3-170,-6-3 146,-22-11 34,0 3 1,-1 2-1,-1 3 1,-1 1-1,-14 1-180,-24-3 121,-2 5 0,-65 0-121,45 9 100,0 5 0,0 5-1,-44 11-99,77-4-21,1 4 0,0 2-1,2 5 1,0 3-1,-4 5 22,-7 7 42,1 4-1,-51 34-41,99-51 27,1 1 0,1 2 0,1 2 0,-19 22-27,39-34 15,-1 1 0,2 0-1,1 1 1,0 1 0,2 1-1,1 0 1,0 1 0,2 0-1,-1 6-14,-17 53 14,4 0 0,4 1 0,4 1-1,3 1 1,4 0 0,3 39-14,6-54-28,-2 14 56,4 0-1,3-1 1,5 1 0,6 15-28,11 3 38,13 23-38,8 30-4,-33-114 17,1-1 1,2 0-1,2-2 0,1 0 0,2-1 0,2-1 0,1-2 0,2 0 0,2-2 0,30 27-13,-19-25-2,0-1 1,2-2-1,2-2 0,0-3 0,30 14 2,63 23-34,48 12 34,-119-53 12,1-3-1,1-2 1,1-4-1,56 5-11,77-2-334,6-9 334,157-8-117,-314-4 125,0-2 1,0-2-1,-1-3 1,26-9-9,196-72 54,-202 66-52,-1-4 0,32-20-2,-73 34 118,-1-1 1,-1-1-1,-1-2 0,0-1 1,-2 0-1,0-2 0,1-4-118,14-18 146,-2-3-1,-1-1 0,13-29-145,-31 46 180,-2-1 0,-1 0 0,-2-1 0,-1 0 0,-2-1 0,3-21-180,-5-7 108,-2 0 0,-3 0 0,-3-34-108,0 48 183,-3 17-151,-2 0 0,-1 0 1,-1 0-1,-1 1 0,-2 0 0,-12-25-32,-12-43 108,-5-24 108,-5 1 0,-6 3 0,-38-64-216,33 76 133,7 13 38,-42-59-171,70 123-23,-1 2 1,-1 0-1,-2 1 1,-1 1-1,-1 1 0,-27-19 23,13 14 48,-1 1-1,-1 2 1,-1 3-1,-2 1 1,-32-12-48,20 8 27,47 21-23,0 1-1,0-1 0,-1 2 0,0 0 0,1 0 0,-1 1 1,-1 0-1,1 1 0,-9-1-3,17 3-325,0 0 1,0 1-1,0-1 1,0 1-1,0 0 0,0-1 1,0 2-1,1-1 1,-1 0-1,0 0 0,1 1 1,-1 0-1,1-1 1,-1 1-1,1 0 0,0 0 1,0 0-1,0 0 1,0 1 324,-17 13-2816,-22 15-4987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8:46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8 367 800,'0'0'1876,"0"0"-636,0 0 22,0 0-162,0 0-308,0 0-117,0 0 72,0 0-13,0 0 149,0 0-96,0 0 24,0 0 93,0 0-10,0 0-134,0 0-197,0 0-107,0 0-288,0 0 38,0 0-49,0 0 67,0 0-72,-6 9 2252,6-9-2401,-1 7 79,1 0 1,-1 0-1,2 0 1,-1 0-1,1 0 1,0-1-1,1 1 1,-1 0-1,1-1 1,1 1 0,-1-1-1,1 1 1,0-1-1,3 4-82,147 197 1086,-103-137-585,4-2 1,20 18-502,-42-56 90,2-1 1,0-1-1,2-2 0,15 7-90,36 26 101,-60-42-87,0 0-1,1-2 1,1-1 0,1-1 0,0-1 0,0-2 0,1-2 0,30 6-14,44 2 71,2-4 0,2-5-71,-68-4 5,567 6-13,-360-12 16,-213 0-20,-1-1 0,0-2 0,0-1 0,0-2 0,-1-1-1,0-2 1,1-1 12,17-6-32,1 2 0,18-1 32,9-2 38,50-21-38,-28 9-113,-76 25 108,0 0 0,-1-2-1,1-1 1,-2-1 0,1 0-1,-2-2 1,0-1 0,13-10 5,8-11-42,-15 14 80,-1-1-1,-2-1 0,0-1 0,-1-1 0,-2-1 0,2-4-37,57-79 166,-45 62-66,-1-1-1,-3-2 0,6-15-99,1-9 62,11-8-62,-3-14 336,-30 80-395,-15 15 42,-1 0 0,1 0 0,0-1 0,-1 1 0,1 0 0,-1-1 0,1 1-1,-1-1 1,0 0 0,1 1 0,-1-1 0,0 0 0,0 0 0,0 0 0,-1 0 0,1 0 0,0 0 0,-1 0 0,1 0 0,-1 0 17,0 2-326,0 0-82,0 0 16,-18 0 233,0 2 1,1 0-1,-1 1 1,1 1-1,-1 1 1,1 0-1,1 2 1,-8 3 158,-30 16 131,-44 30-131,-1 0-139,350-196 532,-85 50-281,-163 89-70,-2 1-47,-1 0-62,0 0-114,0 0 53,0 0-166,-3 0 36,-11 1 198,-1 2 1,1 0 0,0 1-1,1 0 1,-1 1 0,1 1 0,0 0-1,-2 1 60,-26 12-46,-162 63 20,255-93 207,26-27 47,-33 16-217,1 1 1,40-12-12,-83 33-14,-2 0-36,-7 0-401,-19 3 375,1 0 0,-1 2-1,1 1 1,1 1 0,-1 1 0,1 1 0,-4 3 76,-50 17 42,56-22-3,-4 1-30,0 1 1,1 1-1,-19 10-9,71-17-11,3-9 80,-1-2 0,0 0 1,0-3-1,-1 0 0,-1-2 0,0-1 0,6-5-69,38-17 76,-38 20-59,0-1 34,1 2-1,19-5-50,-63 24-217,1 0 1,1 1 0,-1-1-1,1 1 1,-5 4 216,-23 15-20,-47 20-241,-83 31 261,68-33 146,89-37-67,18-5-54,20-7 71,18-12 194,-1-2-1,16-10-289,31-14 59,9 3-31,-49 22-25,-2-3 1,40-23-4,-92 46-2,1-1 0,0 0 1,-1 1-1,1-1 1,0 1-1,0-1 0,-1 1 1,1 0-1,0-1 1,0 1-1,0 0 0,0 0 1,0-1-1,-1 1 1,1 0-1,0 0 0,0 0 1,0 0-1,0 0 1,0 0-1,0 0 0,0 0 2,-4 15-115,-23 27-107,23-37 213,-109 149 200,-63 62-191,144-179 4,51-81 916,16-18-789,3 2 0,2 2-1,3 1 1,16-12-131,-6 3 21,-132 134-355,-26 14 334,65-54-86,0-2-1,-2-2 1,-1-1-1,-6 0 87,43-20 3,0-1-1,0 0 1,0 0-1,-1 0 1,1-1-1,-1 0 1,1 0-1,-1 0 0,1-1 1,-1 1-1,1-1 1,-1-1-1,1 1 1,-3-1-3,7-2 21,0-1 1,0 1-1,0 0 1,0-1-1,1 1 0,0 0 1,-1-1-1,1 1 1,1-1-1,-1 1 1,0-1-1,1 1-21,-1-5 20,1-2-19,0-1 1,0 1-1,1-1 0,1 1 0,0 0 0,0 0 0,1 0 0,0 0 0,0 1 0,1-1 0,1 1 0,-1 0 1,2 1-1,-1-1 0,1 1 0,0 1 0,2-2-1,-6 8-27,0-1-1,0 0 1,1 1-1,-1 0 1,0 0 0,1 0-1,-1 0 1,1 0 0,-1 1-1,1 0 1,-1 0-1,1 0 1,-1 0 0,1 0-1,1 1 28,16-1-56,24-6 46,12-2 20,51 1-10,-106 7-67,-2 0-122,0 0-70,-5 0-149,-5 3 321,0-1 0,0 2 0,0-1 0,0 2 0,0-1 0,1 1 0,0 1-1,-1 0 88,-30 16-95,-2 0-4,-1-2 0,-1-3 1,-1-1-1,-43 10 99,127-39 576,-1-2 0,16-8-576,63-26 126,-85 36-118,-22 8-9,-1 1 0,1 0 0,-1 1-1,1 0 1,0 0 0,0 1 0,9-1 1,-18 3-80,-1 11-467,-1 4 487,-1 0 1,0 1 0,-1-1-1,-1 0 1,0-1-1,-1 1 1,-1-1 0,0 0-1,-1 1 60,-21 37 146,-26 36-146,47-76-11,1-3-179,-9 13 675,10-23-104,4-15-238,4 0-120,1-1 0,0 1 0,1 0 0,1 0 1,0 1-1,1-1 0,8-11-23,-3 3 198,-1 0-1,7-22-197,-15 39-1,0 10-23,0 25-70,-1 49-75,-2-72 166,0 16-7,0-12-12,1-1 0,-2 1 0,1 0 0,-1-1 0,-1 1 0,1-1 0,-2 2 22,2-7-6,0 0 0,-1 0 0,0 0 0,0 0 0,0 0 0,0-1-1,0 1 1,0 0 0,-1-1 0,1 0 0,-1 0 0,0 1 0,1-2 0,-1 1 0,0 0 0,0 0 0,0-1 0,-1 0 0,1 0 0,-1 1 6,-11 3-88,-1-1-1,0-1 1,0 0-1,0 0 1,0-2 0,0 0-1,0-1 1,0-1 0,-1 0-1,-13-3 89,19 2-10,-1-1 0,1 0 0,0 0 1,0-1-1,0 0 0,0-1 0,1 0 0,-1-1 0,2 0 0,-1-1 0,0 0 0,1-1 0,1 1 0,-1-2 0,-1-2 10,10 11 49,-1-1-1,1 1 0,-1-1 0,1 1 0,-1-1 0,1 1 0,-1-1 1,1 1-1,0-1 0,0 0 0,-1 1 0,1-1 0,0 0 0,0 1 1,0-1-1,-1 0 0,1 1 0,0-1 0,0 0 0,0 1 0,0-1 1,0 0-1,1 1 0,-1-1 0,0 0 0,0 1 0,0-1 0,0 0 1,1 0-49,18-9 435,37 6-479,-47 4 215,19-2-136,0 1 1,0 1-1,0 1 1,0 2 0,0 1-1,0 1 1,-1 1-1,0 2 1,24 9-36,-38-11-62,25 10-11,-37-16 55,1 1-1,-1-1 1,0 1 0,0 0-1,1 0 1,-1-1 0,0 1-1,0 0 1,0 0 0,0 0-1,0 0 1,0 0 0,0 1-1,0-1 1,0 0 0,0 0-1,-1 0 1,1 1 0,-1-1-1,1 1 19,-1-1-77,0-1 18,0 0-58,0 0-9,0 0-76,-3 0-62,-12-2 58,-1-1-1,1 0 1,0-1 0,1-1 0,-1 0 0,1-1 0,0-1 0,-7-4 206,-26-10-451,-72-28 93,118 48 334,2 0 63,0-1 0,0 1 1,-1 0-1,1-1 0,0 1 0,0 0 0,0 0 0,0 0 0,1 0 0,-1-1 0,0 2 0,0-1 0,1 0 0,-1 0 0,0 0 0,1 1 0,-1-1 0,1 0 0,-1 1 0,1 0 0,-1-1-39,36-10 528,-29 9-442,0 0-1,1 1 1,-1 0 0,1 0 0,-1 1-1,1 0 1,-1 1 0,1-1 0,-1 2 0,1-1-1,1 2-85,-4-1-17,-1 0 0,0 1 0,0-1 0,0 1 0,0 0 0,0 1-1,-1-1 1,1 1 0,-1 0 0,0 0 0,0 0 0,0 1 0,-1-1 0,0 1-1,0 0 1,2 4 17,16 43-216,-19-45 196,0 1 0,1 0 0,-1-1-1,2 0 1,-1 0 0,1 0 0,0 0 0,1 0 0,-1-1 0,1 0 0,4 4 20,-8-9 4,1 0-1,-1 0 1,0 0 0,0-1 0,1 1-1,-1-1 1,0 1 0,1-1 0,-1 1-1,1-1 1,-1 0 0,1 1 0,-1-1-1,1 0 1,-1 0 0,1 0 0,-1 0 0,0-1-1,1 1 1,-1 0 0,1-1 0,-1 1-1,1 0 1,-1-1 0,0 0 0,1 1-1,-1-1 1,0 0 0,0 0 0,0 0-1,1 0 1,-1 0 0,0 0 0,0 0-1,0 0-3,5-5 10,-1-1-1,1 0 0,-1-1 0,-1 1 1,3-5-10,-2 4 1,13-24-26,-1-1 1,10-27 24,-21 44 51,-1 0 1,0 0-1,-1 0 1,-1 0 0,0-1-1,-1 1 1,-1-5-52,-2 27-21,0 0 1,0-1-1,0 1 1,-1-1-1,1 1 0,-1-1 1,-1 0-1,1 0 1,-1 0-1,0 0 1,0 0-1,0-1 1,-2 2 20,-56 61-41,46-52 15,-55 56 106,-3-3 0,-12 3-80,93-90 156,0 1 0,0 0-1,12-16-155,2-1 98,1 0 0,2 2 0,1 1 0,28-26-98,-52 56 75,-2 2-120,-1 3 0,0-1 1,0 0-1,1 0 1,-1 0 0,0 0-1,-1 0 1,1 0-1,0 0 1,-1 0-1,1-1 1,-1 1 0,1 0-1,-1-1 1,0 1-1,0-1 45,-6 8-163,-60 66-2135,16-32-4443,14-22-2191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8:46.8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64 4610,'0'0'1729,"0"0"-665,0 0 577,0 0-374,0 0-469,0 0 133,12-1 422,209-25 3392,-89 8-4251,1 6 0,7 5-494,-112 10-2998,-46 5-4030,-13 6 5507,-48 25-3870,44-23 3267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8:47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241 0 1457,'0'0'1776,"0"0"-49,0 0 28,0 0-77,0 0-283,0 0-277,0 0-264,0 16 837,2-3-1448,0 0 0,1-1 0,0 0-1,1 1 1,0-1 0,1 0-1,0-1 1,1 1 0,0-1-1,1-1 1,6 9-243,-5-8 73,0 0 1,-1 0-1,-1 1 0,0 0 1,-1 0-1,0 0 0,0 1 1,-2 0-1,1 0 0,-2 0 1,2 12-74,-4-21 11,0 0 0,0 0 1,0 0-1,0 0 0,-1 0 1,1 0-1,-1 0 0,0 0 0,0 0 1,-1 0-1,-1 2-11,1-3-10,0-1 1,-1 1-1,0-1 1,1 0-1,-1 0 1,0 0-1,0 0 1,0-1-1,-1 1 0,1-1 1,0 1-1,0-1 1,-4 0 9,-23 8-263,-1-2 0,0-2 0,0 0 1,-17-1 262,-92 0 1318,207-4-923,-1-3 1,0-3-1,0-3 1,21-7-396,80-27 1144,-164 41-899,-9-1-1199,-12 0-2288,16 2 2607,-15-2-4551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04.3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 1457,'0'0'829,"0"0"94,0 0 153,0 0-41,0 0 67,0 0 272,0 0 56,0-1-889,0 0 1,0 0 0,-1 0 0,1 0 0,0 1 0,0-1-1,0 0 1,0 0 0,1 0 0,-1 0 0,0 1-1,0-1 1,0 0 0,1 0 0,-1 0 0,0 1 0,1-1-1,-1 0 1,1 1 0,-1-1 0,1 0 0,0 0-542,88 0 14,-29-1 0,0 2 1,0 3-1,0 3 1,3 3-15,7-2-207,-54-6 172,-1 0 0,0 0 0,0 2 0,10 2 35,-22-4-221,17 4 598,-16-2-1087,-11-2-1644,-18-3-1872,-14-8-2564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05.9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1505 53 3314,'0'0'1734,"0"0"-1043,0 0 141,0 0 291,0 0-274,0 0-76,0 0 142,-8 0 2660,-14 0-2532,-30-1-864,-24 0-78,1 3-1,-1 3 1,-65 14-101,129-17 27,-220 54 561,189-43-496,1 2-1,0 1 1,1 3-1,-9 7-91,-12 9 254,1 3-1,1 3 0,-43 40-253,79-60 61,0 2-1,2 0 0,1 2 0,1 0 0,1 2 1,1 0-1,1 1 0,2 0 0,-8 21-60,-6 22 259,-15 63-259,36-99 40,0 0-1,2 1 1,2-1-1,1 1 1,2 4-40,1-21 34,0 0 0,1-1 0,1 1 0,0 0 0,2-1 0,0 1 0,1-1 0,1 0 0,1 1-34,11 20 66,2-1 0,2-1 0,1 0 0,2-2-1,1-1 1,2-1 0,1-1 0,27 21-66,-17-20 153,1-2 0,2-1 0,1-3 0,2-1 0,0-3 0,1-1 0,15 3-153,-53-22 20,90 35 120,2-4-1,65 12-139,-128-39 45,-1-2 0,1-1 0,0-2 0,0-2 0,0-1 0,30-5-45,-41 0 31,-1 0 0,1-2 0,-1-1 1,0 0-1,19-13-31,117-69 105,-108 59-26,-2-3 0,-1-2 1,-2-2-1,-1-2 0,-3-2 0,-1-2 0,-2-1 0,-2-3 1,-3-1-1,-2-2 0,-2-1 0,13-32-79,-13 15 95,14-45-95,-37 87 67,-1-1 0,-1 0 0,-2 0 0,-1 0 0,0-25-68,-2 11 81,-2-1-1,-2 1 0,-2 0 0,-1 0 0,-3 0 0,-12-39-79,9 49 27,-1 0 0,-2 1 0,-1 0 0,-1 1 0,-2 1 0,-1 1 0,-1 1-1,-2-1-26,5 11 17,0-1 0,-1 2 0,-1 1 0,-1 0 0,0 1-1,-1 1 1,-1 1 0,0 1 0,0 1 0,-1 1 0,-13-3-17,-5-1-28,0 3 0,-1 1 1,-1 2-1,1 2 0,-1 1 0,-1 3 1,1 2-1,-36 4 28,74-3-148,-1 0 1,0 0-1,1 1 0,-1 0 1,1 0-1,0 1 0,-1 0 1,1-1-1,1 2 0,-1-1 1,0 0 147,-51 47-2975,27-22 365,-19 12-3141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07.6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175 229 6259,'0'0'2500,"0"0"-892,0 0-15,0 0-96,0 0-475,0 0-379,-4-1-214,4 0-384,-1 1 0,1 0 0,-1-1 0,1 1-1,-1 0 1,1-1 0,-1 1 0,0 0 0,1 0 0,-1 0 0,1 0 0,-1 0-1,0 0 1,1-1 0,-1 1 0,1 0 0,-1 1 0,0-1 0,1 0 0,-1 0-1,1 0 1,-1 0 0,1 0 0,-1 1 0,0-1-45,2 13 690,21 28 85,-17-33-598,96 161 1897,-8 4 1,1 24-2075,-87-182 11,-4-10-12,0 0 1,-1 0-1,0 1 1,0-1-1,0 1 0,-1-1 1,0 1-1,0 0 1,0-1-1,-1 2 1,0-6-8,-6-2-22,0 0 1,0-1-1,0 1 0,0-2 1,0 1-1,1 0 0,-1-1 1,1 0-1,-1-1 0,1 1 1,0-1-1,1 0 0,-3-2 30,-4-2-84,-36-31-70,1-2 0,2-2-1,3-1 1,1-3-1,2-1 1,2-1 0,3-2-1,-5-13 155,30 48-21,2 0-1,-1 0 0,2-1 1,0 0-1,1 0 1,1 0-1,0 0 0,2-1 1,0 1-1,0-1 1,3-7 21,-2 19-7,1 1 0,0 0 0,0-1 0,1 1 0,0-1 0,0 1-1,0 0 1,1 0 0,-1 0 0,1 1 0,0-1 0,1 0 0,-1 1 0,1 0 0,0 0 0,0 0 0,0 0 0,0 1 0,1 0 0,3-3 7,13-7-4,0 1 0,0 0-1,1 2 1,5-1 4,11-3-44,1 2 0,0 1 0,0 3 0,1 1-1,0 2 1,1 1 0,-1 3 0,0 1 0,32 4 44,-60-3-136,-1 1-1,0 0 1,0 1 0,0 0 0,0 0-1,0 1 1,-1 1 0,0 0 0,1 0-1,-2 1 1,1 0 0,-1 1-1,1 1 137,-5-4-24,-1 0-1,0 1 0,0-1 0,0 1 0,0 0 0,-1 0 0,0 1 0,0-1 0,0 1 0,0-1 1,-1 1-1,0 0 0,-1 0 0,1 0 0,-1 0 0,0 0 0,0 0 0,-1 1 0,0-1 0,0 0 0,-1 0 1,1 0-1,-1 1 0,-1 2 25,-2 1 65,1-1 0,-1 0 0,-1 0 0,1-1 1,-2 1-1,1-1 0,-1 0 0,0 0 0,-1-1 0,1 0 1,-2 0-1,1-1 0,-1 1 0,0-2 0,0 1-65,-25 16 340,0-2-1,-2-1 0,-3 0-339,28-14 183,0 0 0,0-1 0,0 0-1,-1 0 1,0-1 0,1-1 0,-1 1-1,-9-1-182,22 34-8820,6-23 1150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08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11781,'0'0'2770,"0"0"-545,0 0-465,0 0-735,0 0-657,0 0-368,-14 21-224,14-21-1393,0 0-1600,24 0-1890,6 0-2656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08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19 292 9941,'0'0'2366,"0"0"-605,0 0-289,0 0-354,0 0-416,9 14-307,32 44 308,3-3 0,4 0-703,9 12 1371,39 59-1371,12 51 795,-120-190-904,0 0-1,-1 1 1,0 0-1,-1 1 1,-4-2 109,-26-22-93,7 2 32,1-1 0,1-2 1,2-1-1,2-1 0,-14-24 61,35 46 8,0 0 1,1-1-1,0 0 0,2-1 0,0 0 0,1 0 0,0-1 0,2 0 1,0 1-1,1-2 0,1 1 0,1 0 0,1 0 0,0 0 0,3-15-8,-1 26-6,1 0-1,0 0 1,0 0-1,1 0 0,-1 1 1,2 0-1,-1 0 0,1 0 1,0 0-1,0 1 0,1 0 1,0 0-1,0 0 1,1 1-1,-1 0 0,1 0 1,0 0-1,6-2 7,3-2 0,1 0 0,0 1 0,1 1 0,0 1 0,0 0-1,0 1 1,15-2 0,-18 5-14,-1 0 1,0 1-1,1 0 0,-1 1 0,1 1 0,-1 0 0,3 2 14,-12-2-5,1 1-1,0-1 0,-1 2 0,0-1 1,1 0-1,-1 1 0,0 0 0,0 1 1,0-1-1,-1 1 0,1 0 1,-1 0-1,0 0 0,0 0 0,0 1 1,-1 0-1,1-1 0,0 4 6,6 10-3,-1 1 0,-1 0 0,-1 1 0,-1 0 0,0 0 0,-2 1 0,0-1 0,-1 1 0,-1 0 0,-1 0 0,-1 0 0,-1 0 0,-1 0 0,-2 10 3,2-22 15,1-1 1,-2 0 0,0 0 0,0 0 0,0-1 0,-1 1 0,0-1 0,0 0 0,-1 0 0,0 0-1,0 0 1,0-1 0,-1 0 0,0 0 0,0 0 0,-1-1 0,0 0 0,0 0 0,0-1-1,0 0 1,-1 0 0,0-1 0,1 0 0,-2 0-16,62 13-349,245 27 481,0-1 29,-243-32 189,-54-10-89,-1 0-48,0 0-12,0 0 4,0 0 54,-1 24-8234,-2-12-661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2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2 192,'0'0'667,"0"0"-224,0 0-118,0 0-108,0 0-15,0 0 254,0 0 1569,0-1 9672,0 3-13032,13 300 3616,41 222-2281,-47-466 137,7 62 443,5-2 1,6-1 0,13 30-581,-34-131 104,-1 1 1,-1 0-1,0 0 0,-1 0 1,0 0-1,-2 0 1,-1 15-105,37-32 285,51 1-156,1-5 0,-1-3 0,36-10-129,-76 9-16,0 3 0,0 1 0,24 2 16,-29-4-1547,-41-19 431,0 21 1130,-1 0-1,1 0 1,-1 1 0,0-1-1,0 0 1,-1 0-1,1 0 1,-1 1-1,0-1 1,0 1-1,0-1 1,0 1-1,-1 0 1,1 0-1,-1 0 1,0 0-1,0 0 1,0 1-1,0-1 1,0 1-1,0 0 1,-1 0-1,1 0 1,-1 0-1,0 1 1,1-1-1,-1 1 1,0 0-1,0 0 1,0 0-14,3 13 56,1-6-22,0 3 91,-1 0 1,2-1-1,-1 1 1,2 0-1,-1-1 1,1 1-1,1 3-125,-1-9 48,-1 1 0,1-1 0,0 0-1,0 0 1,1 0 0,-1 0 0,1 0-1,-1-1 1,1 1 0,0-1 0,0 0-1,0 1 1,0-1 0,0-1 0,1 1-1,-1 0 1,1-1 0,-1 0-1,4 1-47,3 2 47,1-1 0,0 0 0,-1-1 0,1 0 0,0-1 0,1 0-1,-1-1 1,0 0 0,0-1 0,0 0 0,0-1 0,1 0-47,-7 1-20,-1-1 0,1 1 0,0-1 0,-1 0 0,1 0 1,-1-1-1,1 1 0,-1-1 0,0 0 0,0 0 0,-1 0 1,1 0-1,0-1 0,-1 0 0,0 0 0,0 0 0,0 0 1,-1 0-1,1 0 0,-1-1 0,0 1 0,0-1 0,0 0 1,-1 1-1,0-1 0,0 0 0,0-1 20,1-3-89,-1 0 1,1 0-1,-2 0 0,0 0 1,0 0-1,0 0 0,-1 0 1,-1-4 88,1 10 9,0 0 1,0 1-1,0-1 1,-1 1 0,1 0-1,-1-1 1,1 1-1,-1 0 1,0 0-1,1 0 1,-1 0-1,0 0 1,-1 0 0,1 1-1,0-1 1,0 1-1,-1-1 1,1 1-1,-1 0 1,1 0 0,-1 0-1,0 0 1,1 1-1,-1-1 1,0 1-1,1-1 1,-1 1-1,0 0 1,0 0-10,-13-2 138,0 1-1,0 1 1,0 0-1,0 1 1,0 1 0,0 0-1,0 1 1,0 1-138,9-2 28,0 1 1,0 0-1,0 0 0,1 1 1,-1-1-1,1 1 0,0 1 1,0 0-1,0-1 1,1 2-1,-1-1 0,1 1 1,0-1-1,1 1 0,0 1 1,0-1-1,0 1 0,1-1-28,2-4-57,0-1-1,0 0 1,0 1 0,0-1-1,1 1 1,-1-1-1,1 1 1,-1 0-1,1-1 1,-1 1-1,1-1 1,0 1-1,0 0 1,0-1-1,0 1 1,0 0-1,0-1 1,1 1-1,-1 0 1,0-1-1,1 2 58,0-2-270,0 0-1,0 0 0,1 0 1,-1 0-1,0 0 0,0-1 1,1 1-1,-1 0 0,1-1 1,-1 1-1,0-1 0,1 1 1,-1-1-1,1 1 0,-1-1 1,1 0-1,-1 0 0,1 0 1,-1 0-1,1 0 0,1 0 271,27 0-6141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3.6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1504 3394,'0'0'3401,"0"0"-1109,0 0-227,0 0-134,0 0-778,-1 4-371,1-1-669,0 1 0,-1-1 0,1 1 0,1-1 0,-1 1 0,0-1 0,1 1 0,0-1 0,0 0 0,0 1 0,0-1 0,0 0 0,1 0 0,0 0 0,-1 0 0,1 0 0,0 0 0,0 0 0,1-1 0,-1 1 0,1-1 0,-1 1 1,1-1-1,0 0 0,0 0 0,-1 0 0,1-1 0,1 1 0,-1-1 0,0 1 0,0-1 0,1 0 0,2 0-113,11 4 90,0-1 0,0-1 0,0-1 1,1 0-1,-1-1 0,6-1-90,-20 0-7,0 0 0,-1 0-1,1-1 1,0 1 0,-1 0 0,1-1 0,-1 0 0,1 0-1,-1 1 1,1-1 0,-1-1 0,1 1 0,-1 0 0,0-1-1,0 1 1,0-1 0,0 0 0,0 1 0,0-1 0,0 0 0,0 0-1,-1 0 1,1-1 0,-1 1 0,1-2 7,1-2-15,-1 0 1,0 0-1,0-1 1,0 1-1,-1-1 1,0 1-1,0-1 1,-1 0-1,0-5 15,0 10 26,-1 0 0,1 0-1,-1 0 1,0 0-1,0 0 1,0 0 0,0 1-1,0-1 1,0 0-1,0 1 1,-1-1 0,1 1-1,-1-1 1,1 1-1,-1-1 1,1 1 0,-1 0-1,0 0 1,1 0-1,-1 0 1,0 0 0,0 0-1,0 1 1,0-1-1,0 1 1,0-1 0,0 1-1,0-1 1,0 1-1,0 0 1,0 0-26,-75-5 892,72 5-822,-11 0 77,0 0 1,1 1 0,-1 1-1,1 0 1,-10 3-148,19-2 60,-1-1-1,1 0 1,0 1 0,0 0-1,0 1 1,1 0 0,-1-1 0,1 2-1,0-1 1,0 0 0,0 1-1,0 0 1,1 0 0,-1 3-60,4-7-17,-1 0-1,1 0 1,1 0-1,-1 0 1,0 0 0,0 0-1,0 0 1,1 0 0,-1 0-1,0 1 1,1-1-1,-1 0 1,1 0 0,-1 1-1,1-1 1,0 0 0,0 1-1,-1-1 1,1 1-1,0-1 1,0 0 0,0 1-1,1-1 1,-1 0 0,0 1-1,0-1 1,1 0-1,-1 1 1,1-1 0,-1 0-1,1 1 1,0-1 0,-1 0-1,1 0 1,0 0-1,0 0 1,0 0 0,0 0-1,0 0 1,0 0 0,0 0-1,0 0 1,0-1-1,0 1 1,0 0 0,1-1-1,-1 1 1,0 0 0,1-1-1,-1 0 1,0 1 0,1-1-1,-1 0 1,2 0 17,9 3-216,1-1 0,0 0 0,0-1 1,0 0-1,3-1 216,20 1-308,-22 0 178,0 0 0,0-1 1,-1-1-1,1 0 1,-1-1-1,9-2 130,-21 4-1,1-1-1,-1 1 1,0-1 0,1 0-1,-1 0 1,0 0-1,1 0 1,-1 0 0,0 0-1,0 0 1,0 0-1,0 0 1,0 0 0,0-1-1,0 1 1,-1 0 0,1-1-1,0 1 1,-1-1-1,1 1 1,-1-1 0,1 1-1,-1-1 1,0 1-1,0-1 1,0 1 0,0-1-1,0 1 1,0-1 0,0 1-1,0-1 1,0 1-1,-1-2 2,1-4 252,0 6-230,-1 0 1,1 1-1,-1-1 1,1 1 0,-1 0-1,1-1 1,-1 1-1,1-1 1,-1 1 0,1 0-1,-1-1 1,1 1-1,-1 0 1,1 0 0,-1-1-1,0 1 1,1 0-1,-1 0 1,0 0 0,1 0-1,-1 0 1,0 0-1,1 0 1,-1 0 0,1 0-1,-1 0-22,-5 0 194,16 0-79,-8 0-100,102 1 368,-1-5 1,45-10-384,-68 2 72,236-41 213,-138 18 646,81-2-931,-245 34 20,0 1-1,-1-2 0,0 0 1,1 0-1,-1-1 0,-1-1 0,1 0 1,-1-1-1,0 0 0,8-7-19,15-8 21,-33 18 14,-1-1 1,0 1-1,0-1 1,0 1 0,-1-1-1,1 1 1,-1-1-1,0 0 1,0 1-1,-1-1 1,0-3-36,0-5 76,2-28-126,-2 1 0,-2-1 1,-1 1-1,-2-1 0,-5-12 50,-35-93 291,-33-65-291,25 70 171,32 70-132,4-1-1,2 0 1,4-1-1,-1-35-38,8 66 1,-2 14 485,7 27-592,-1 0-1,0 0 0,1 0 1,-1 1-1,0-1 0,0 0 1,0 1-1,0-1 0,1 1 1,-1-1-1,0 1 0,0-1 1,0 1-1,0-1 1,0 1-1,0 0 0,-1 0 1,1 0-1,0-1 0,0 1 1,0 0-1,0 0 0,0 0 1,0 1 106,-11 13-7158,-7 11-267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5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584 42 9604,'0'0'2047,"0"0"-417,0 0-168,0 0-8,0 0-278,0 0-453,-6-5-200,-2 0-414,0 1-1,0 0 0,0 0 1,-1 0-1,1 1 1,-1 0-1,0 1 1,0 0-1,0 0 1,0 1-1,-1 0 0,-4 1-108,-7-1 174,-1 1 0,1 1-1,0 0 1,0 2-1,-12 3-173,17-1 96,0 0 1,1 2-1,-1 0 0,1 1 0,0 0 1,1 1-1,0 1 0,1 0 0,0 1 1,-10 9-97,7-3 62,0 0 1,1 1-1,1 1 1,0 0 0,2 0-1,0 2 1,-5 13-63,11-20 23,0 1 1,1 0-1,0 1 1,1-1-1,1 1 1,1 0 0,0 0-1,1-1 1,0 1-1,2 0 1,0 0-1,0 0 1,3 5-24,-2-10 8,1 0 0,1 0 1,0 0-1,0-1 0,1 0 1,0 0-1,1 0 1,0 0-1,1-1 0,0 0 1,0 0-1,1-1 0,0 0 1,0-1-1,1 1 0,0-2 1,1 1-1,7 3-8,4 1 31,0-1 1,1-1-1,1-1 1,-1-1-1,1-1 0,0-1 1,0-2-1,4 1-31,49 2 296,63-4-296,-110-2 16,-1 0-23,1-2 0,-1 0 1,0-2-1,0-1 0,0-2 0,0 0 0,-1-2 1,0-1-1,5-4 7,-14 5-425,0 0 0,-1-2 0,-1 0 0,0-1 0,-1 0 0,0-1 0,0-1 0,-2 0 0,0-1 0,0-1-1,-2 0 1,0 0 0,6-12 425,-4 5-1540,-1-1 0,0 0 0,-2-1-1,-1-1 1,-1 1 0,2-16 1540,-10 40 123,0 1 0,0 0 0,0-1 1,0 1-1,0 0 0,0 0 0,0-1 0,0 1 1,0 0-1,0-1 0,0 1 0,0 0 0,0 0 1,0-1-1,0 1 0,0 0 0,0-1 0,0 1 1,0 0-1,0 0 0,1-1 0,-1 1 0,0 0 1,0 0-1,0 0 0,0-1 0,1 1 0,-1 0 1,0 0-1,0 0 0,1-1 0,-1 1 0,0 0 1,0 0-1,1 0 0,-1 0 0,0 0 0,0-1 0,1 1 1,-1 0-1,0 0 0,0 0 0,1 0 0,-1 0 1,0 0-124,10 13 1554,5 23-915,22 94 1374,-25-79-1369,14 34-644,-24-103-270,0 1 1,-1 0 0,-1-1-1,-1 1 1,-2-14 269,-6 1-85,0 0 0,-2 1 1,-1 1-1,-1 0 1,-2 0-1,-4-4 85,-16-33 372,26 51-257,2 2-641,3 2-3423,4 2-1651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6.1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6915,'0'0'1243,"0"32"259,1-18-1243,2 102 3655,6 0-3914,-1-27 1956,4 0 1,3-1-1,25 75-1956,-71-243 599,11 34-591,3-1-1,1-2-7,6 6 127,2-1-1,2 0 1,1 0 0,3-38-127,2 77 5,0 0-1,0 1 1,1-1 0,-1 0 0,1 1-1,1-1 1,-1 1 0,1-1 0,-1 1-1,1 0 1,1-1 0,-1 1 0,0 0-1,1 0 1,0 1 0,0-1 0,0 0-1,2 0-4,1-2-7,1 1 0,0 0-1,0 1 1,1 0 0,-1 0-1,1 0 1,0 1-1,0 0 1,0 1 0,0-1 7,24-3-71,1 1 1,-1 1 0,1 2-1,28 1 71,-46 1-46,-1 0 1,0 0-1,0 2 0,1 0 0,-1 0 0,0 1 0,5 3 46,-15-4-22,0-1 0,0 1 0,0 1 1,-1-1-1,1 1 0,-1-1 0,1 1 0,-1 0 1,0 0-1,0 1 0,0-1 0,0 0 0,-1 1 0,0 0 1,1 0-1,-1 0 0,-1 0 0,1 0 0,0 0 0,-1 0 1,0 0-1,0 0 0,0 1 0,-1-1 0,1 4 22,-1 5-28,0 0-1,0-1 0,-1 1 0,-1-1 0,0 1 0,0-1 0,-1 1 1,-1-1-1,0 0 0,-1-1 0,0 1 0,-1-1 0,0 0 1,-1 0-1,0-1 0,-1 1 0,0-1 29,-21 23-79,-1-2-1,-1 0 1,-2-2-1,-12 6 80,-121 84 217,97-71-106,66-46-100,0-1 0,1 1 0,-1 0 0,1 0 0,0 0 0,0 0 0,0 1 0,0-1-1,0 1 1,0-1 0,1 1 0,-1-1 0,1 1 0,-1 0 0,1 0 0,0 0-11,1-1 3,0 0 1,0 0-1,0 0 0,0 0 0,0 0 1,0 0-1,0 0 0,1-1 1,-1 1-1,1 0 0,-1 0 0,1 0 1,0-1-1,0 1 0,0 0 0,0-1 1,0 1-1,0-1 0,1 2-3,4 3 24,0 0 0,1 0 0,0-1 0,0 0 0,1 0 1,-1-1-1,1 0 0,0 0 0,8 2-24,21 7 205,0-2 0,1-2 0,0-1 0,1-2 0,26 0-205,204 1 903,-208-8-996,-58 1 34,-3 0-47,0-29-5393,0-3-1912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7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357 1 6771,'0'0'1334,"0"0"-456,0 0 48,0 0 138,0 0 54,-6 0 421,-37-1 933,-78 3 381,115-1-2837,0 1 1,1 0-1,-1 0 0,1 0 0,0 0 0,0 1 0,0 0 0,0 0 0,0 0 0,0 1 0,1 0 1,-1 0-1,1 0 0,0 0 0,1 1 0,-2 0-16,-6 11 47,0-1 0,0 2 0,2-1 0,-4 8-47,5-6 93,1 1 0,0 0-1,1 0 1,1 0 0,1 1 0,0 10-93,-1 20 782,3 50-782,2-89 15,1-1 0,0 1 0,0-1 0,2 0 0,-1 0 0,1 0 0,0 0 1,1 0-1,1 0 0,-1-1 0,1 0 0,1 0 0,0 0 0,0-1 0,0 0 0,1 0 0,1 0 0,-1-1 0,1 0 0,0-1 0,1 0 0,-1 0 0,1-1 0,1 0 0,2 1-15,5 2-40,1 0-1,0-2 1,1 0 0,-1-1-1,1-1 1,0-1-1,0 0 1,1-2-1,-1 0 1,0-1 0,0-1-1,1-1 1,11-2 40,-16-1-34,0 0 1,1 0 0,-2-2-1,1 1 1,-1-2-1,0 0 1,-1-1 0,1 0-1,-2-1 1,0-1-1,0 0 1,0 0 0,-2-1-1,8-10 34,13-19-159,-1-2 0,-3-1 0,20-43 159,-34 63-16,-1-1-1,-1 0 0,-2 0 1,5-19 16,-13 41 58,-1 20-50,-10 227 182,10-238-177,0 0 1,0 0 0,1 0-1,0 0 1,0 0 0,1-1-1,-1 1 1,1 0 0,1-1-1,-1 1 1,1-1 0,0 0-1,0 0 1,0 0-1,1 0 1,0-1 0,0 1-1,0-1 1,0 0 0,1 0-1,-1-1 1,1 1 0,0-1-1,0 0 1,1 0 0,-1 0-1,1-1 1,1 0-14,2 1 19,0 0 1,1-1-1,-1 0 1,1-1-1,0 0 0,-1 0 1,1-1-1,0 0 1,-1-1-1,1 0 1,-1-1-1,1 0 0,-1 0 1,1-1-1,-1-1 1,0 1-1,5-4-19,7-5-9,0-1 0,-2-1 1,1-1-1,-2-1 0,0 0 0,-1-1 0,-1-1 0,8-12 9,-12 15-3,0-2 0,-1 1 0,-1-1 0,-1-1 0,0 0 0,-1 0 0,-1-1 0,-1 0 0,0 0 0,0-12 3,-5 0 339,-1 29-1,0 2-44,0 0-214,0 14-331,0 32 235,-1-19 89,1 1 0,1-1 0,2 0 0,0 2-73,-1-20 6,1 1 0,-1-1 0,2 0 1,-1 0-1,1 0 0,0-1 0,1 1 0,0-1 0,0 0 0,1 0 0,0-1 0,1 0 0,4 5-6,1-1-15,1-1-1,0-1 1,0 0 0,0 0 0,1-1 0,1-1-1,-1 0 1,1-2 0,0 1 0,0-2 0,1 0-1,-1 0 1,1-2 0,0 0 0,0-1 0,0 0-1,0-1 1,0-1 0,0-1 0,13-3 15,-20 2-17,0-1 0,0 0 1,0 0-1,0-1 0,-1 0 0,0-1 1,0 0-1,-1 0 0,1-1 1,-1 0-1,-1 0 0,4-4 17,15-21-185,-2 0 1,9-17 184,-25 37-52,24-41-122,-19 31 120,0 2-1,1-1 0,2 1 1,9-10 54,-24 30-4,0-1 0,1 1 1,-1 0-1,0-1 0,1 1 0,-1 0 1,0-1-1,0 1 0,1 0 0,-1-1 1,1 1-1,-1 0 0,0 0 0,1 0 1,-1-1-1,0 1 0,1 0 0,-1 0 1,1 0-1,-1 0 0,1 0 0,-1 0 0,0 0 1,1 0-1,-1 0 0,1 0 0,-1 0 1,1 0-1,-1 0 0,0 0 0,1 0 1,-1 0-1,1 0 0,-1 0 0,0 1 1,1-1-1,-1 0 0,1 0 0,-1 1 1,0-1-1,1 0 0,-1 0 0,0 1 1,1-1-1,-1 0 0,0 1 0,0-1 0,1 0 1,-1 1-1,0-1 0,0 1 0,0-1 1,1 0-1,-1 1 0,0-1 0,0 1 1,0-1-1,0 1 0,0-1 4,6 32-204,-5-26 174,4 34-31,-2-10 85,2 0 0,1-1 0,2 1-1,8 22-23,-15-50 166,-1-13 498,-2-9-588,0 0-1,-1 0 1,-1 1-1,-1-1 0,-1 1 1,0 0-1,-8-13-75,-2-4 276,-2 0 0,-2 2-1,-13-17-275,29 47 694,0 0-5525,1-3-3760,3-11 537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7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7299,'0'0'2153,"0"0"-429,0 0-212,0 0-271,0 0-166,12 2 160,-7-2-1134,1 1-1,-1 0 0,0 0 1,1 0-1,-1 1 0,0 0 1,0 0-1,0 0 0,-1 1 1,1 0-1,0 0 0,-1 0 1,0 0-1,1 1 0,-2-1 1,1 1-1,0 0 0,-1 0 1,1 1-1,-1-1 1,0 1-1,-1-1 0,2 3-100,15 37 390,-2 2-1,-1 0 1,-3 1-1,0 4-389,30 194 1522,-27-135-453,30 101-1069,-39-186 19,1 0 1,1-1-1,1 0 1,12 18-20,-19-36-35,0 0 0,0-1-1,1 1 1,0-1 0,0 0 0,1 0-1,-1-1 1,1 0 0,0 1 0,0-1-1,0-1 1,1 1 0,0-1 0,-1 0-1,1 0 1,0-1 0,0 0 0,0 0 0,1 0-1,-1 0 1,6-1 35,13 0-125,1-1-1,-1-1 1,0-2 0,0 0-1,0-2 1,0 0-1,0-2 1,14-7 125,-22 8-49,1 1 0,-1 1 0,1 1 1,0 0-1,0 1 0,0 1 0,0 0 0,0 2 0,0 0 1,0 1-1,0 1 0,0 0 0,9 5 49,-9-2 35,1-1 1,-1-1-1,0-1 0,1 0 1,0-1-1,0-1 0,0-1 1,12-1-36,-27 1-3,0-1-1,0 1 1,-1-1 0,1 0 0,0 0 0,-1 0-1,1-1 1,-1 1 0,0-1 0,1 0 0,-1 0-1,0 0 1,0 0 0,0 0 0,0-1 0,-1 0-1,3-1 4,-1-2-3,-1 1 0,1 0 0,-1-1 0,0 0 0,-1 0 0,1 1 0,-1-2 0,0 1 0,-1 0 0,1-1 3,1-14 31,-1-1 1,0 0-1,-2 0 0,0 0 1,-4-16-32,4 32 53,-1 0-1,0 0 1,0 0 0,0 1-1,-1-1 1,0 0 0,0 1-1,0 0 1,-1-1 0,0 1-1,0 0 1,0 0 0,-1 0-1,1 1 1,-1-1 0,0 1 0,-1 0-1,1 0 1,-1 1 0,-1-2-53,-2 1 79,0-1 1,-1 1 0,0 1 0,0 0 0,0 0 0,0 1-1,0 0 1,0 0 0,-1 1 0,1 0 0,-1 1-1,-1 0-79,-2 0-66,0-1-1,0 2 0,0 0 1,0 1-1,0 0 0,1 1 1,-1 0-1,1 1 0,-5 2 67,-55 22-2994,22-19-3283,16-9-851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18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95 10485,'0'0'1248,"0"0"-671,0 0 1840,228 18 32,-99-18-928,6 0-513,-9-21-848,-28 2-160,-23 1-224,-27 0-1137,-25-1-2416,-16 1-6132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0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1 965 9668,'0'0'1799,"0"0"-703,0 0 97,0 0-489,0 0-312,11-2-77,10-3-579,-11 2 591,-1 0 1,0 1-1,1 0 1,-1 1-1,1 0 1,-1 1-1,1-1 1,-1 2 0,1-1-1,-1 1 1,1 1-1,-1 0 1,1 0-328,59 32 844,-41-19-751,1-2 0,0 0 1,1-2-1,0-1 0,0-1 0,28 3-93,-33-8 11,0-2 1,1-1-1,-1 0 0,1-2 1,-1-1-1,19-4-11,-38 5-3,0-1 0,1 1-1,-1-1 1,0-1 0,0 1 0,0-1 0,0 0-1,-1 0 1,1-1 0,-1 1 0,0-1 0,0-1-1,0 1 1,-1-1 0,1 1 0,-1-1 0,0-1 0,0 1-1,-1 0 1,0-1 0,0 0 0,0 0 0,0 0-1,-1 0 1,0 0 0,-1 0 0,1-1 0,-1-2 3,1-4-14,0 1 0,-1-1 0,-1 1 0,0-1 0,0 1 0,-2-1 0,1 1 0,-2-1 0,0 1 0,0 0 0,-1 0 0,0 0 0,-3-4 14,2 8 23,1 1 0,-1-1 0,0 1 0,-1 0-1,0 1 1,0-1 0,0 1 0,-1 0 0,0 1 0,0 0 0,0 0 0,-1 0 0,1 1 0,-1 0 0,-1 0-1,1 1 1,0 0 0,-1 1 0,-3-1-23,-8-1 136,0 0-1,0 2 1,-1 0-1,1 1 1,-1 2-1,-12 1-135,20-1 57,0 1 0,0 0 0,1 1 0,-1 1 0,1 0 0,0 0 0,0 1-1,1 1 1,-1 0 0,-9 7-57,13-7 26,-2 1 1,1 0 1,0 1-1,0 0 0,0 0 0,1 1-27,5-6-4,1 0-1,0 1 0,0-1 1,0 0-1,0 1 0,1-1 1,-1 1-1,1 0 0,0-1 1,0 1-1,0 0 0,1 0 1,-1 0-1,1 0 0,0 0 1,0 0-1,1 1 5,0-1-7,0-1 0,1 0 0,-1 0-1,1 0 1,0 0 0,0 0 0,0 0 0,1-1 0,-1 1 0,1-1 0,-1 1-1,1-1 1,0 0 0,0 0 0,0 0 0,0-1 0,0 1 0,0-1 0,0 1 0,1-1-1,0 0 8,76 25-32,-50-19-344,1-1-1,-1-2 0,1-1 0,-1-1 0,1-2 0,0-1 1,0-2-1,2-1 377,-23 1-160,0 0 1,0 0 0,-1-1 0,1-1 0,-1 1-1,0-2 1,-1 1 0,1-1 0,-1 0-1,0-1 1,-1 0 0,1 0 0,-1-1-1,-1 0 1,1 0 0,-2 0 0,3-5 159,7-11-248,-2 0 1,-1 0 0,-1-1-1,-1-1 1,-1 0-1,-1-1 248,1-20 23,-2 0-1,-1 0 0,-3-1 0,-2 1 1,-4-30-23,2-6 342,1 64-49,-1 0 0,0 0 0,-2 0 0,0 0 0,-1 1 0,-1-1 0,-1 1 0,0 0 0,-2 1 0,0 0 0,-4-7-293,8 23 1136,1 12-972,2 18-350,1-28 203,8 140 308,6 0 0,31 131-325,-37-228-20,-3-13 45,-3-14-30,0 0 1,2 0-1,0 0 0,1-1 1,1 0-1,3 7 5,-9-23-8,0 0 0,0 1 1,1-1-1,-1 0 0,0 0 0,0 0 1,0 0-1,0 1 0,1-1 0,-1 0 1,0 0-1,0 0 0,1 0 0,-1 0 1,0 0-1,0 0 0,0 1 0,1-1 1,-1 0-1,0 0 0,0 0 0,1 0 1,-1 0-1,0 0 0,0 0 0,1 0 1,-1 0-1,0 0 0,0-1 0,1 1 1,-1 0-1,0 0 0,0 0 0,1 0 1,-1 0-1,0 0 0,0 0 0,0-1 1,1 1-1,-1 0 0,0 0 0,0 0 0,0 0 1,0-1-1,1 1 0,-1 0 0,0 0 1,0 0-1,0-1 0,0 1 0,0 0 1,0 0 7,9-14-61,2-14 69,2 1 0,1 0-1,1 1 1,1 0 0,1 2 0,5-5-8,-12 18 7,0 0 0,1 0 0,0 1 0,1 1 0,0 0 0,1 0 0,0 2 0,0-1 0,0 2 0,1-1 0,0 2 0,0 0 0,10-2-7,6 2-32,0 0 0,1 2-1,-1 2 1,0 0-1,1 2 1,14 4 32,-37-4-38,0 0 0,-1 1 0,1 0 0,-1 1 0,1-1 0,-1 2 0,0-1 0,0 1 0,0 0 0,-1 0 0,0 1 0,1 0 0,-1 0 0,-1 0 0,1 1 0,-1 0 0,0 0 0,0 0 0,-1 1 0,0-1 0,0 1 0,-1 0 0,1 0 0,-1 1 0,-1-1 0,0 1 0,2 6 38,-2-5-19,-1 0 0,1 0 0,-1 1 0,-1-1 0,0 1 0,0-1 0,-1 0 0,0 1 0,-1-1 0,1 0 0,-2 0 0,0 0 0,0 0 0,0 0 0,-1 0 0,0-1 0,-1 0 0,0 0 1,0 0-1,-1 0 0,0-1 0,0 0 0,-2 1 19,-7 4 52,0-1-1,0 0 1,-1-1 0,0-1 0,-1 0-1,0-1 1,0-1 0,-1-1 0,1 0 0,-1-1-1,-1-1 1,-1-1-52,-40 4 428,1-2-1,-1-3 1,-8-3-428,16 0 371,51 1-309,15 5-332,23 4 280,1-2-1,0-1 1,0-2-1,0-1 1,0-3-1,1 0 1,-1-3-1,12-3-9,-20 1 1,1-2-1,-1-1 0,0-1 1,-1-2-1,0-1 1,-1-1-1,0-1 1,-1-2-1,-1 0 0,12-11 0,-16 10-25,-1-1-1,-1-1 1,0-1 0,-2-1-1,0 0 1,-1-2-1,4-7 26,-12 14-134,0 0-1,-1 0 1,-1 0 0,0-1-1,-1 0 1,-1 0-1,-1-1 1,0 1-1,-2-1 1,1 0 0,-2-14 134,-5 33 48,-3 4-40,1-1 1,0 1 0,0-1 0,0 2-1,0-1 1,1 1 0,0 0 0,0 0-1,1 0 1,-1 1 0,-2 6-9,-43 88-27,38-76 24,5-11-14,1 2 1,0-1-1,1 1 0,1-1 0,0 1 0,2 1 0,-1-1 0,2 0 0,0 10 17,1-23-6,0 0 0,1 1-1,-1-1 1,1 0 0,0 0 0,0 0-1,0 0 1,0 0 0,0 0-1,1-1 1,-1 1 0,1 0-1,0-1 1,0 1 0,0-1 0,0 1-1,0-1 1,0 0 0,1 0-1,-1 0 1,1 0 0,-1 0 0,1-1-1,0 1 1,0-1 0,0 1-1,0-1 1,0 0 0,0-1 0,0 1-1,0 0 1,2-1 6,14 4-23,0-2 0,1-1 0,-1 0-1,1-1 1,-1-1 23,-12 0-6,14 0-49,0-2 0,0-1 0,0 0 0,-1-2 0,0 0 0,0-1 0,0-1 0,-1-1 0,0-1-1,-1 0 1,0-2 0,-1 0 0,6-6 55,10-9-115,-2-1-1,-1-2 1,-1-1 0,-2-2-1,-1 0 1,6-14 115,-22 37 11,-3 16 15,-3 22 19,-4-23-44,2 85 40,-3-68 107,0-1 0,2 1-1,0 0 1,2 0 0,0-1 0,2 1-1,0-1 1,1 0 0,3 5-148,-6-21-483,-1 0 1867,-2-5-4405,-1-3-5181,-2-18 1671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0.6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8996,'0'0'1900,"0"0"-420,0 0 399,0 0-610,0 0-559,0 0 187,12 32 151,0 0-784,10 24 463,-3 2 0,8 43-727,-2 28 1037,-6-34 333,20 62-1370,-30-130 138,0 0 1,2-1 0,0-1 0,2 0-1,1 0 1,1-2 0,17 22-139,-24-36-26,0 0 0,0-1-1,1 0 1,0 0 0,0-1 0,1 0 0,0-1 0,1 0 0,-1 0 0,1-1 0,0-1 0,0 0 0,9 2 26,-13-4-54,1-1 1,-1 0-1,1 0 0,-1-1 1,1 0-1,-1 0 1,1-1-1,-1 0 0,1 0 1,-1-1-1,0 0 0,1 0 1,-1-1-1,0 0 1,-1 0-1,1 0 0,0-1 1,-1 0-1,0 0 1,0-1-1,4-3 54,15-18-225,-19 19 121,1 0 1,-1 1 0,1 0-1,0 0 1,0 1-1,7-4 104,-13 9-17,0-1 0,1 1-1,-1-1 1,0 1 0,1 0 0,-1-1-1,1 1 1,-1 0 0,1 0-1,-1 0 1,1 0 0,-1 0 0,1 0-1,-1 1 1,0-1 0,1 0-1,-1 1 1,1-1 0,-1 1 0,0 0-1,1-1 1,-1 1 0,1 1 17,27 23-335,-22-17 304,10 7 82,0-1-1,1-1 0,0 0 1,1-2-1,0 0 0,1-1 1,0-1-1,0 0 0,1-2 1,0 0-1,1-2 1,0 0-1,-1-2 0,1 0 1,0-1-1,13-2-50,-10 2 8,1-1 0,0-2 0,-1-1 0,1 0 0,-1-2 0,4-2-8,-22 4-4,1-1 0,-1 0 1,0 0-1,0-1 0,0 1 1,0-2-1,0 1 1,-1-1-1,0 0 0,0 0 1,0 0-1,-1-1 1,0 0-1,0 0 0,0 0 1,-1-1-1,0 0 0,0 0 1,-1 0-1,0 0 1,0 0-1,0-2 4,1-3-28,0 0 0,-1 0 1,0 0-1,-1 0 0,-1 0 0,0-1 0,0 1 1,-1 0-1,-1-1 0,0 1 0,-1 0 0,0-1 0,-3-8 28,2 14-16,0 0-1,0 0 0,0 1 0,0-1 1,-1 1-1,0 0 0,-1 0 0,1 0 1,-1 1-1,0 0 0,-1-1 0,1 2 1,-1-1-1,0 1 0,0 0 0,0 0 1,-1 0-1,1 1 0,-1 0 0,0 1 0,0-1 1,0 1-1,-5 0 17,-5-2 23,0 1 1,0 1-1,0 1 0,-1 0 1,1 1-1,-1 1 1,1 1-1,-15 3-23,22-3 26,0 0 1,1 1-1,-1 0 1,0 1-1,1 0 1,0 1-1,0 0 1,0 0-1,1 1 1,0 0-1,0 0 1,0 1-1,1 0 1,0 0-1,-3 5-26,7-7 38,-1 0-1,1 1 0,1-1 1,-1 1-1,1 0 0,0 0 1,0 0-1,0 0 1,1 2-38,0-6 19,1 0-1,-1 0 1,1 0 0,0 0 0,0 1 0,0-1 0,0 0 0,0 0-1,0 1 1,1-1 0,-1 0 0,1 0 0,0 0 0,-1 0 0,1 0-1,0 0 1,0 0 0,0 0 0,0 0 0,1 0 0,-1 0 0,0 0-1,1-1 1,0 1 0,-1-1 0,1 1 0,1 0-19,6 2 67,0 0 0,0-1 1,0 0-1,0 0 0,1-1 0,-1 0 0,1-1 1,0 0-1,0 0-67,98-1 446,-58-1-267,-32 2-181,0-1 0,1 0 0,-1-2 0,0 0 0,1-1 1,-1 0-1,-1-2 0,1 0 0,0-1 0,4-3 2,-21 8-132,0 1 0,0-1 0,0 0 0,0 1 0,0-1 0,0 0 0,0 0-1,0 0 1,0 0 0,0 0 0,-1 0 0,1 0 0,-1 0 0,1 0 0,0 0 0,-1 0 0,0-1 0,1 1-1,-1 0 1,0 0 0,1 0 0,-1-1 0,0 1 0,0 0 0,0 0 0,0-1 0,0 1 0,-1 0 0,1 0-1,0 0 1,0-1 0,-1 1 0,1 0 0,-1 0 0,1 0 0,-1 0 0,1 0 0,-1 0 0,0 0 0,0 0-1,1 0 1,-1 0 0,0 0 0,0 0 0,-1 0 132,-42-16-4671,-23-3-2893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1.0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 12822,'0'0'192,"0"0"-16,271 0 1393,-125 0-353,-10 0-864,-21-6-352,-30-3-112,-27 0-1216,-28 6-1602,-23 0-2928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2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 11125,'0'0'2401,"0"0"-976,0 0-110,0 0-245,38-1-467,459-1 1288,-286 2-997,4 0-3119,-252 2-967,-1 2 0,1 2 0,1 1 0,-31 10 3192,14-3-1937,-48 5 1937,88-18 770,-11 2 1272,12 3 2685,12-6-2694,0 24 1185,1-10-2877,1 1 0,1 0 1,1-1-1,0 1 1,0-1-1,2 0 1,2 4-342,14 42 603,62 246 843,-77-274-1479,-1 1-1,-2-1 1,-1 1 0,-2 19 33,-1-48-11,-1-1 0,0 1 0,0 0 1,0-1-1,-1 0 0,1 1 0,-1-1 1,0 0-1,0 1 0,0-1 1,0 0-1,0-1 0,-1 1 0,1 0 1,-1-1-1,0 1 0,0-1 1,0 0-1,0 0 0,0 0 0,0 0 1,-1-1-1,-2 2 11,-14 6-43,0 0 0,-1-2-1,-11 3 44,23-7 14,-43 9 223,-1-1 0,-1-3-1,0-3 1,0-1 0,-34-4-237,88 0 326,6 3 189,49 3-199,0-3 0,54-4-316,-25-1 397,717 2 60,-787 5-8739,-3-1 4126,11-3-4018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2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74 14743,'0'0'971,"0"0"-171,0 0-488,22 2 337,359 14 3505,-317-14-3871,-32-1-181,-1 0 0,0-2 0,0-2 0,0-1-102,-30 4-52,1 0 0,0 0 0,-1-1 0,1 1 1,-1-1-1,1 1 0,-1-1 0,1 0 0,-1 0 1,1 1-1,-1-1 0,1 0 0,-1 0 0,0 0 1,0-1-1,1 0 52,-1 2-77,-1-1 0,0 0 0,1 0 0,-1 1 0,0-1 0,1 0 0,-1 0 0,0 0 0,0 0 0,0 1 0,0-1 0,0 0 0,0 0 0,0 0 0,0 0 0,0 0 0,0 1 0,-1-1 0,1 0 0,0 0 0,0 0 0,-1 0 77,-1-2-356,0 0 0,1 0 0,-2 1 0,1-1 0,0 0 0,0 1 0,-1 0 0,1-1-1,-1 1 1,0 0 0,0 0 0,0 1 0,0-1 0,-1 0 356,-47-19-10090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2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14182,'0'0'961,"0"0"-849,0 0 1553,0 0-1041,180 0-96,-64 0-176,6 0 305,-7 0-225,-16 0-32,-21 0-400,-20 0-112,-21 0-240,-13 0-496,-11 0-1602,1 0-1728,6 0 177,7 0-385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3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0 339 9620,'0'0'745,"0"0"-417,0 0 448,9 27 366,-3-5-888,-1-4-67,0 0 0,1-1 0,1 0 0,0-1 0,1 1 0,1-1 0,1-1 0,0 0 0,7 7-187,-1-3 154,1-1 0,1-1 0,1-1-1,0 0 1,1-2 0,0 0 0,1-1 0,1-1 0,0-1-1,1-1 1,0-1 0,0-1 0,1-1 0,0-1 0,0-1 0,0-1-1,1-1 1,12-1-154,-3-1 195,0-1-1,0-1 1,0-2-1,-1-1 1,1-2-1,-1-1 0,17-8-194,-37 11 28,-1-1-1,0 0 1,0-1 0,-1 0-1,0-1 1,0 0-1,0-1 1,-1 0-1,0-1 1,-1 0-1,1-1 1,-2 1-1,0-2 1,0 1 0,0-1-1,-2-1 1,1 1-1,-2-1 1,1 0-1,-2 0 1,1-1-28,1-16 52,-1 1 0,-1-1 0,-2-1 0,-1 1 0,-1 0 0,-4-28-52,3 46-7,-1-1 1,0 1-1,-1 0 1,0 0-1,-1 0 1,0 0-1,-1 1 1,0 0-1,-1 0 1,0 0-1,0 0 1,-1 1-1,0 0 1,-1 1-1,0 0 1,0 0-1,-1 0 1,0 1-1,0 1 1,-1-1-1,-6-2 7,-8-4-12,-1 0-1,1 2 0,-2 1 1,0 1-1,0 1 1,0 2-1,-1 0 1,-16 0 12,9 1 28,-1 2 0,1 1 1,0 2-1,-1 1 1,1 2-1,-13 3-28,37-4 7,1 0 0,0 1 0,0-1 0,0 2-1,0 0 1,0 0 0,1 0 0,-1 1 0,1 0 0,1 1-1,-1 0 1,1 0 0,0 0 0,0 1 0,0 0 0,1 1-1,1-1 1,-1 1 0,1 0 0,0 1 0,1-1 0,0 1-1,0 0 1,1 0 0,0 1-7,-3 18 144,2 0 1,0 1-1,2 0 1,1 0-1,2 0 1,1 11-145,0 34 246,-2-74-236,0 0 81,0 0 98,0 0 139,0 0 83,0 0-91,0 0-202,0 0-265,0 1-323,0 0 0,1 0 0,-1 1 0,0-1 0,0 0 0,1 0 0,-1 0 0,1 0 0,-1 0 0,1 0 0,-1 0-1,1-1 1,0 1 0,-1 0 0,1 0 0,0 0 0,0 0 0,-1-1 0,1 1 0,0 0 0,1 0 470,19 3-7145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3.7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82 7411,'0'0'3992,"0"0"-2987,0 0-74,0 0-170,0 33-404,0-1-165,1 13 225,-2 0 0,-2 0 0,-1 0 0,-4 6-417,-20 65 2105,-17 38-2105,-17 62 1592,52-177-1586,10-39 7,0 0-7,0-3 34,1-19-111,1 0 1,1 0 0,1 0-1,1 0 1,7-17 70,44-110-496,-33 92 436,15-36-1,49-89 61,-65 144 29,0 1 0,3 1 0,1 1-1,2 1 1,28-27-29,-52 57-9,22-18-68,-25 22 74,-1 0 1,1-1 0,-1 1-1,1 0 1,-1 0 0,1-1-1,0 1 1,-1 0 0,1 0 0,0 0-1,-1 0 1,1 0 0,-1 0-1,1 0 1,0 0 0,-1 0-1,1 0 1,0 0 0,-1 0-1,1 0 1,-1 1 0,1-1 0,-1 0-1,1 0 1,0 1 0,-1-1-1,1 0 1,-1 1 0,1-1-1,-1 1 1,1-1 0,-1 1-1,0-1 1,1 1 0,-1-1-1,0 1 1,1-1 0,-1 1 0,0-1-1,1 1 1,-1-1 0,0 1-1,0 0 1,0-1 0,0 1-1,0-1 1,1 1 0,-1 0 2,26 105 263,0 21-263,-13-53 359,3 1-1,4-2 1,27 66-359,25 32 720,-72-171-719,5 20-4307,-26-17-2114,15-3 6492,-47 0-6005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4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13990,'0'0'433,"0"0"-305,0 0 1520,0 0-895,258 18-369,-106-12 384,11-6 145,-13 0 255,-25 0-688,-30 0-383,-30 0-97,-24-3-273,-14-3-431,-10-9-1473,7-7-1601,3-5-1952,14-16-1650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4.4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1687 0 12614,'0'0'237,"0"0"406,0 0 328,2 40-373,12 427 2331,-12-370-1720,5 0 0,3-1 0,15 52-1209,-13-94 187,2-1 0,3-1 0,2-1 0,2 0 0,2-2 0,3 0 0,2-2-187,13 14-94,-41-59 81,0 1-28,0 0 0,-1 0 0,1 0 0,-1 0 0,0 0 0,0 0-1,0 0 1,0 0 0,-1 0 0,1-1 0,-1 1 0,0 0 0,0-1 0,0 0 0,0 1 0,-2 1 41,-43 34-222,29-25 146,-277 192 271,-226 115-195,294-198 788,-4-10 0,-99 26-788,264-113 277,-25 10 620,-3 7-897,90-37-550,16-4 43,23-6-349,253-90-5168,23 15-2430,-137 36 3796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24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1677 1 3009,'0'0'4562,"0"0"-1926,0 0 371,0 0-406,0 0-1459,-20 15-854,-158 125 47,-6-8 0,-32 7-335,29-36 2025,-98 33-2025,-199 64 3452,447-187-3168,26-10-151,1 1-1,0-1 1,1 1-1,-1 1 0,1 0 1,0 0-1,-8 6-132,16-10 198,1-1 23,0 0 78,1 1 966,2 1-13644,-3-2 2910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46.9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1 248 8900,'0'0'2057,"0"0"-1377,0 0 273,0 0 503,0 0-583,13 0-316,147 1 926,1499-19 1709,-1607 15-3147,-52 2 48,0 1 201,0 0-9,0 0-298,0-1-1,0 1 1,0 0-1,0-1 0,0 1 1,0-1-1,-1 1 1,1 0-1,0-1 1,0 1-1,0 0 0,0-1 1,-1 1-1,1 0 1,0-1-1,0 1 1,-1 0-1,1-1 0,0 1 1,0 0-1,-1 0 1,1-1-1,0 1 1,-1 0-1,1 0 0,0 0 1,-1 0-1,1-1 1,0 1-1,-1 0 1,1 0-1,-1 0 0,1 0 1,0 0-1,-1 0 14,-158-2-601,0-7-1,-112-22 602,263 29 21,0 1 14,1 0-1,0 0 0,0-1 1,0 0-1,0 0 0,0-1 1,-4-2-35,49 2 1011,326 21 85,1 0-1109,-186-18 34,-176 0-47,-3 0-28,0 0-2,-16 0-131,-45-3 24,0-4 0,1-2-1,-1-3 1,-49-16 163,93 23-30,-278-63-688,225 55 963,0 4 0,-1 2-1,-20 3-244,89 4 315,15 3-301,46 25 96,-28-12 167,1-1 0,1-2 1,0-2-1,7 1-277,50 7 582,1-5 0,89 3-582,176-9 114,-392-10-559,2-1 0,-34-8 445,-55-6-276,-238 13 143,229 5 55,116-1 77,1-1-3,1 1-1,-1 1 1,1 1-1,-11 2 5,13 1 46,16-1-43,16-1-28,-19-3 25,311 23 196,-182-17-44,-1 6-1,56 14-151,-184-26-11,-1 0-1,1 0 0,-1 0 0,1 0 0,-1 0 0,1 0 1,-1 1-1,0-1 0,1 0 0,-1 0 0,1 0 1,-1 1-1,1-1 0,-1 0 0,0 0 0,1 1 0,-1-1 1,0 0-1,1 1 0,-1-1 0,0 0 0,1 1 1,-1-1-1,0 0 0,0 1 0,0-1 0,1 1 0,-1-1 1,0 1-1,0-1 0,0 0 0,0 1 0,0-1 1,0 1 11,-8 16-176,-26 14 151,31-29 24,-81 60 69,-2-5-1,-3-3 0,-2-4 1,-7-1-68,-15 9 176,107-55 549,17-8-500,23-15-145,103-84 131,-35 29-430,22-27 219,-122 101-40,-2 1-27,0 0-72,0 0-42,-7 1 103,1 0 0,0 1 0,0 0 1,0 0-1,0 0 0,1 1 0,-1 0 0,1 0 1,-1 0-1,1 1 0,-4 3 78,-17 10-25,-65 29 156,-2-4 0,-1-4 0,-74 17-131,166-54 162,2-1 30,5 0-189,-1 0-1,1 0 0,0-1 0,0 1 0,-1-1 0,1 0 0,-1 0 0,1-1 1,-1 1-1,1-1 0,-1 0 0,0 0 0,0-1 0,0 1 0,0-1 0,0 0 0,1-1-2,2-1-1,308-192 231,-287 183-495,-27 13 156,-1 1-83,0 0 43,-4 0-70,-14 2 173,0 1 1,0 1-1,0 0 0,0 1 1,1 1-1,0 0 1,-9 6 45,-26 8 39,-73 21 142,139-49-134,-1-2-1,0 0 0,-1 0 1,0-1-1,-1 0 1,0-1-1,3-6-46,26-25-26,-13 19 56,-7 6 9,-1-2 1,12-14-40,-28 26-161,-14 11-48,-14 12-34,-38 34 44,-29 33 199,49-42 49,42-39-43,1-1 0,-1 1 0,0 0 0,1-1 0,-1 1 0,0-1 0,1 1 0,-1-1 0,0 1 0,0-1 0,0 0 0,1 1 0,-1-1 0,0 0 0,0 0 0,0 1-1,0-1 1,0 0 0,1 0 0,-1 0 0,0 0 0,0 0 0,0 0 0,0 0 0,0 0 0,0-1 0,1 1 0,-1 0 0,0-1 0,0 1 0,0 0 0,0-1 0,1 1 0,-2-1-6,0-1 38,0-1 1,0 1-1,0 0 1,0-1 0,1 0-1,-1 1 1,1-1-1,0 0 1,-1 0 0,1 0-1,0-1-38,-3-8 122,1-1 1,1 0-1,0 0 0,0 0 0,1-4-122,1 17-72,0 0-125,0 4-17,0 315-922,0-319 1137,0 0 1,0 0-1,0 0 1,0 0 0,0 1-1,0-1 1,0 0-1,0 0 1,0 0-1,0 0 1,0 0-1,0 1 1,0-1 0,0 0-1,0 0 1,0 0-1,0 0 1,0 0-1,0 1 1,0-1-1,0 0 1,0 0-1,0 0 1,0 0 0,0 0-1,0 0 1,0 1-1,0-1 1,-1 0-1,1 0 1,0 0-1,0 0 1,0 0 0,0 0-1,0 0 1,0 0-1,-1 0 1,1 0-1,0 0 1,0 0-1,0 0 1,0 1 0,0-1-1,-1 0 1,1 0-1,0 0 1,0 0-1,0 0 1,0 0-1,0 0 1,0-1 0,-1 1-1,1 0 1,0 0-1,0 0 1,0 0-1,0 0 1,0 0-1,-1 0 1,1 0-1,0 0 1,0 0 0,0 0-1,0 0 1,0 0-1,0-1 1,0 1-1,0 0 1,-1 0-1,1 0-1,-7-12 92,-18-73-144,5 0 0,-3-39 52,19 93 208,4 30-179,0 1-79,0 0-129,0 5-53,2 13 173,0 1 0,0-1-1,2 0 1,4 13 59,-2-11 24,-2-1 0,0 0 0,-1 1-1,0 16-23,-3-36-2,0 0-12,0 0 60,0 0 98,0 0-22,0 0-63,0 0-8,-1-23 144,-8-73-140,3 34-62,1-27 7,5 60 83,0 33-200,5 48-25,18 45 280,-14-63-148,-1 0 0,-1 0 0,-3 1 0,1 27 10,-17-192-347,-19-82 347,26 181-185,2 1 0,1-1 0,1-9 185,21 58 243,-11-7-205,-1 1 0,0 0-1,-1 1 1,0-1 0,-1 2-1,0-1 1,-2 0 0,1 2-38,7 29 17,5 41-17,3 15 47,-19-95-45,1 0 1,0 0-1,0 0 1,0-1-1,1 1 0,0 0 1,0-1-1,0 0 1,0 1-1,1-1 1,-1-1-1,1 1 0,0 0 1,0-1-1,0 0 1,1 0-1,-1 0 1,1-1-1,0 1 1,0-1-1,0 0 0,0 0 1,0-1-1,0 0 1,4 1-3,7 1 14,0-2 0,0 0 0,0 0 0,0-2 0,0 0 0,0 0 0,0-2 0,0 0-14,3-2 6,0-1-1,0-1 1,-1 0 0,-1-1-1,1-1 1,-1-1-1,-1-1 1,3-2-6,27-21 8,-3-2 1,8-10-9,132-122-11,-229 169-987,16 10 956,1 2 0,0 1 0,1 1 0,-5 5 42,-37 19 16,-279 129 75,321-154 2,24-10 95,18-5-61,5-5-79,-2-1-1,1-1 1,-1 0-1,0-1 1,0-1 0,-1-1-1,7-6-47,21-13 46,-11 10-48,33-22-24,2 3 0,12-2 26,-81 48-1136,-8 8 1002,-23 22 115,-2-1-1,-1-1 0,-1-2 1,-2-2-1,-2-1 0,0-2 1,-2-2-1,-44 21 20,82-47 479,9-8-212,25-21-168,44-36-242,5 6 142,15-14-137,-93 73-137,-13 8-1011,-35 35 1156,-2-3-1,-1-2 0,-2-2 0,-2-3 1,-1-1-1,-1-4 0,-25 9 131,251-169 1318,-121 99-1327,1 2-1,12-3 10,-57 30-152,-40 13-960,-24 16 1015,43-17 112,0 0 0,0-2 0,-1 0 0,0-1 0,0 0 0,0-1-1,0-2 1,0 1 0,-5-2-15,16 0 36,0-1 1,0 0-1,0-1 0,1 1 0,-1-1 1,0 0-1,0-1 0,1 1 0,-1-1 1,1 0-1,-1-1 0,1 1 0,0-1 1,0 0-1,0 0 0,0-1 0,1 0 1,0 1-1,-1-1 0,1-1 0,0 1 1,1-1-1,-1 1 0,1-1 0,0 0 1,0 0-1,1-1 0,-1 1 0,0-5-36,-5-8 159,2-1-1,0 0 0,1 1 1,1-2-1,1 1 0,0 0 0,2-1 1,0 1-1,2-20-158,-1 39-19,0 0-55,0 0 63,0-31 70,0-45-22,0 76-18,0 0 13,0 0-14,0 0-7,0 0-38,0 0-58,2 21-163,8 116 229,-5 0 0,-7 9 19,1-17-55,1-128 153,0-1-18,0 0-32,0 0 14,0 0 4,0-10 206,-3-33-308,-2 0 0,-2 0 0,-2 0 0,-2 1 0,-1 1 0,-3-3 36,-17-60-336,42 127 268,0 0-1,2 0 0,5 5 69,3 8 96,-1 1 1,3 12-97,-15-32-2,-5-14 6,0 1 0,-1 0 0,1 0 1,-1-1-1,0 1 0,0 0 1,-1 0-1,1 2-4,-1-5 195,0-1 58,0 0-2,0 0-75,0 0-48,3 0 192,-3 0-4222,0 0-4228,0 0 684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0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0 625 8004,'0'0'1878,"0"0"-1062,0 0 115,0 0 406,0 0-545,0 0-397,36 0 264,45 0-352,420-8 893,-468 6-1183,695-28 79,-510 30-94,-180 7 8,-34-6-26,-11-9 8,0 0 12,-31-39 49,2-2 1,1-1 0,3-2-1,3-1 1,1-1 0,4-2 0,-6-20-54,23 56 477,5 15 240,2 10-74,1 26-738,2 8 203,2 1 0,2-1 0,1-1 0,3 1 0,4 10-108,10 40 183,21 98 207,50 184 258,-91-350-653,-4-17 0,0 0 0,0 1 0,0-1 0,0 0 0,1 0 0,-1 0 0,1 0 0,0 0 0,1 0 0,-1 0 1,1-1-1,0 2 5,-2-5 56,-1 0 106,0 0-31,0 0 24,0 0 74,-2-16-168,0 0-1,-1 0 0,0 0 1,-2 0-1,0 0 1,0 1-1,-5-7-60,-10-34 23,-143-518-295,151 525 459,1-1 1,2-9-188,-10-49 260,17 101-233,0 0-1,0 0 1,-1 0 0,1 0 0,-2 0 0,1 1 0,-1-1 0,0 1 0,0 0 0,-1 0 0,1 0-1,-4-1-26,57 48 38,1-3-1,2-1 0,9 2-37,171 91 237,-105-61-452,57 44 215,-177-109-74,-1 1-1,0-1 1,0 2 0,-1-1 0,1 0-1,-1 1 1,0 0 0,-1 1 0,1-1 0,-1 1-1,0-1 1,1 7 74,-3-7-37,0-1-1,0 1 1,-1 0 0,0 0-1,-1 0 1,1 0 0,-1 0-1,0 0 1,0 0-1,-1 0 1,0 0 0,0 0-1,-1 0 1,1 0 0,-1 0-1,-2 4 38,-3 4-51,-1 0 0,-1 0-1,1-1 1,-2 0 0,0 0-1,-1-1 1,0-1 0,-1 1 51,-29 25-150,-32 22 150,26-27 52,-1-3 0,-2-1 0,-1-3 0,-24 8-52,-61 31 840,129-61-800,5-3-27,1 0-1,-1 1 0,1-1 1,0 1-1,-1 0 1,1-1-1,0 1 0,-1 0 1,1 0-1,0 0 0,0 0 1,0 0-1,-1 0 1,1 0-1,0 0 0,1 0 1,-1 0-1,0 0 0,0 1 1,0-1-1,1 0 1,-1 2-13,1-3-211,0 0-496,4 0-1001,60 0-8630,-10-3 2249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0.9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82 783 5026,'0'0'2121,"0"0"-381,0 0 165,0 0-347,0-33-182,0-245 1842,0 223-2728,-2-1 1,-3 1-1,-2 0 1,-3 0-1,-2 1 0,-13-37-490,16 73 316,7 15-176,1 1 1,-1-1-1,1 0 1,0 0-1,0 0 1,0 0 0,0 0-1,0 1 1,1-1-1,-1-1-140,1 3 267,0 1-160,0 15-33,3 25-38,1 0 0,3 0-1,2 6-35,9 55 91,29 348 360,-16-145 229,-31-339-5464,1-34 2469,-5-36 2315,-3 56 178,-3-49 3582,11 96-3743,0 1 1,0 0 0,0 0 0,0 0 0,0 0 0,0 0 0,1 0 0,-1 0 0,0 1 0,1-1 0,-1 0-1,0 1 1,1-1 0,-1 1 0,1-1 0,-1 1 0,1 0 0,-1 0 0,1-1 0,-1 1 0,1 0-1,-1 0-17,7-1 52,160-33 158,2 8 0,39 3-210,346-9 192,-496 30-116,471-6-104,-483 8 27,-47 0-16,0 0 0,1 0 0,-1 0 0,0 0 0,0 0 0,0 0 0,0-1 0,1 1-1,-1 0 1,0 0 0,0 0 0,0 0 0,0 0 0,0-1 0,1 1 0,-1 0 0,0 0 0,0 0 0,0-1 0,0 1 0,0 0-1,0 0 1,0 0 0,0-1 0,0 1 0,0 0 0,0 0 0,0 0 0,0-1 0,0 1 0,0 0 0,0 0 0,0 0 0,0-1 0,0 1-1,0 0 1,0 0 0,0 0 0,0-1 0,0 1 0,0 0 0,0 0 0,-1 0 0,1 0 0,0-1 0,0 1 0,0 0 0,0 0-1,0 0 1,-1 0 0,1 0 0,0 0 0,0-1 0,0 1 0,0 0 0,-1 0 0,1 0 0,0 0 0,0 0 0,-1 0 17,-3 1-634,0-1 1,-1 1 0,1 0 0,-1 1 0,1-1 0,0 1-1,0 0 1,0 0 0,0 0 0,0 0 0,1 1-1,-3 1 634,-37 28-6077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2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348 218 3714,'0'0'2564,"0"0"-1676,0 0 158,0 0 685,0 0-394,0 0-403,-4 2-94,-3 4-284,13-3-211,30-2 160,-24-1-326,105-6 1017,-1-6 1,78-18-1197,-88 13 120,83-13-53,790-100-145,-945 129-63,-33 1 167,-1 0 12,0-1 42,0-1-91,-14 2-608,-117 0-1503,0 7 0,-92 17 2122,-223 56-406,-162 25 1260,561-96-602,0 2-1,1 3 1,-24 10-252,-9 4 437,78-28-306,0 1-1,0-1 0,1 0 0,-1 1 0,0-1 0,0 0 0,0 1 0,0-1 1,1 0-1,-1 0 0,0 0 0,0 0 0,0 0 0,0 0 0,0 0 0,0 0 1,1 0-1,-1 0 0,0 0 0,0 0 0,0-1 0,0 1 0,0 0 0,1-1 1,-1 1-1,0-1 0,0 1 0,1-1 0,-1 1 0,0-1-130,1 0 66,0-1-1,0 1 1,0-1-1,0 1 1,0 0 0,0-1-1,0 1 1,0-1-1,1 1 1,-1-1-1,0 1 1,1 0 0,0-1-1,-1 1 1,1 0-1,0 0 1,-1-1-66,46-64-407,-38 55 819,16-19-57,1 1-1,7-4-354,45-53 329,-76 84-407,-9 16-295,-31 37 334,-3-3 0,-2-1 0,-1-2-1,-3-3 1,-1-1 0,-40 24 39,183-151 222,-7 20-196,94-55-26,-179 120-93,-2 1-129,0 0-15,-4 4-78,-27 28 283,-1-3-1,-2 0 0,0-2 0,-2-2 1,-1-1-1,-1-2 0,-1-2 1,-38 15 32,121-85 267,28-20-268,11-5 1,-26 24 195,-64 67-171,-11 10-66,-1-1 0,-1 0 0,-1-1 0,-1-2 0,-2 0 0,-6 4 42,-24 15 164,-1-2-1,-29 14-163,83-52 2,0-1 1,0 1-1,0-1 1,0 1-1,0 0 1,0 0-1,0 0 1,0-1-1,0 1 1,0 0-1,0 0 0,0 0 1,0 0-1,1 1 1,-1-1-1,0 0 1,0 1-3,2-2 0,-1 1 0,0-1 1,0 1-1,0-1 0,0 1 1,1-1-1,-1 1 0,0-1 1,0 0-1,1 1 0,-1-1 1,0 1-1,1-1 0,-1 0 1,0 1-1,1-1 0,-1 0 1,1 0-1,-1 1 0,1-1 1,-1 0-1,0 0 0,1 1 1,-1-1-1,1 0 0,-1 0 1,1 0-1,-1 0 0,1 0 0,49 6 74,-39-6 4,389 45 845,-399-45-902,0 0 0,0 0 1,0 0-1,0 0 0,0 0 1,0 0-1,0 0 0,0 0 1,0-1-1,0 1 0,0 0 1,-1-1-1,1 1 0,0-1 0,0 1 1,0-1-1,-1 1 0,1-1 1,0 1-1,0-1 0,-1 0 1,1 1-1,0-1 0,-1 0 0,1 0-21,9-30 232,-9-45-127,-2 57-14,1-145 1425,2 222-1505,0-33 25,-1 1 1,-2-1 0,0 0-1,-2 7-36,1-29-200,1 0 0,-1 0 0,1 0 0,-1-1-1,0 1 1,0 0 0,0-1 0,0 1 0,-1-1 0,1 1 0,-1-1 0,1 0 0,-1 0-1,0 0 1,0-1 0,-1 1 200,1 0-575,-1 1 0,1-1-1,-1 1 1,1-1 0,0 1-1,0 0 1,0 0 0,1 1-1,-3 2 576,2 7-7462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3.1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86 7379,'0'0'3095,"0"0"-1633,0 0-235,0 0 307,0 0-880,14 3-467,30 2 119,1-2 1,-1-1-1,1-3 1,-1-1-1,0-2 1,1-3-1,-2-1 1,1-2-1,26-11-306,54-24 449,-123 45-730,-1 0-636,-3 0-1124,-5 0 1014,1 1-1,-1 0 1,1 1 0,0 0 0,-1 0 0,1 0 0,0 1 1027,-43 17-5147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3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204 1 2289,'0'0'4826,"0"0"-2395,0 0-564,0 0-71,0 0-654,3 8-481,33 87 1654,-13-38-1074,-3 0 0,9 46-1241,-24-81 79,1 4-94,0 1 1,-3 0 0,0 0-1,-1 4 15,-3-27-24,0-1 0,0 0 0,0 1-1,0-1 1,-1 0 0,1 0 0,-1 0-1,0 0 1,0 0 0,0 0 0,0-1-1,-1 1 1,1 0 0,-1-1 0,1 0-1,-1 0 1,0 0 0,-2 1 24,-63 40-461,53-34 326,-26 11-20,0-1-1,-1-2 1,-37 9 155,76-25-1,-9 6 1259,27-5-887,31-5-188,-2-10-11,0-2 0,-1-2 0,35-19-172,5-1 92,163-61 241,-235 92-663,-10-6-8429,-1-1-467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5.4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2137 8292,'0'0'1136,"0"0"-549,0 0 208,0 0-18,0 0-524,-5 7 117,4-7 4468,2-253-1615,11-335-2879,-12 445 1094,0 142-1193,0 1-125,0 0-85,0 0-86,0 0 11,0-1 42,1 1-1,-1-1 1,0 0 0,1 0-1,-1 1 1,1-1-1,-1 0 1,1 1-1,-1-1 1,1 1 0,0-1-1,-1 1 1,1-1-1,0 1 1,-1-1 0,1 1-1,0-1 1,0 1-1,-1 0 1,1-1-1,0 1 1,0 0 0,0 0-1,-1 0 1,1 0-1,0-1 1,0 1-2,383-94 225,3 16 1,63 10-226,-350 54-114,18-4-281,1 6-1,44 4 396,-160 8-192,-3 0 56,0 0 80,0 0 86,0 0-28,0 0 38,0 0 104,0 0-40,0 0-21,0 0-78,0 0 43,1-8 30,0 1 0,0-1 0,1 1 0,0-1 0,1 1 0,-1 0 0,2 0 0,-1 0 0,1 1 0,0-2-78,7-13 141,67-122 181,66-91-322,49-86 553,-187 310-514,-5 8-9,1-1 0,0 0-1,-1 0 1,0 0 0,1 0-1,-1 0 1,-1 0 0,1 0-1,0 0 1,0-3-30,-1 5 187,0 1-139,0 0-48,0 0-34,0 0 1,0 0-1,0-1 1,0 1-1,0 0 1,0-1-1,0 1 1,0 0-1,0-1 1,0 1-1,0 0 1,0 0-1,0-1 1,0 1-1,0 0 1,0-1-1,0 1 1,0 0-1,0-1 1,0 1-1,0 0 1,-1 0-1,1-1 1,0 1-1,0 0 1,0 0-1,-1-1 1,1 1-1,0 0 1,0 0-1,0 0 1,-1-1-1,1 1 1,0 0-1,0 0 1,-1 0-1,1 0 1,0 0-1,-1 0 1,1-1-1,0 1 1,0 0-1,-1 0 1,1 0-1,-1 0 34,-8 7-1026,0 0-1,1 1 1,-1 0-1,1 0 0,1 1 1,0 0-1,0 1 1,1-1-1,-4 8 1027,3-6-1544,-25 43-6073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56.4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0 117 7395,'0'0'1727,"0"0"-231,0 0 454,0 0-421,0 0-713,0 0-226,11-2-187,66-9 1460,57-1-1863,-14 3 439,471-63 612,-477 62-1283,-112 10 224,-2 0 182,0 0 138,0 0-99,0 0-167,0 0-62,0 0-43,0 0-50,0 0 50,0 0 3,0 0 80,0 10 115,11 512 480,-11 108 3396,0-615-3851,2 0 1,0-1 0,0 1-1,1-1 1,6 14-165,-4-9 372,-4 3 1090,-10-8-3477,-25 4-4373,32-17 6227,-22 6-6717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41.0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68 484 6675,'0'0'1441,"0"0"-692,0 0 279,0 0 599,0 0-400,0 0-504,-12 1-197,-33 6-91,45-7-427,-1-1 0,1 1 1,0 0-1,0 0 1,-1 0-1,1 0 0,0 0 1,0 0-1,-1 0 0,1 0 1,0 0-1,0 0 1,-1 0-1,1 0 0,0 0 1,-1 0-1,1 0 1,0 0-1,0 0 0,-1 0 1,1 0-1,0 0 1,0 0-1,-1 0 0,1 0 1,0 1-1,0-1 1,-1 0-1,1 0 0,0 0 1,0 0-1,0 1 0,-1-1 1,1 0-1,0 0 1,0 1-1,0-1 0,0 0 1,0 0-1,-1 1 1,1-1-1,0 0 0,0 0 1,0 1-1,0-1 1,0 0-1,0 0 0,0 1 1,0-1-1,0 0 0,0 1-8,9 3 109,-9-4-88,44 10 391,0-1 0,1-3-1,0-1 1,-1-3 0,1-1 0,12-3-412,-5 1 194,883-19 1127,-753 13-1251,-35 3-343,47-11 273,-192 14 0,-1 1-1,0 0 1,1 0-1,-1-1 1,0 1-1,1-1 1,-1 1-1,0-1 1,1 1-1,-1-1 1,0 0-1,0 0 1,0 1-1,0-1 1,0 0-1,0 0 1,0 0-1,0 0 1,0-1-1,0 1 1,0 0-1,-1 0 1,1 0-1,0-1 1,-1 1 0,1 0-1,-1-1 1,0 1-1,1 0 1,-1-1-1,0 1 1,0 0-1,0-1 1,0 1-1,0-1 1,0 1-1,0 0 1,0-1-1,-1 1 1,1-1-1,-1 1 1,1 0-1,-1-1 1,1 1-1,-1 0 1,0-1 0,-3-9-16,-1-1 0,-1 0 0,0 1 0,-5-8 16,9 17-34,-60-97-568,-102-170 1308,165 336 28,35 235 159,-6-76 57,-22-146-756,-3-4-36,5-1-1,2 1 1,3-2 0,8 12-158,-22-82 105,10 27-188,-6-26 284,-3-20 614,-4-45-833,-4 0 0,-3-9 18,-7-66-60,-32-453-74,41 464 276,7 114 106,2 14-156,9 20-27,5-6 5,0 0-1,2-1 1,-1-1-1,2 0 1,17 10-70,109 65 242,-119-76-226,129 71 187,-75-44-398,-1 3 0,30 27 195,-102-67-70,-1-1 1,-1 1-1,1 1 0,-1-1 1,0 1-1,0-1 1,0 2-1,-1-1 0,0 0 1,1 3 69,-4-6-49,1 1 0,-1 0 0,0 0 0,0 0 1,0 0-1,0 0 0,-1 0 0,0 0 0,0 0 0,0 0 1,0 0-1,-1 0 0,1 0 0,-1 0 0,0 0 1,0-1-1,0 1 0,-1 0 0,0 0 0,-1 2 49,-4 6-28,-1 0-1,-1 0 1,0-1-1,0 0 1,-1-1-1,-1 0 0,0-1 1,-2 2 28,-26 18 31,-34 20-31,-6-5 343,-1-3 0,-41 13-343,26-13 800,94-40-760,1-1-278,0 0-482,22 0-3206,-10 0 1406,-1 0 0,1 0 0,-1-1 0,11-3 2520,34-16-8335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29:41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304 696 5218,'0'0'2628,"0"0"-1670,0 0-352,0 0 378,0 0-293,-20-32 21,-63-104 398,48 76 1051,2-3 1,4 0-1,-3-13-2161,10 10 1567,3-1 0,-7-48-1567,21 97 240,5 32 210,8 34 181,39 74-520,-26-70 40,-1 1 0,7 37-151,-12-18 101,-4 1 1,-2 0-1,-4 15-101,-2 223 201,-4-169 94,1-141-372,0-1-16,0 0 31,0 0-44,0 0-20,7-18-808,-1 0 1,0-1-1,-1 0 0,-1 1 0,1-14 934,2-10-1760,0-10 151,-2 0-1,-2-1 1,-3 1 0,-3-8 1609,1-37 4959,0 97-1998,11 1-1977,443 17 615,321-18 415,-772 0-1521,-1 0 4,0 0-305,0 0-515,-9 0-3191,-8 0-829,-8 0-2788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0:00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1247 2561,'0'0'2791,"0"0"-1084,0 0-263,0 0 172,0 0-202,0 0 46,0 0-126,0-9 1955,-2-222-1445,8-319 530,13 361-1844,-7 93 1029,-2-75-1559,-10 171 131,0 0-78,0 0-69,0 0 35,0 0-41,0 0-36,0 0-44,0 0 46,0 0 27,0 0-19,0 0 32,0 0 21,0 0-58,0 0 10,0 0-8,0 0-26,0 0 5,0 0 83,0 0 18,0 0-16,0 0-23,0 0-14,0 0-16,0 0 40,0 0-35,1 24-154,1-22 190,1 1 1,-1-1 0,1 0 0,0 0 0,0 0 0,0-1 0,0 1-1,0-1 1,0 1 0,0-1 0,1 0 0,-1 0 0,0 0 0,4-1-2,49 8-136,9-5 21,0 3 0,45 11 115,64 6-245,193-5 111,-144-10-17,-156-7-153,-65-1 333,-2 0 40,0 0-7,0 0-35,0 0-54,0 0-61,0 0-104,0 0 8,-14-30-723,9 25 882,2 0 2,-1 1-1,1 0 1,-1 1-1,0-1 1,0 1 0,0-1-1,0 1 1,0 0-1,-1 1 1,0-1-1,1 1 1,-1 0 0,0 0-1,0 0 1,0 1-1,0 0 1,0 0-1,-1 0 1,0 0 23,5 2 3,0-1 1,0 1-1,0-1 1,0 1-1,0 0 0,0-1 1,0 1-1,0 0 1,0 0-1,1-1 1,-1 1-1,0 0 0,0 0 1,1 0-1,-1 0 1,0 0-1,1 0 0,-1 0 1,1 0-1,-1 0 1,1 1-1,0-1 0,0 0 1,-1 0-4,-7 31 150,8-30-139,-3 9 76,2-1-1,-1 1 1,1 0 0,1 0 0,-1 0 0,2 0 0,0 0 0,0-1-1,2 4-86,-2-12 12,1 0 0,0 0 0,0 0 0,0 0 0,1-1 1,-1 1-1,0-1 0,1 0 0,-1 0 0,0 1 0,1-1 0,0-1 0,-1 1 0,1 0 0,-1-1 0,1 1 0,0-1 0,-1 0 0,1 0 0,0 0 0,1 0-12,62-4 164,-60 3-190,1-1 1,0 0 0,-1 0-1,1-1 1,-1 0 0,0 0 0,0 0-1,0-1 1,0 0 0,-1 0-1,0 0 1,1-1 0,-2 1-1,1-1 1,0-1 0,-1 1 0,0-1-1,0 1 1,-1-1 0,1 0-1,-1-1 1,-1 1 0,1 0-1,-1-1 1,0 0 0,-1 1 0,1-1-1,-1 0 1,-1 0 0,1 0-1,-1-5 26,-1 12-1,1-1-1,-1 0 0,0 0 0,1 1 1,-1-1-1,0 1 0,1-1 0,-1 0 1,0 1-1,0-1 0,1 1 0,-1 0 1,0-1-1,0 1 0,0 0 1,0-1-1,0 1 0,0 0 0,1 0 1,-1 0-1,0 0 0,0 0 0,0 0 1,0 0-1,0 0 0,0 0 0,0 0 1,0 0-1,1 1 0,-1-1 1,0 0 1,-1 1-5,-1-1-1,1 0 0,0 0 0,-1 0 0,1 0 0,0 1 0,-1-1 1,1 1-1,0-1 0,0 1 0,-1 0 0,1 0 0,0 0 0,0 0 1,0 1-1,0-1 0,0 1 0,0-1 0,1 1 0,-1-1 0,0 1 1,1 0 5,-1 1-26,0 1 1,0-1-1,0 1 1,1-1-1,0 1 1,0-1 0,0 1-1,0 0 1,0-1-1,1 1 1,-1 0-1,1 0 1,0 2 25,1-5 4,-1 0-1,1-1 1,0 1 0,-1 0-1,1 0 1,0-1 0,0 1-1,0 0 1,-1-1 0,1 1-1,0-1 1,0 1 0,0-1-1,0 1 1,0-1 0,0 0-1,0 0 1,0 1 0,0-1 0,0 0-1,0 0 1,0 0 0,0 0-1,0 0 1,1 0-4,33 1 76,-32-1-68,1236-3 440,-1231 3-454,13 1 28,1-2-1,-1 0 1,0-1-1,1-1 1,10-4-22,-31 7-12,0 1 1,-1-1-1,1 0 1,0-1-1,0 1 1,-1 0-1,1 0 1,0 0-1,-1 0 1,1 0-1,0-1 1,-1 1 0,1 0-1,0-1 1,-1 1-1,1-1 1,-1 1-1,1 0 1,-1-1-1,1 1 1,-1-1-1,1 1 1,-1-1-1,1 0 1,-1 1-1,1-1 1,-1 1-1,0-1 1,0 0-1,1 1 1,-1-1-1,0 0 1,0 1-1,0-1 1,1 0 0,-1 0-1,0 1 1,0-1-1,0 0 1,0 1-1,0-1 1,-1 0-1,1 0 1,0 1-1,0-1 1,0 0-1,-1 1 1,1-1-1,0 0 1,-1 1-1,1-1 1,0 1-1,-1-1 1,1 1-1,-1-1 12,0-1-36,-1 1 0,0-1 0,0 1-1,1-1 1,-1 1 0,0 0 0,0-1-1,-1 1 1,1 0 0,0 0 0,0 1-1,0-1 1,-1 0 0,1 1 0,0 0 0,-2-1 36,-1 1-6,0 0 0,0 0 0,0 0 1,0 1-1,0 0 0,1 0 0,-1 0 1,0 0-1,1 1 0,-1 0 0,1 0 1,-1 0-1,1 1 0,0-1 0,0 1 6,1 0 11,0 0-1,1 0 0,-1 0 0,1 0 1,0 1-1,0-1 0,0 0 1,0 1-1,1 0 0,0-1 1,-1 1-1,1 0 0,1 0 0,-1 0 1,0 0-1,1 0 0,0-1 1,0 1-1,0 2-10,4 12 32,5-19-147,8-24-165,-14 16 191,-1 0 0,0 0 0,0 0 0,-1-1 0,0 1 0,-1-5 89,0 12 65,0 2 185,0 0-18,0 0-32,0 0-143,0 49-98,0-47 49,0-1 0,1 1 0,-1-1 0,0 1-1,1-1 1,-1 0 0,0 1 0,1-1 0,0 0-1,-1 1 1,1-1 0,0 0 0,0 0-1,0 1 1,0-1 0,0 0 0,0 0-8,0 0-7,1 1 0,-1-1 0,0 1 0,0-1 0,0 1 0,0-1 0,0 1 0,-1-1 0,1 1 0,0 0 0,-1-1 0,1 1 0,-1 0 0,0 0 0,1-1 0,-1 1 0,0 1 7,0 45 48,-3 0 0,-1-1 0,-2 1 0,-12 38-48,-1 12 430,4 0 0,5 1 0,4 1 0,4-1 0,7 49-430,5 15 1332,-10-162-1284,0-1-6,0 0-2,0 0-277,0 0-382,0 0-528,-52 0-7492,12 0 1812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4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4597 21 20363,'27'0'104</inkml:trace>
  <inkml:trace contextRef="#ctx0" brushRef="#br0" timeOffset="-1">4588 66 21118,'-5'-1'-33,"0"0"-1,0 0 1,0 0 0,0 0 0,0 1 0,-4 0 33,8 1-4,0-1 0,0 1 0,0 0 0,0 0 0,0 0 0</inkml:trace>
  <inkml:trace contextRef="#ctx0" brushRef="#br0" timeOffset="-3">4624 42 20681,'-2'3'-5,"2"0"-1,-1 1 0,0-1 6,-1 8 9</inkml:trace>
  <inkml:trace contextRef="#ctx0" brushRef="#br0" timeOffset="-5">4700 511 20878,'6'24'7,"-1"-2"-1</inkml:trace>
  <inkml:trace contextRef="#ctx0" brushRef="#br0" timeOffset="-7">1533 5071 2146,'56'1'0,"-50"-1"15,-5 0 4,-1 0 15,0 0-28,0 0-273,0 0-432,0 0-555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4.8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1 688,'0'0'1019,"0"0"-237,0 0 43,0 0-201,0 0-261,0 0-129,0 0-12,0 0 10,0 0 246,0 0 154,0 0 43,0 0 66,-2 3 3285,-3 7-3097,-4 19-730,7-22-61,0 0 0,0-3-46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4.8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46 552 19972,'5'39'227,"-7"-78"657</inkml:trace>
  <inkml:trace contextRef="#ctx0" brushRef="#br0" timeOffset="-2">14 552 22201,'-3'61'-18,"4"-122"662</inkml:trace>
  <inkml:trace contextRef="#ctx0" brushRef="#br0" timeOffset="-4">38 552 22090,'0'66'-32,"-2"-36"421,1-19-85,1-14-87,3-101-178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4.8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3841 87 20051,'-2'-1'-6,"-2"-2"-6,0 1 0,0-1 0,0 1 0,-1 1 0,1-1 0</inkml:trace>
  <inkml:trace contextRef="#ctx0" brushRef="#br0" timeOffset="-1">3814 55 19113,'12'-4'14,"3"0"3</inkml:trace>
  <inkml:trace contextRef="#ctx0" brushRef="#br0" timeOffset="-3">4145 395 17721,'1'4'-6,"14"73"6,7 160-504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4.8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4060 1138 19492,'10'-3'-27,"1"0"-5</inkml:trace>
  <inkml:trace contextRef="#ctx0" brushRef="#br0" timeOffset="-1">2561 1525 16893,'-20'2'8,"-82"6"-8</inkml:trace>
  <inkml:trace contextRef="#ctx0" brushRef="#br0" timeOffset="-3">214 187 18345,'2'-2'4,"-1"-1"2,0 0 0,1 0 0,-1 0-1,0 0 1,0 0 0,-1 0 0,1 0 0,-1-1-1,1 1 1,-1 0 0,0-1 0,0 1-1,-1-2-5,2-17 52,-1 13-85,1 0 1,-1 0 0,-1 0 0,0 0 0,0 1 0,-1-1-1,0-1 33,1 7-10,0 1 0,-1-1-1,1 1 1,0-1 0,-1 1-1,1 0 1,-1 0 0,0 0-1,0 0 1,0 0 0,0 0-1,0 0 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16.9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3033 5073 20820,'137'-4'0,"-133"4"-4,89-1-147,1 4 1,0 4-1,22 8 151,-74-8-691,-52-36-4357,-11-19-2486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16.9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2178 55 20836,'315'-44'0,"-155"34"-198,90 9 198,-112 3 169,-124-2-174,0 2 0,0 0 0,0 1 0,10 3 5,-10-2-28,0-1 0,0 0 1,0-1-1,11 0 28,-25-1-43,0 1 33,0-2-22,0 1-16,0 1-80,0-2 56,0 0 16,5 35 104,6-2 89,-2 1 0,-1 0 1,-1 0-1,-2 1 1,-1-1-1,-2 31-137,2 672 787,-18-497-856,10-239-50,1 1 1,-1-1-1,0 0 1,0 0-1,0 0 1,0 0-1,0-1 1,0 0-1,0 0 1,-4 0 118,-8 1-67,-367 35-255,375-37 343,-15 3 0,65 3 254,54-5-100,289-4 6,-250-3-107,112-21-74,-220 24 27,-9 2-37,-22 1-917,-57 4 457,1 3-1,-22 6 471,-46 4-364,-9-5 212,18-3 30,1 5 1,-19 10 121,109-15-7,28-9 7,0 1 0,0 0 0,0 0-1,0 0 1,0 0 0,0 0 0,1 0-1,-1 0 1,0 0 0,0 0 0,0 0-1,0 0 1,0 0 0,0 0 0,0 0-1,1 0 1,-1 0 0,0 0 0,0 0 0,0 0-1,0 1 1,0-1 0,0 0 0,0 0-1,1 0 1,-1 0 0,0 0 0,0 0-1,0 0 1,0 0 0,0 0 0,0 0-1,0 0 1,0 1 0,0-1 0,0 0-1,0 0 1,0 0 0,0 0 0,0 0-1,1 0 1,-1 0 0,0 1 0,0-1-1,0 0 1,0 0 0,0 0 0,0 0-1,0 0 1,0 0 0,0 1 0,-1-1-1,1 0 1,0 0 0,0 0 0,0 0-1,0 0 1,0 0 0,0 0 0,50 1-13,-36-1 23,82-4 88,0-5-1,88-20-97,-180 28 25,-4 1-18,0 0-1,1 0 1,-1 0-1,0 0 1,1 0-1,-1 0 1,0 0-1,1 0 1,-1 0-1,1 0 1,-1-1-1,0 1 1,0 0-1,1 0 0,-1 0 1,0 0-1,1-1 1,-1 1-1,0 0 1,1 0-1,-1-1 1,0 1-1,0 0 1,0 0-1,1-1 1,-1 1-1,0 0 1,0-1-1,0 1 1,0 0-1,1-1 0,-1 1 1,0 0-1,0-1 1,0 1-1,0 0 1,0-1-1,0 1 1,0-1-1,0 1 1,0 0-1,0-1 1,0 1-1,0 0 1,0-1-1,-1 1-6,1-1-21,0 1-30,0 0 11,0 0-8,0 0-8,-18 3 3,7 5 81,-1 0 0,2 1 1,-1 0-1,1 1 1,0 0-1,1 0 0,0 1 1,-4 8-29,-3 2 53,-262 329 843,153-171-501,122-175-318,2-4-42,1 0 0,0 0 18,0-10 91,1 2-144,0 0-1,1-1 1,0 1-1,0 0 1,1 1-1,0-1 1,0 0-1,1 1 1,0 0-1,3-5 1,56-78 31,-45 66 4,87-107 56,-51 66-16,-3-1 0,6-17-75,-57 82-8,1 0 1,-1 0-1,1 0 1,-1-1 0,1 1-1,0 0 1,0 0 0,0 0-1,0 0 1,-1 0 0,1 0-1,0 0 1,1 0-1,-1 1 1,0-1 0,0 0-1,0 1 1,0-1 0,1 1-1,-1-1 1,0 1 0,0-1-1,2 1 8,-1 1-23,0-1 0,0 1 0,0 0 1,0 0-1,0 1 0,-1-1 0,1 0 0,0 1 0,0-1 0,-1 1 0,1-1 0,0 2 23,8 6 98,44 43 195,-2 2 0,36 50-293,82 126 402,-140-188-406,-1-4 63,33 32-59,-16-19 21,-36-31-120,-10-20 88,0 1 0,0-1 1,-1 1-1,1-1 1,0 1-1,0-1 0,0 1 1,-1-1-1,1 0 1,0 1-1,-1-1 1,1 1-1,0-1 0,-1 0 1,1 1-1,-1-1 1,1 0-1,0 1 0,-1-1 1,1 0-1,-1 0 1,1 0-1,-1 1 1,1-1-1,-1 0 0,0 0 11,-47 3-528,23-3 578,-874 24-621,811-24 603,40 3 0,36-1 4,32-1 66,169-8 210,1-9 1,123-28-313,-302 43-4,-10 1 3,0 0 1,-1 1 0,1-1 0,0 0 0,0 0 0,-1 0 0,1 0 0,0 0 0,0 0-1,-1 0 1,1 0 0,0-1 0,0 1 0,-1 0 0,1 0 0,0-1 0,-1 1 0,1 0-1,0-1 1,-1 1 0,1 0 0,-1-1 0,1 1 0,0-1 0,-1 1 0,1-1 0,-1 1-1,1-1 1,-1 0 0,0 1 0,1-1 0,-1 0 0,0 1 0,1-1 0,-1 0 0,10 0 312,-8 110-142,1-49 61,-2-1 0,-4 1 0,-2-1 0,-10 50-231,-7-11 260,4 1 0,5 1 0,4 0 0,3 45-260,21 180 232,-6-242-707,-14-81 437,0 1 1,0-1-1,0-1 0,-1 1 0,1-1 0,-1 0 0,-2 1 38,1-1-36,-86 17-328,-24-1 364,20-4 76,-3 6-76,99-19-3,0 0 0,1 0 0,-1 0 0,0 0 1,1 0-1,-1 0 0,0 0 0,1 0 0,-1 1 1,0-1-1,1 0 0,-1 0 0,0 1 1,1-1-1,-1 0 0,1 1 0,-1-1 0,1 1 1,-1-1-1,1 1 0,-1-1 0,1 1 0,-1-1 1,1 1-1,0-1 0,-1 1 0,1 0 3,12 10-86,33 2 69,27-5 134,0-3 0,0-4 0,17-3-117,17 0 36,141 4-490,-285 5 253,1 3 0,-19 7 201,-63 16-139,14-14 43,47-11 171,2 3 1,-1 3-1,-35 14-75,76-17-5,26-5-96,31-1 45,370-4 295,-211-2-572,-209 14 16,-17 0 264,-1 0 0,0-2 0,-1-1 1,0-1-1,-26 3 53,6 1-24,-124 28-42,74-19 134,-2 5-68,95-26-2,3 0-1,-1-1 1,1 0 0,0 1-1,0-1 1,0 1 0,0 0-1,-1-1 1,1 1-1,0 0 1,0 0 0,1 0-1,-1 1 1,0-1 0,0 0-1,0 1 1,1-1 0,-1 1-1,1 0 1,-1 0-1,1-1 1,0 1 0,0 0-1,0 0 1,0 0 0,0 0-1,0 1 3,1-2-6,1 0 0,-1 0-1,1 0 1,0-1 0,-1 1-1,1 0 1,0-1 0,-1 1-1,1 0 1,0-1 0,0 1-1,0-1 1,0 1 0,0-1-1,0 1 1,0-1 0,0 0-1,0 0 1,0 1 0,0-1-1,0 0 1,0 0 0,0 0-1,0 0 1,0 0 6,37 3 19,-28-2-18,108 1 116,-83-3-86,-1 1-1,0 2 1,0 1 0,23 6-31,-56-8-10,1 0 0,-1-1 1,1 1-1,-1 0 0,1 0 1,-1 0-1,0 0 0,1 0 1,-1 1-1,0-1 0,0 0 1,0 1-1,0-1 0,0 0 1,0 1-1,0-1 0,-1 1 1,1 0-1,0-1 1,-1 1-1,1 0 0,-1-1 1,0 1-1,1 0 0,-1 0 10,3 53 10,-3-37 64,3 550 1611,-6-292-1217,3 100-14,0-375-470,0-1 0,0 0-6,0 0-15,0 0-6,-6-1 11,0-1 0,0 0 0,0 0 0,0 0 0,0 0-1,0-1 1,1 0 0,-1-1 0,1 1 0,-5-4 32,-23-14-71,6 11 43,-1 0 0,1 2-1,-1 1 1,-1 1 0,1 2 0,-1 0-1,0 2 1,0 2 0,-3 0 28,-16 3 121,0 1 0,1 3 1,0 2-1,0 2 0,-3 2-121,48-12-136,0 0 0,-1 0-1,1-1 1,-1 1 0,1-1-1,-1 0 1,1 0 0,-1 0-1,1 0 1,-1 0 0,0 0-1,1-1 1,-1 1 0,1-1 0,0 1-1,-1-1 1,1 0 0,-1 0 136,-1-2-1091,0-1 1,-1 1 0,1-1 0,1 0-1,-1 1 1,0-2 0,1 1 0,-1-2 1090,-13-19-11551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04.5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 2177,'0'0'2564,"0"0"-705,0 0-218,0 0-70,0 0-239,0 0-220,-4 0-21,-12 0-85,12 0-107,4 0-74,7 0 3568,31 4-4264,67 7-2,-1-5-1,1-4 1,1-5-127,31 2 20,249-12 78,0 1-49,-347 12-49,301 1 37,134 26-37,389 73-147,-659-85 34,153-11 113,-225-4-210,-123 0 168,0 2 0,-1-1 0,1 1-1,0 0 1,-1 1 0,2 0 42,5 2-11,-12-5-23,-2 0 12,-1 0 4,-3 250 282,-11 2-264,1 4 219,12-213-211,-18 203 148,0-8-11,17-148-136,0-4 17,-3-1 0,-8 25-26,8-72 7,1 0 0,2 27-7,1-64-46,0-1 1,0 1-1,0 0 1,0 0 0,0-1-1,-1 1 1,1-1-1,0 1 1,0-1-1,0 1 1,-1-1-1,1 0 1,0 1 0,-1-1-1,1 0 1,0 0-1,-1 0 1,1 0-1,0 0 1,-1 0-1,1-1 1,0 1 0,0 0-1,-1-1 46,-7 1 16,-218 8-1132,-3 11 1116,230-19 11,0 0-1,0 0 0,0 0 0,1 0 1,-1 0-1,0 0 0,0 0 0,0 0 1,0 0-1,0 1 0,0-1 1,0 0-1,0 0 0,0 0 0,0 0 1,0 0-1,0 0 0,0 0 0,0 0 1,0 0-1,0 0 0,0 1 0,0-1 1,0 0-1,0 0 0,0 0 1,0 0-11,21 3 97,31 1 49,17-3 103,121-2 110,77-13-359,-230 11 512,17-2-3191,-49 4 1417,-8 1-230,-28-1-2162,-9 4-217,-7 9-838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05.0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4722,'0'0'2001,"0"0"-1497,0 0-234,0 0 821,0 0-109,-8 1-270,-2 0-1152,-12 1 3144,41 0-561,939 8 1422,-621-11-3571,-320 1 12,23 0 24,1-1 1,18-5-31,-74 7-5500,-47 3 206,12 10 222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05.9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 1665,'0'0'1881,"0"0"-1294,0 0-417,0 0 273,0 0 35,0 0-225,0 0 267,0 0 393,0 0 135,0 0-186,0 0-163,0 0-527,-1 0-1,1 0 1,0 1-1,-1-1 1,1 0-1,0 0 1,0 0-1,-1 1 1,1-1-1,0 0 1,0 1 0,0-1-1,-1 0 1,1 0-1,0 1 1,0-1-1,0 0 1,0 1-1,0-1 1,-1 0-1,1 1 1,0-1 0,0 0-1,0 1 1,0-1-1,0 0 1,0 1-1,0-1 1,0 0-1,0 1-171,8 1 109,0 0 0,0 0 0,0-1-1,-1 0 1,1 0 0,0-1 0,8 0-109,12 0 332,292 3 311,-394 2-1848,31-1 647,-194 0 279,155-4 438,62 5 6,18-1 35,12-1 75,88 2 1283,42-6-1558,-40 0 261,-99 1-223,-1 0-244,0 0-597,-2 0 420,-1 0-1,1 0 0,-1 0 1,1 0-1,0 1 0,-1-1 0,1 1 1,-1-1-1,1 1 0,0 0 1,-1 0-1,1 0 0,0 0 0,0 1 1,-1-1 383,-7 5-1320,-30 14-2890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06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 3986,'0'0'939,"0"0"-141,0 0 480,0 0 74,0 0-378,0 1-895,0-1 1,0 0 0,0 1-1,1-1 1,-1 0-1,0 1 1,0-1-1,0 0 1,0 0-1,0 1 1,0-1-1,1 0 1,-1 1 0,0-1-1,0 0 1,0 0-1,1 1 1,-1-1-1,0 0 1,1 0-1,-1 0 1,0 1-1,0-1 1,1 0-1,-1 0 1,0 0 0,1 0-1,-1 0 1,0 0-1,1 0 1,-1 0-1,0 1 1,1-1-1,-1 0 1,0 0-1,1 0 1,-1-1-1,0 1 1,0 0 0,1 0-1,-1 0 1,0 0-1,1 0-79,212 9 3883,43-11-3883,-65 0 442,812-16 1999,-959 18-3522,-52 6-5439,-3 2 4605,-14 0-2607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09.0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3868 0 2017,'0'0'3538,"0"0"-2031,0 0-387,0 0 140,0 0-332,-19 7 6137,16 12-6712,1 0 1,2-1-1,-1 1 1,4 19-354,-1 14 197,-3 156 1364,-22 157-1561,17-302 375,3-1 0,2 1 1,6 43-376,1-68 110,2 0 0,1-1 0,2 0 0,11 24-110,-5-13 155,-2 1-1,0 9-154,13 114 550,-8 0-1,-3 71-549,-13 117 169,-4-240-247,0-120 97,-32 6-627,-157 13 426,0-9 0,-141-12 182,109 0 22,29 3-104,-217-3 39,306-8 76,-94-20-33,-49-6 28,-47-2-142,96 10 52,-109-6 145,-259 6-83,64 55 72,484-26-399,13-1-2513,11 0-3627,8 0-5755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0.0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1 159 7860,'0'0'6795,"0"0"-4039,0 0-1174,0 0-216,0 0-454,0 0-464,33-1-77,244-4 109,-266 5-546,32-4 300,-42 4-273,0-1 1,1 1 0,-1-1 0,0 0-1,0 0 1,0 1 0,0-1 0,0 0-1,0 0 1,0 0 0,0 0 0,0 0-1,-1 0 1,1-1 0,0 1 0,0 0-1,-1 0 1,1 0 0,-1-1 0,0 1-1,1 0 1,-1-1 0,0 1 0,0 0 0,1-1-1,-1 1 1,0-1 0,0 1 0,-1-1 38,2-1-371,-1-1 1,0 0 0,0 1 0,0-1-1,0 0 1,-1 1 0,1-1-1,-1 1 1,0-1 0,0 1 0,0-1-1,-1 1 1,1-1 0,-1 1 0,0 0-1,0 0 1,0 0 0,0 0 0,0 0-1,-1 1 1,1-1 0,-1 1 0,-2-3 370,-37-30-5397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0.3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2065,'0'0'8548,"0"0"-7252,0 0 689,0 0 689,44 171-1042,-24-107-927,1-12-161,-8-6-352,1-13-192,-7-14-384,-1-10-1361,1-9-1633,-3 0-2608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0.6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70 11829,'0'0'2097,"0"0"-1841,0 0 737,0 0-97,193-21-431,-122 3-465,-16 6-112,-18 2-801,-13 4-944,-17 3-2161,-7 3-3409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1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99 384 8996,'0'0'2713,"0"0"-762,0 0 44,0 0-626,0 0-796,-4 0-308,-12 0 9,12 0 30,4 0 107,0 0 163,0 0-6,0 0 160,0-6 756,0-24-1081,1 0 0,1 0 0,6-27-403,-5 44 15,0 1 1,1 0 0,1 0-1,0 0 1,0 1 0,1-1 0,1 1-1,0 1 1,0-1 0,8-7-16,-6 9-13,0 0-1,0 1 1,0 0 0,1 0 0,1 1-1,-1 1 1,1-1 0,0 2 0,1-1 0,-1 2-1,1 0 1,0 0 0,0 1 0,0 0-1,0 1 1,1 0 0,-1 1 0,1 1 0,-1 0-1,1 1 1,-1 0 0,0 1 0,4 0 13,-12 0-8,1-1 1,0 1 0,0 0-1,-1 0 1,1 1 0,-1-1-1,0 1 1,1 0 0,-1 0-1,-1 0 1,1 1 0,0 0-1,-1-1 1,0 1 0,0 0 0,0 0-1,0 1 1,-1-1 0,1 1-1,-1-1 1,0 1 0,-1 0-1,1 0 1,-1 0 7,4 13-14,-1 0 0,0 0 0,-2 0 1,0 1-1,-1-1 0,-1 2 14,0-2-6,-1-1 0,0 0 0,-1 1 0,-1-1 1,-1 0-1,0 0 0,-1-1 0,-1 1 0,-1-1 0,0 0 0,-1-1 0,-1 0 1,0 0-1,-1-1 0,-7 9 6,-37 39 138,-2-2 0,-3-2 0,-2-3 1,-3-3-1,-53 33-138,95-66 155,21-19-148,1 0 0,0 0 0,0 0 0,-1 1 0,1-1 0,0 0 0,0 0 0,0 0 0,0 1 1,-1-1-1,1 0 0,0 0 0,0 1 0,0-1 0,0 0 0,0 0 0,0 1 0,0-1 0,-1 0 0,1 0 1,0 1-1,0-1 0,0 0 0,0 1 0,0-1 0,0 0 0,1 0 0,-1 1 0,0-1 0,0 0 1,0 1-1,0-1 0,0 0 0,0 0 0,0 1 0,0-1 0,1 0-7,2 1 55,1 0 0,0 0 0,0 0-1,-1-1 1,1 0 0,0 0 0,0 0 0,0 0-1,1 0-54,12-1 56,45 2 362,71-1 527,130-16-945,-229 10-1073,-30 5-164,0-1 0,1 1 0,-1-1 0,0 1 0,0-1 0,0 0 0,0-1 0,0 1 0,-1-1 0,1 1 0,-1-1 0,0 0 0,1-1 0,-1 1 0,1-3 1237,13-18-5688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2.3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47 315 4130,'0'0'2588,"0"0"-209,0 0-137,0 0-586,0 0-786,47 98 2142,-38-84-2713,0 1 1,0-2-1,2 1 0,0-1 0,0-1 1,1 0-1,1-1 0,-1 0 0,10 5-299,-10-9 96,0-1-1,-1 0 0,2-1 0,-1 0 1,1-1-1,-1 0 0,1-1 0,0-1 1,0 0-1,1-1 0,-1 0 0,6-1-95,7 0 156,0 0-1,1-3 0,12-2-155,-29 3 10,0-1 0,0 0 0,0 0 0,0-1 0,0-1 0,-1 1 0,0-2 0,0 1 0,0-1 0,0-1-10,2-2-18,1-1 0,-1-1 0,-1 1 0,0-2 0,0 1 0,-1-2 0,-1 1 0,0-1 0,-1 0 0,2-5 18,-5 8-8,0-1 0,0 1 1,-1-1-1,-1 0 0,0 0 1,0 0-1,-1 0 0,-1-1 0,0 1 1,0 0-1,-1 0 0,0 0 1,-1 0-1,-2-5 8,0 5 7,0 1 0,0 0 1,-1 0-1,-1 1 0,0-1 0,0 1 0,-1 1 1,0-1-1,0 1 0,-1 0 0,0 1 0,-5-4-7,-2-1 16,-1 0 0,0 1 0,0 1 0,-1 0 0,-1 1-1,-12-4-15,3 5 158,0 0-1,0 2 1,0 1-1,-1 1 0,0 1 1,0 2-1,0 1 1,1 1-1,-14 3-157,31-3 30,0 2 1,0-1-1,0 2 1,0-1-1,0 1 0,1 1 1,-1-1-1,1 2 1,0-1-1,1 1 0,0 1 1,0-1-1,0 2 1,1-1-1,-1 1 0,2 0 1,-3 3-31,2-1-72,-1 1 0,1 1 1,1-1-1,0 1 0,1 0 0,0 0 0,1 1 1,0-1-1,1 1 0,0 0 0,1 0 1,1 0-1,-1 7 72,2-8-308,0-8 17,-1 0 1,1-1-1,0 1 0,0-1 1,0 1-1,0-1 0,0 1 1,1 0-1,0-1 0,0 1 1,0-1-1,0 0 1,0 1-1,1-1 0,-1 0 1,1 0-1,0 0 0,0 0 1,0 0-1,0 0 0,1 0 1,-1-1-1,1 1 0,0 0 291,33 17-6101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2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1 181 8836,'0'0'3220,"0"0"-1064,0 0-131,0 0-643,0 0-617,10 10-244,77 89 1399,-5 3 1,23 43-1921,-78-108 147,-25-35-132,34 42 147,-34-41-125,1-1 0,-1 0 1,1 0-1,-1 0 0,1 0 1,-1 0-1,1 0 0,0-1 1,0 0-1,0 1 0,0-1 1,0 0-1,0 0 0,0-1 1,0 1-1,1 0-37,-3-2 21,0 0 0,0 0 0,-1 1 0,1-1-1,0 0 1,-1 0 0,1 0 0,0 0 0,-1 0 0,0 0 0,1 0 0,-1 0 0,1 0 0,-1 0 0,0 0 0,0 0 0,0 0-1,0 0 1,0-1-21,1-1 46,21-126 521,-5-1 0,-6-19-567,4-16 1253,-12 117-855,-3 47-449,0 1-330,0 0-604,-22 11-2870,12-3 2615,-41 26-4448,-12 11-3901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4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1873,'0'0'878,"0"0"-545,0 0-197,0 0 32,0 0-18,0 0 1870,0-1 8572,0 6-11708,3 21 1426,0-1 0,2 0-1,1 0 1,1 0 0,0-1 0,6 10-310,14 47 315,-19-53-120,-2-1 306,2-1 0,1 0 0,1 0-1,11 18-500,-21-43 124,3 4-2828,-3-10-2156,0 0 4510,-3-12-4831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4.3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 1793,'0'0'6280,"0"0"-3780,0 0-1241,0 0-133,-12 3-662,56-3 222,279-11 2579,-312 10-3374,6-2 245,-13-9-4146,-4 6-1264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7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13 7155,'0'0'2644,"0"0"-800,0 0-193,0 0-381,0 0-579,0 0-312,-10-12 4588,4 11-4933,1 1-1,-1 0 1,0 0-1,0 1 1,1 0-1,-1 0 1,1 0-1,-1 1 0,1 0 1,-1 0-1,1 0 1,0 0-1,0 1 1,0 0-1,0 0 1,1 0-1,-1 1 1,1 0-1,0 0 0,0 0 1,0 0-1,0 0 1,1 1-1,-1 0 1,1 0-1,0 1-33,3-5 1,-26 49 14,25-48-19,0 0-1,1 0 0,-1-1 0,0 1 1,1 0-1,0 0 0,-1 0 0,1 0 0,0 0 1,0 0-1,0 0 0,0 0 0,0 0 1,1-1-1,-1 1 0,0 0 0,1 0 1,-1 0-1,1 0 0,0 0 0,0-1 0,0 1 1,0 0-1,0-1 0,0 1 0,0-1 1,0 1-1,2 0 5,5 3 14,0 0 0,0-1 0,0 0 0,1-1 0,0 0 0,-1 0 0,1-1 0,1 0-14,79 12 93,-60-10-98,21 1 23,-33-4-54,0 0 0,-1 2 0,1 0 0,-1 0 0,1 2 0,13 5 36,-29-10-18,0 1-1,0 0 0,0 0 1,0 0-1,-1 0 0,1 0 0,0 0 1,0 0-1,0 0 0,-1 0 0,1 0 1,0 0-1,-1 0 0,1 0 0,-1 0 1,0 1-1,1-1 0,-1 0 1,0 0-1,0 1 0,0-1 0,0 0 1,0 0-1,0 1 0,0-1 0,0 0 1,0 1-1,0-1 0,-1 0 0,1 1 19,-1 2-36,0-1-1,-1 1 1,1 0-1,-1 0 1,1-1-1,-1 1 1,0-1-1,-1 1 0,0 1 37,-12 9-112,-1 0 0,0-1-1,-1 0 1,-1-2 0,0 0-1,0-1 1,-1 0 0,0-2 0,-1 0-1,-5 0 113,17-6 11,27-18-222,9-9 148,1 0-1,2 3 1,0 0-1,1 2 1,6-1 63,-36 19 1,0 1 1,0 0 0,0 1-1,1-1 1,-1 0 0,0 1-1,1-1 1,-1 1 0,1 0-1,-1 0 1,0-1 0,1 2-1,-1-1 1,0 0 0,1 0-1,-1 1 1,1-1 0,-1 1-1,0 0 1,0 0 0,1 0-2,2 2 51,1 1 1,0 0-1,-1 1 1,1-1-1,-1 1 1,2 2-52,-3-2 47,1 0 1,-1-1 0,1 1 0,0-1-1,1-1 1,-1 1 0,1-1 0,0 0-1,2 1-47,4-1 89,-1 0 0,1-1 0,-1 0 0,1-1-1,0 0 1,-1-1 0,1-1 0,1 0-89,-6 1 2,-1-1 0,0 0 0,0 0 0,1 0 0,-1-1 0,0 0 0,0 0 0,-1-1 1,1 1-1,0-1 0,-1-1 0,0 1 0,1-1 0,-1 0 0,3-3-2,-6 4-367,0 0 1,0-1-1,-1 0 0,1 1 1,-1-1-1,1 0 1,-1 1-1,0-1 0,-1 0 1,1 0-1,-1 0 0,1 0 1,-1 0-1,0 0 1,-1 0-1,1 0 0,-1-2 367,1 6-63,-3-30-5897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7.5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9877,'0'0'2529,"0"0"-1745,0 0-448,0 0-336,0 0-1472,0 0-4931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26.1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 24 4434,'0'0'2817,"0"0"-1109,0 0-612,0 0-218,0 0-344,0 0-142,-20 2 4813,19 5-5079,1 1 0,1-1-1,-1 1 1,1-1 0,0 0 0,1 1 0,0-1 0,0 0 0,1 0-126,-2-4 22,0-1 1,1 0 0,0 0 0,-1 0-1,1 0 1,0 0 0,0 0-1,0 0 1,0 0 0,1-1 0,-1 1-1,0-1 1,1 0 0,-1 1-1,1-1 1,-1 0 0,1-1 0,0 1-1,-1 0 1,1-1 0,0 1-1,-1-1 1,1 0 0,0 0 0,0 0-1,1-1-22,13 2 189,-14-1-149,-1 0 1,1 1-1,-1-1 0,1 0 1,0-1-1,-1 1 1,1 0-1,-1-1 1,0 1-1,1-1 0,-1 0 1,1 0-1,0 0-40,-2-1 28,0 0-1,0 1 0,0-1 1,0 0-1,0 0 0,0 0 1,-1 0-1,1 0 0,-1 0 1,1 0-1,-1-1 0,0 1 1,0 0-1,0 0 0,0 0 1,0 0-1,0 0 0,0 0-27,-1-1 32,0 1 0,0 0 0,0-1 0,0 1 0,0 0 0,0 0 0,0 0 0,-1 0 0,1 0 0,-1 0 0,1 0-1,-1 1 1,0-1 0,0 1 0,0-1 0,0 1 0,0-1 0,0 1 0,0 0 0,0 0 0,0 0 0,-1 0 0,1 1 0,0-1 0,-2 0-32,-5-2 73,0 0 1,-1 1 0,1 0-1,-1 1 1,0-1 0,-4 2-74,13 0 5,0 0 1,0 1 0,1-1-1,-1 1 1,0-1-1,0 1 1,0-1 0,0 1-1,1-1 1,-1 1-1,0 0 1,1 0 0,-1-1-1,1 1 1,-1 0 0,1 0-1,-1 0 1,1 0-1,-1-1 1,1 1 0,0 0-1,-1 0 1,1 0-1,0 0 1,0 0 0,0 0-1,0 0 1,0 0 0,0 0-1,0 0-5,-2 36 183,2-33-70,47-1-164,-45-3 47,-1 0 0,1 0 0,-1 0 0,1 0 0,0 0 0,-1 0 0,1 0-1,-1 0 1,1-1 0,-1 1 0,1-1 0,-1 1 0,1-1 0,-1 0 0,0 1 0,1-1 0,-1 0 0,0 0-1,0 0 1,1 0 0,-1 0 0,0 0 0,0 0 0,0-1 0,0 1 0,0 0 4,0-3-11,0 0 1,0 0 0,0 0-1,-1 0 1,1 0 0,-1 0-1,0 0 1,0 0-1,0-1 11,-1-4-29,2 7 35,-1 1 0,0 0 0,-1-1 0,1 1 0,0 0 0,0-1 1,-1 1-1,1 0 0,0-1 0,-1 1 0,1 0 0,-1 0 0,0-1 0,1 1 0,-1 0 0,0 0 1,0 0-1,0 0 0,0 0 0,0 0 0,0 0 0,0 0 0,0 1 0,0-1 0,0 0 1,0 0-1,-1 1 0,1-1 0,0 1 0,0-1 0,-1 1 0,1 0 0,0-1 0,-1 1 0,1 0 1,0 0-1,-1 0 0,1 0 0,0 0 0,-1 0 0,1 1 0,-1-1 0,1 0 0,0 0 1,0 1-1,-1-1 0,1 1 0,0 0 0,0-1 0,0 1 0,-1 0 0,1 0-6,-1 0-4,0 0 0,1 1 0,-1-1 0,1 0 0,0 0 0,-1 1 0,1-1 0,0 1 0,0-1 0,0 1 0,0 0 0,0-1 0,0 1 0,1 0-1,-1 0 1,0 0 0,1-1 0,0 1 0,-1 0 0,1 0 0,0 0 0,0 0 0,0 0 0,0 0 0,0 0 4,0-1-69,0-1-44,0 0 63,0 0 10,0 0-24,0 0-32,0 0-302,-11 2-2883,-17 7-1212,-14 11-1702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8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17 235 9012,'0'0'1857,"0"0"-536,0 0-185,0 0 57,0 0-372,-13 5-355,9-6 3999,5-8-4382,1 0 0,0 0 0,0 0 0,1 0 0,0 0 0,0 1-1,1 0 1,0-1 0,1 1 0,0 1 0,0-1 0,1 1 0,-1-1 0,2 2 0,-1-1 0,1 1 0,0 0 0,3-2-83,3-3-28,0 1-1,1 1 0,0 0 0,1 1 0,-1 1 1,1 0-1,1 1 0,-1 0 0,1 2 0,3-1 30,-8 3-29,0 0 0,-1 1 0,1 0 1,0 0-1,0 1 0,0 1 0,0 0 1,3 1 27,-10-1-14,1 1 0,-1-1 0,0 1 0,0 0 0,1 0 0,-1 0 0,-1 1 0,1 0 0,0-1 0,-1 1 0,1 0 0,-1 1 0,0-1 0,0 1 0,0-1 0,0 1 0,-1 0 0,0 0 0,0 0 0,1 1 14,3 12-28,0-1 1,-2 0-1,0 1 0,-1 0 1,0 0-1,-1 0 0,-1 1 1,-1-1-1,-1 12 28,1-22-2,-1 4 3,0 0 1,-1-1-1,0 1 0,-1-1 0,0 0 1,-1 0-1,0 0 0,0 0 0,-1-1 1,-1 1-1,1-1 0,-1-1 0,-1 1 1,-1 1-2,-20 22 75,-1-2 0,-30 26-75,53-51 8,-29 23 49,0-1 0,-29 15-57,-32 23 220,97-65-210,-1 0 1,0 0-1,1 0 0,-1 0 1,0 0-1,1 1 0,-1-1 1,1 0-1,-1 0 1,0 0-1,1 0 0,-1 1 1,0-1-1,0 0 1,1 0-1,-1 0 0,0 1 1,1-1-1,-1 0 1,0 1-1,0-1 0,1 0 1,-1 0-1,0 1 1,0-1-1,0 0 0,0 1 1,0-1-1,1 1 1,-1-1-1,0 0 0,0 1 1,0-1-1,0 0 0,0 1 1,0-1-1,0 0 1,0 1-1,0-1 0,0 1 1,0-1-1,-1 0 1,1 1-1,0-1 0,0 0 1,0 1-1,0-1 1,0 0-1,-1 1 0,1-1 1,0 0-1,0 1 1,-1-1-1,1 0 0,0 0 1,0 1-1,-1-1 0,1 0 1,0 0-1,-1 0 1,1 1-1,0-1 0,-1 0-10,44 0 129,-30-1 21,18 0-130,0-1 1,0-2-1,-1-2 0,1 0 0,-1-2 0,0-2 0,-1 0 0,0-2 0,-1-1 0,25-15-20,-49 25-81,36-27-410,-38 29 444,0-1-1,0 1 1,0-1 0,0 0-1,0 0 1,-1 1-1,1-2 1,-1 1-1,1 0 1,-1 0-1,0 0 1,0-1-1,0 1 1,0 0-1,1-3 48,-2 4-45,14 1-395,21 1 445,-1-2 0,29-5-5,-50 3 26,0 0 1,0-1 0,-1 0 0,1 0-1,-1-2 1,0 1 0,-1-1 0,11-8-27,-11 7-1,0-1 1,-1 0 0,0 0-1,-1-1 1,6-7 0,-12 12-7,0 0 0,0 0 0,0-1 0,0 1 0,-1-1 0,1 0 0,-1 0 0,-1 1 0,1-2 0,-1 1 0,1 0 0,-2 0 0,1 0 0,0 0 0,-1-2 7,0-5-25,0 0 0,-1 0 0,0 0 0,0 0 0,-2 0 0,1 0-1,-4-8 26,3 14 7,0 1 0,0-1 0,0 0-1,-1 1 1,0 0 0,0 0 0,0 0-1,-1 0 1,0 1 0,0 0 0,0 0-1,0 0 1,0 1 0,-1-1-1,-2 0-6,-4-1 94,-1 0-1,-1 0 0,1 1 0,-1 1 0,0 0 0,1 1 0,-1 0 0,0 1 0,0 1 1,-14 1-94,24 0 21,0-1 0,0 1 0,0 0 0,0 0 0,0 0 0,0 0 0,0 1 0,0-1 1,1 1-1,-1 0 0,1 1 0,-1-1 0,1 0 0,0 1 0,0 0 0,0 0 0,0 0 1,0 0-1,0 0 0,1 0 0,0 1 0,0 0 0,0-1 0,0 1-21,-18 47-1944,13 0-6372,7-44 483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19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27 216 5683,'0'0'1782,"0"0"-648,0 0 168,0 0-169,0 0-474,-1 0-390,1 1 0,-1-1-1,0 0 1,1 1-1,-1-1 1,0 0 0,0 0-1,0 1 1,1-1-1,-1 0 1,0 0 0,0 0-1,0 0 1,1 0-1,-1 0 1,0 0 0,0 0-1,0-1 1,1 1-1,-1 0 1,0 0 0,0-1-1,1 1 1,-1 0-1,0-1-268,-2-16 256,1 0-1,1 0 0,0 0 0,1 0 0,2-7-255,-1-19 560,0 40-552,0 0 0,-1 0 0,1 0 0,0 0 0,0 1 0,1-1 1,-1 0-1,1 0 0,-1 1 0,1-1 0,0 1 0,0 0 0,0-1 0,0 1 0,1 0 0,-1 0 0,0 0 1,1 0-1,-1 1 0,1-1 0,0 1 0,0 0 0,-1-1 0,1 1 0,0 0 0,2 0-8,-3 0-17,0 0 0,1 0 0,-1 1 0,1-1 0,-1 1 0,1-1 0,-1 1 0,1 0 0,-1 0 0,1 0 0,-1 0 0,1 0 0,-1 0 0,1 1 0,-1-1 0,1 1 0,-1 0 0,0 0 0,1 0 0,-1 0 0,0 0 0,0 0 0,1 1 0,-1-1 0,0 1 0,-1-1 0,1 1 0,0 0-1,0 0 1,-1 0 0,2 1 17,2 13-19,-1 0 0,0 0 0,-1 1 0,-1-1 0,0 1-1,-2-1 1,0 1 0,0-1 0,-3 11 19,1 43-12,3-59 25,0 1 0,0-1 0,1 0 0,0 0 0,1 1 0,0-2 0,1 1 0,1 0-13,-4-7 24,1-1-1,0 1 0,0-1 0,0 0 1,0 1-1,0-1 0,1 0 0,-1-1 1,1 1-1,0 0 0,0-1 1,0 0-1,0 1 0,0-1 0,1 0 1,-1-1-1,1 1 0,-1-1 0,1 1 1,0-1-1,-1 0 0,1 0 0,0-1 1,0 1-1,0-1-23,5 1 144,1 0-1,0-1 1,-1-1-1,1 1 1,-1-1-1,1-1 1,-1 0 0,1 0-1,-1-1 1,0-1-144,-5 2-11,0 0 1,0 0-1,-1-1 0,0 0 1,1 1-1,-1-1 1,0-1-1,0 1 1,-1 0-1,1-1 0,-1 1 1,1-1-1,-1 0 1,0 0-1,-1 0 1,1 0-1,-1 0 0,0 0 1,0 0-1,0-1 1,0 1-1,-1 0 1,1-5 10,0 0-746,0 1 0,-1-1 1,0 0-1,-1 0 0,0 0 1,-1-5 745,-12-22-5414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33.0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 62 368,'0'0'915,"0"0"-539,0 0-264,0 0 6,0 0 47,0 0 249,0 0 458,0 0 267,0 0 238,0 0-126,0 0-256,0 0-197,0 0-208,0 0-209,0 0 33,-9-2 3674,-10-3-2774,-38-37-978,53 41-412,1-1-1,0 0 1,-1 1-1,1-1 0,-1 1 1,0 0-1,0 0 1,1 1-1,-1-1 1,-3 1 76,6 0 2,1 0-36,0 0-12,0 0-26,0 6 90,-1-1-1,0 1 0,-1 0 1,1-1-1,-1 1 1,0-1-1,0 0 0,-2 2-17,2-2 25,-1 1 0,1 0 0,0 0 0,0 0 0,1 0 0,-1 0 0,1 0 0,1 2-25,-1 17 32,1-11 7,-1-1 0,2 0-1,0 0 1,0 1 0,1-1-1,1 0 1,0 0 0,4 9-39,-4-14 47,0 0 0,-1 0 1,0 0-1,-1 1 0,0-1 1,0 0-1,0 1 0,-1-1 1,-1 0-1,1 1 0,-1-1 1,-1 3-48,0-8 37,1-1 0,-1 1 0,0-1 0,1 1 0,-1-1 0,0 0-1,0 0 1,-1 0 0,1 0 0,0-1 0,-1 1 0,1-1 0,-1 1 0,1-1 0,-1 0 0,0 0 0,0 0-37,0 0-70,0 1-1,0-1 1,1 0 0,-1 1 0,0-1-1,1 1 1,-1 0 0,1 0-1,0 0 1,0 0 0,-1 1 0,2-1-1,-1 0 71,-12 19-5237,4-11-1163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3.2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0 4786,'0'0'1748,"0"0"-550,0 0 386,0 0-90,0 0-715,0 0-176,0 0 182,0 0-102,0 0-54,0 0 100,0 0 47,0 0 35,0 0-51,0 0-69,0 0 11,0 0-150,0 0-176,0 0-184,0 5-106,-15 397 757,0 12 280,15-245-1486,0-168 263,0 0 0,0 0 0,0 0 0,0 0 0,0 0 0,0 0 0,0 0 0,-1 0 0,1-1 0,0 1 0,0 0 0,-1 0 0,1 0 0,-1 0-1,1 0 1,0 0 0,-1-1 0,0 1 0,1 0 0,-1-1 0,0 1 0,1 0 0,-1-1 0,0 1 0,1 0 0,-1-1 0,0 1 0,0-1 0,0 0 0,0 1 100,-31 0-8403,16-1 5611,-10 0-1570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3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 0 6003,'0'0'2265,"0"0"-995,-32 2 736,-103 8 160,124-10-1899,0 1 1,1 0-1,-1 0 0,0 1 0,1 1 0,-1 0 0,1 0 0,0 1 1,0 0-1,0 1 0,1 0 0,-5 3-267,8-5 220,41 3 908,673-3 841,-368-6-1835,203 3-2234,-564 0-915,0 1-1,-1 1 1,1 0 0,-20 6 3015,3 4-4493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4.2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25 1825,'0'0'349,"0"0"879,0 0 519,0 0-464,0 0-58,-8 1 151,-24 3-42,23 0 6341,20-1-6219,23 0-1689,40-2 891,1 1-442,0-3 0,0-4 1,-1-3-1,56-13-216,-103 14-51,-38 6-59,-14 2 68,-87 3-913,-30 9 955,-7 0-197,138-13-282,-5 0 907,12 1-4413,1 1-3910,1 1 3466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4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1 0 6003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4.9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328 0 6003,'-175'120'1424,"133"-93"-884,34-25 3,-2-1 122,-77 36 2838,82-31 1555,13-2-3923,16 1-1115,143 7 1775,138-8-1795,-185-5 54,-72-1-28,49-8-26,-49 4 17,-126 10-320,-64-6 303,26 0-1119,104 2 783,-82-3-1835,33-7-5001,46 4 1156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5:46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50 2865,'0'0'1145,"0"0"149,0 0 146,0 0-367,0 0-270,0 0 184,-6-3 2367,6 3-3266,1 0 1,-1 0-1,0 0 1,0 0-1,0 0 1,0 0-1,0 0 0,0 0 1,0 0-1,1 0 1,-1 0-1,0 0 1,0 0-1,0 0 1,0 0-1,0 0 1,0 0-1,0 0 1,0-1-1,1 1 1,-1 0-1,0 0 0,0 0 1,0 0-1,0 0 1,0 0-1,0 0 1,0 0-1,0 0 1,0 0-1,0 0 1,0-1-1,0 1 1,1 0-1,-1 0 0,0 0 1,0 0-1,0 0 1,0 0-1,0 0 1,0 0-1,0-1 1,0 1-1,0 0 1,0 0-1,0 0 1,0 0-1,0 0 0,0 0 1,0 0-89,39 0 166,79 1-131,0-5 1,-1-5-1,28-10-35,-76 7 179,-68 12-6,-1 0-29,0 0 30,0 0-70,0 0-91,0 0-157,0 0-213,0 0-401,0 0-600,0 0-854,0 0-1512,0 0-1380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08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 12 3698,'0'0'4335,"0"0"-2796,0 0-373,0 0-189,0 0-654,-9 0-233,-27 0 7132,34 1-7196,-1 0-1,1-1 0,-1 1 1,1 0-1,-1 0 0,1 0 1,0 0-1,-1 1 0,1-1 1,0 0-1,0 1 0,0 0 1,0-1-1,0 1 0,1 0 1,-1 0-1,0 0 0,1 0 1,0 1-1,-1-1 1,1 0-1,0 1 0,0-1 1,0 0-1,0 1 0,1-1 1,-1 3-26,-3 7 163,1 1 0,0 0 0,1 0 0,0 12-163,1-20 35,1 1 1,-1-1 0,1 1 0,1-1-1,-1 1 1,1 0 0,0-1-1,0 0 1,2 6-36,-2-9-5,0-1-1,1 1 1,-1 0 0,1 0 0,0-1-1,-1 1 1,1-1 0,0 1 0,0-1-1,0 0 1,0 0 0,0 0 0,0 0-1,0 0 1,1 0 0,-1 0-1,0-1 1,0 1 0,1-1 0,-1 0-1,0 0 1,1 0 0,1 0 5,12 2-7,0-1 0,0 0 0,1-2 0,-1 0 0,0 0 0,0-2 0,0 0 7,-13 2-1,1 0 0,0 0 0,-1-1 0,1 1 0,-1-1 0,0 1 0,1-1 0,-1 0 0,0-1 0,0 1 0,0-1 0,-1 1 0,1-1 0,-1 0 0,1 0 0,-1 0 0,0 0 0,0 0 0,0 0 0,0-1 0,-1 1 0,0-1 0,1 1 0,-1-1 0,0 1 0,-1-1 0,1 0 0,-1 0 0,1 1 0,-1-1 0,0-3 1,-1 5 9,1 1 1,0-1-1,-1 0 0,1 1 1,-1-1-1,1 1 0,-1-1 1,1 1-1,-1-1 0,0 1 1,0-1-1,0 1 0,0-1 1,0 1-1,0 0 1,-1 0-1,1 0 0,0 0 1,0 0-1,-1-1-9,-40-19 200,26 16-95,0 1 1,-1 0-1,1 1 0,-9 0-105,14 2 68,-57 0 222,64 2-273,0-1 0,1 1 0,-1 0 1,1 0-1,-1 0 0,1 0 0,-1 1 0,1-1 0,0 1 1,-1 0-1,1 0 0,0 0 0,0 1 0,0-1 0,1 1 1,-2 1-18,0 0 36,1 0 0,-1 1 0,1 0 0,0 0 0,0 0 0,1 0 0,-1 0 0,1 0 0,1 1 0,-1-1 0,1 1 0,0-1 0,0 1 0,0-1 0,1 1 0,-1 0 0,2-1 0,-1 6-36,1-9 0,-1 0-1,1 0 1,0 0 0,0-1 0,-1 1 0,1 0-1,1 0 1,-1 0 0,0-1 0,0 1 0,0 0-1,1-1 1,-1 1 0,1-1 0,-1 0 0,1 1 0,0-1-1,0 0 1,-1 0 0,1 0 0,0 0 0,0-1-1,0 1 1,0 0 0,0-1 0,0 1 0,0-1-1,0 0 1,0 1 0,0-1 0,0 0 0,74 4-339,-68-4 270,-6 0 64,0 0 0,0-1 0,0 0-1,1 1 1,-1-1 0,0 0 0,0 0-1,0 0 1,-1 0 0,1-1 0,0 1-1,0 0 1,-1-1 0,1 1 0,0-1 0,-1 0-1,0 0 1,1 1 0,-1-1 0,0 0-1,0 0 1,0 0 0,0 0 0,0 0-1,-1 0 1,1-1 0,0 1 0,-1 0 0,0 0-1,0 0 1,1-2 5,1-13-48,0 0 0,-1 0 0,-1-15 48,-1 20-6,1 9 29,0 0-1,0-1 1,0 1-1,-1 0 1,1 0 0,-1 0-1,0 0 1,0 0-1,0 1 1,-1-1 0,1 0-1,-1 0 1,1 1-1,-1-1 1,0 1-1,0-1 1,0 1 0,0 0-1,0 0 1,-1 0-1,1 0 1,-1 0 0,1 0-1,-1 1 1,0-1-1,0 1 1,1 0-1,-2-1-22,-6-1 91,0 0-1,0 1 0,-1 0 1,1 0-1,-1 1 0,0 0 1,-6 1-91,16 1 0,0-1 1,-1 1-1,1-1 1,0 1-1,0-1 1,0 1-1,0-1 1,0 1-1,1 0 1,-1 0-1,0 0 1,0-1 0,0 1-1,1 0 1,-1 0-1,0 0 1,1 0-1,-1 0 1,1 0-1,-1 1 1,1-1-1,0 0 1,-1 0-1,1 0 1,0 0-1,0 0 1,0 1-1,0-1 1,0 0-1,-5 43 28,5-36-21,-1-5-8,1-1-1,0 0 0,-1 0 0,1 1 0,0-1 0,0 1 0,1-1 0,-1 0 0,0 1 0,1-1 1,-1 0-1,1 0 0,0 1 0,0-1 0,0 0 0,0 0 0,0 0 0,0 0 0,0 0 1,1 0-1,-1 0 0,1 0 0,0 0 2,2 0-27,1 0 0,-1-1 0,1 1 0,-1-1 1,1 0-1,0 0 0,-1 0 0,1-1 0,0 1 0,0-1 1,1-1 26,6 2-74,-1-1 1,1 0-1,0-1 1,0 0-1,-1-1 1,1 0-1,-1-1 1,10-4 73,-18 6-15,1-1 0,-1 0 0,1 0 1,-1 0-1,1 0 0,-1-1 1,0 1-1,0-1 0,0 0 0,-1 0 1,1 0-1,-1 0 0,1 0 0,-1 0 1,0-1-1,0 1 0,-1-1 0,1 0 1,-1 1-1,0-1 0,0 0 1,0 0-1,0 0 0,-1 0 0,1 0 1,-1 0-1,0 0 0,0 0 15,-1 4 14,1-1 1,0 1-1,-1-1 0,1 1 0,-1-1 0,1 1 1,-1-1-1,1 1 0,-1 0 0,1-1 0,-1 1 1,1 0-1,-1-1 0,0 1 0,1 0 1,-1 0-1,0-1 0,1 1 0,-1 0 0,0 0 1,1 0-1,-1 0 0,0 0 0,1 0 0,-1 0 1,0 0-1,0 0-14,-28 1 264,21-1-149,-2 0-46,0 0 1,1 1-1,-1 0 0,1 1 1,-1 0-1,-1 1-69,7-2-66,0 0 0,1 1-1,-1-1 1,1 1 0,-1 0 0,1 0 0,0 1 0,0-1-1,0 1 1,0-1 0,0 1 0,0 0 0,1 0 0,-1 0-1,1 0 1,-1 3 66,2-5-1654,1-1-1371,0-5-2167,0-18-2209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10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38 148 7908,'0'0'1440,"0"0"409,0 0-374,0 0-517,0 0-384,0 0-523,0 0-1,1 0 1,-1 0 0,1 0-1,-1 0 1,1 0 0,-1 0-1,1 0 1,-1 0 0,1 0-1,-1 0 1,0 0 0,1 0-1,-1 0 1,1 0 0,-1 0 0,1 0-1,-1 1 1,0-1 0,1 0-1,-1 0 1,1 1 0,-1-1-1,0 0 1,1 1 0,-1-1-1,0 0 1,1 1 0,-1-1 0,0 0-1,0 1 1,1-1-51,2 15 496,0 0 0,0 1 1,-2-1-1,1 0 0,-2 1 0,0-1 0,-1 0 1,-1 3-497,0 30 704,-2 52 231,-5 0 0,-4 2-935,-11 126 593,24-212-565,-2 17 34,0-32-43,2-19-96,-2-83-111,0 8 189,7-49-1,1 104 4,2 1 0,1 0 0,2 0-1,1 1 1,2-1-4,1-2 58,-2-1-1,-1 0 1,5-37-58,-24 284-182,-2-115 200,-25 179 58,34-269-77,-11 49-66,7-42 26,2-33 27,2-117-77,19-134 91,-8 160 208,-4-105-208,-7 220 0,0 0 0,0 0 0,0-1 0,0 1-1,0 0 1,0 0 0,0 0 0,0 0-1,0-1 1,0 1 0,0 0 0,0 0-1,0 0 1,0 0 0,0-1 0,0 1-1,0 0 1,0 0 0,0 0 0,0 0-1,0-1 1,0 1 0,0 0 0,0 0-1,1 0 1,-1 0 0,0 0 0,0 0-1,0-1 1,0 1 0,0 0 0,1 0-1,-1 0 1,0 0 0,0 0 0,0 0 0,0 0-1,0 0 1,1 0 0,-1 0 0,0 0-1,0 0 1,0 0 0,0 0 0,1 0-1,-1 0 1,0 0 0,0 0 0,0 0-1,1 0 1,-1 0 0,0 0 0,0 0-1,0 0 1,0 0 0,0 0 0,1 0-1,-1 0 1,0 0 0,0 1 0,0-1-1,0 0 1,0 0 0,1 0 0,14 14 2,14 23 44,-28-36-41,71 102 205,-5 3 0,-5 3 0,-4 2 0,15 49-210,-26-45 910,-49-116-4550,-36-22-5259,17 2 1562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11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9 104 2817,'0'0'5109,"0"0"-2788,0 0-608,0 0-75,0 0-733,-6 6-47,6-6-843,0 1 0,0-1 1,-1 0-1,1 0 0,0 0 0,0 0 0,0 0 0,0 0 0,0 0 0,0 0 0,0 0 1,0 0-1,-1 0 0,1 1 0,0-1 0,0 0 0,0 0 0,0 0 0,0 0 0,0 0 1,0 0-1,0 1 0,0-1 0,0 0 0,0 0 0,0 0 0,0 0 0,0 0 0,0 1 1,0-1-1,0 0 0,0 0 0,0 0 0,0 0 0,0 0 0,0 0 0,0 1 0,0-1 1,0 0-1,0 0 0,0 0 0,0 0 0,0 0 0,0 0 0,1 1 0,-1-1 0,0 0 1,0 0-1,0 0 0,0 0 0,0 0 0,0 0 0,0 0 0,1 0 0,-1 0 0,0 0 1,0 0-1,0 0 0,0 0 0,0 0 0,0 1 0,1-1 0,-1 0 0,0 0 1,0 0-17,9 0 433,23 1 89,-1-1 0,1-2-1,0-1 1,-1-1 0,0-1-1,0-2 1,19-8-521,-25 6 122,-6 3-22,0-1 0,0-1 0,-1 0 0,0-2 0,-1 0 0,0-1 0,1-1-100,-18 11 240,0 1-93,0 0-147,-11 2-68,0 0 1,-1-1 0,1 0 0,-10-2 67,9 1-5,1 0 0,-1 1 0,0 0 0,-7 2 5,0 2 6,4-3 18,0 1 1,0 1 0,1 1-1,-1 0 1,1 1-1,0 0 1,1 1 0,0 1-1,-2 1-24,14-8 96,1-1-26,0 0 15,0 0-53,10 0 5,13-2 69,-1-1-1,1-1 0,-1-1 1,-1-1-1,1 0 0,4-4-105,25-6 297,-50 15-785,8-4 2750,-8 2-5167,-1 0-3602,0 3-2828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12.7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 0 8932,'0'0'1793,"0"0"-475,0 0 219,0 0-121,0 0-346,0 0-480,0 0-217,20 18 990,-16-14-1246,0 0 0,-1-1-1,1 1 1,1-1-1,-1 0 1,0 0-1,1 0 1,-1 0-1,1-1 1,0 0-1,0 0 1,0 0 0,0-1-1,0 0 1,1 0-1,-1 0 1,0 0-1,0-1 1,5 0-117,-9 0-155,-4-16 176,-2 13-2,1 0-1,-1 0 1,0 0-1,-1 0 1,1 1-1,0 0 1,-1 0-1,1 1 1,-1-1-1,1 1 1,-1 0-1,-2 0-18,-77-2 437,67 3-423,11 2-12,1-1 1,0 1 0,0 0-1,0 0 1,0 0 0,0 1-1,1 0 1,-1 0 0,1 1-1,0-1 1,0 1 0,0 0-1,0 1 1,1-1 0,-1 1-1,1 0 1,-1 2-3,-10 12 116,0 1 1,1 0 0,-10 22-117,20-34 70,1 0 1,0 1 0,1 0-1,0-1 1,0 1 0,1 0-1,0 0 1,0 0 0,1 0 0,1 7-71,-1-14-2,1-1 0,-1 1 0,0-1 1,1 1-1,-1-1 0,1 1 1,0-1-1,0 0 0,-1 1 1,1-1-1,0 0 0,0 1 1,0-1-1,0 0 0,0 0 1,1 0-1,-1 0 0,0 0 1,0 0-1,1 0 0,-1-1 1,1 1-1,-1 0 0,0-1 0,1 1 1,-1-1-1,1 1 0,-1-1 1,1 0-1,0 0 0,-1 0 1,1 0-1,0 0 2,64 1-257,-48-1 188,-11 0 49,1 0 1,-1-1-1,1 0 0,0 0 1,-1 0-1,0-1 0,1 0 1,-1 0-1,0-1 0,0 0 1,0-1-1,1 0 20,-4 1-9,0 0 1,-1 0-1,0 0 1,1 0-1,-1-1 0,0 1 1,-1-1-1,1 0 1,0 0-1,-1 0 1,0 0-1,0 0 0,-1 0 1,1-1-1,-1 1 1,0-1-1,0 1 1,0-1-1,0 1 0,-1-1 1,0 0 8,2-8 36,-2 0 0,1 0 1,-2 1-1,0-1 0,0 0 1,-1 1-1,-2-7-36,3 15 9,-1 1 1,1 0-1,-1 0 1,1 0-1,-1 0 0,0 0 1,0 1-1,-1-1 1,1 0-1,0 1 0,-1 0 1,0-1-1,1 1 1,-1 0-1,0 0 0,0 1 1,0-1-1,0 1 1,0-1-1,-1 1 0,1 0 1,0 0-1,-1 1 1,1-1-1,0 1 0,-1-1 1,1 1-1,-1 0 1,1 0-1,-2 1-9,2-1 8,1 0-1,-1 0 1,1 1 0,-1-1-1,1 1 1,0-1 0,-1 1-1,1 0 1,0 0 0,0 0-1,0 0 1,-1 0-1,1 1 1,0-1 0,0 0-1,1 1 1,-1 0 0,0-1-1,1 1 1,-1 0 0,0 0-1,1 0 1,0 0 0,0 0-1,0 0 1,0 1 0,0-1-1,0 0 1,0 0 0,0 1-1,1 0-7,-3 11-8,1-1-1,0 1 1,1 0-1,0 0 1,2 5 8,-1-19 64,0 0-11,0 0-7,0 0-9,0 0 3,0 0-5,0 0 34,0 0-40,0 0-18,0 0-24,0 0-22,0 0-29,0 0-24,0 0 5,-3 7-1099,2-5-8646,1-2 3022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1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84 3602,'0'0'1824,"0"0"-503,0 0-102,0 0-114,0 0-444,0 0-220,-8 2 4299,-8 6-3072,16 7-1476,0 0 1,1 0-1,1 0 0,0-1 0,0 1 1,2-1-1,0 1 0,2 2-192,-3-11 43,0 0 0,0 0 0,1 0-1,0-1 1,0 0 0,0 1 0,0-1-1,1-1 1,0 1 0,0-1-1,0 0 1,1 0 0,0-1 0,-1 1-1,1-1 1,0 0 0,1-1 0,-1 1-1,5 0-42,-3 0 9,1-1 1,-1 0-1,1 0 0,0-1 0,0 0 0,0 0 0,0-1 0,0 0 0,0-1 0,0 0 0,3-1-9,-7 1-8,-1-1 0,1 1-1,-1-1 1,0 0-1,1-1 1,-1 1-1,0-1 1,0 1-1,0-1 1,-1 0-1,1-1 1,-1 1 0,0 0-1,0-1 1,0 0-1,0 0 1,0 0-1,-1 0 1,0 0-1,0-1 1,1-1 8,1-5-6,-1 1 1,0-1-1,0 0 0,-1 0 0,-1 0 1,0 0-1,0-1 0,-1 1 0,-1 0 1,0 0-1,-1-9 6,1 16 53,0 0-1,0 0 1,0 0-1,0-1 1,0 1-1,-1 0 1,0 0-1,0 1 1,0-1-1,0 0 1,-1 1 0,1-1-1,-1 1 1,0 0-1,0 0 1,0 0-1,-1 0 1,1 0-1,-1 1 1,1 0 0,-1 0-1,0 0 1,0 0-1,0 0 1,0 1-1,0-1 1,0 1-1,0 0 1,0 1-1,-1-1 1,1 1-53,-7-2 56,-1 2 1,1 0-1,0 0 0,0 1 1,0 1-1,0-1 0,0 2 1,0 0-1,0 0 0,-10 5-56,16-5 29,1-1-1,-1 2 0,0-1 0,1 0 1,-1 1-1,1 0 0,0 0 0,1 0 1,-1 1-1,1-1 0,-1 1 0,1 0 0,1 0 1,-1 0-1,1 0 0,0 0 0,0 0 1,0 1-1,1-1 0,0 1 0,0 0 1,0 3-29,-1 3 87,1 1 0,1-1-1,0 1 1,1 0 0,0 2-87,0-14 3,-1 0-1,1 1 1,0-1-1,0 0 0,-1 0 1,1 0-1,0 0 0,0 0 1,0 0-1,0 0 1,0 0-1,0 0 0,1 0 1,-1-1-1,0 1 1,0 0-1,1-1 0,-1 1 1,0-1-1,1 1 0,-1-1 1,0 0-1,1 0 1,-1 1-1,1-1 0,-1 0 1,1 0-3,48 1-32,-41-1 13,5 0 1,-2 1-16,0-1 0,0-1 0,0 0 0,-1 0 0,1-1 0,7-3 34,-16 4-17,-1 0 1,1 0 0,0 0-1,-1 0 1,0-1-1,1 1 1,-1-1-1,0 0 1,1 0-1,-1 0 1,0 0 0,-1 0-1,1 0 1,0 0-1,-1-1 1,1 1-1,-1 0 1,1-1 0,-1 0-1,0 1 1,0-1-1,0 0 1,-1 1-1,1-1 1,-1 0-1,1 0 1,-1 0 0,0 1-1,0-1 1,0-1 16,0-5-17,0 0-1,0 0 1,-1 0 0,-1 0 0,1 0 0,-1 0 0,-1 1-1,1-1 1,-4-5 17,4 10 8,0 1 0,-1-1 0,1 1 0,-1-1 0,0 1 0,0 0 0,0 0 0,-1 0 0,1 1 0,-1-1 0,1 1 0,-1 0 0,0 0 0,0 0 0,0 0 0,0 1 0,0-1 0,0 1 0,-1 0 0,1 0 0,-2 1-8,-16-3 117,1 2 0,-1 0 0,-3 2-117,0-1 100,23 0-86,-1 1-1,0-1 1,0 1-1,1-1 1,-1 1-1,1 0 1,-1 0-1,1 0 1,-1 0 0,1 1-1,-1-1 1,1 1-1,0-1 1,0 1-1,0 0 1,0 0-1,0 0 1,0 0 0,0 0-1,1 0 1,-1 1-1,1-1 1,0 0-1,-1 1 1,1-1-1,0 1 1,1 0 0,-2 1-14,0 2 18,1 1 0,-1-1 0,1 0 0,1 1 0,-1-1 1,1 1-1,0-1 0,0 1 0,1-1 0,0 0 0,0 1 1,1 1-19,-1-6-2,0 1 0,1-1 1,0 1-1,-1-1 0,1 0 1,0 0-1,0 0 0,0 0 1,0 0-1,1 0 0,-1-1 1,0 1-1,1-1 0,-1 1 1,1-1-1,-1 0 0,1 0 1,0 0-1,-1 0 0,1-1 1,0 1-1,0-1 0,0 0 1,0 0 1,77 4-63,-66-4 54,-6 0 22,4 1-59,0-1 0,0-1 0,-1 0 0,1 0 0,0-1 0,9-4 46,-18 5-14,-1 0-1,1 0 1,0-1-1,0 1 1,0-1 0,-1 0-1,1 0 1,-1 0-1,0 0 1,1 0 0,-1-1-1,0 1 1,0-1 0,0 1-1,-1-1 1,1 0-1,-1 0 1,1 0 0,-1 1-1,0-1 1,0-1 0,0 1-1,-1 0 1,1 0-1,-1 0 1,1 0 0,-1-2 14,1-1-5,-1-1 0,0 1 1,1 0-1,-2 0 0,1 0 1,-1-1-1,0 1 0,0 0 1,-1 0-1,1 0 0,-3-4 5,2 7 14,0 0 0,-1 0 0,1 1 0,-1-1 0,1 0 0,-1 1 1,0 0-1,0 0 0,0 0 0,0 0 0,0 0 0,0 1 0,0-1 0,-1 1 0,1 0 0,-1 0 0,1 0 0,-1 0 0,1 1 0,-3-1-14,-2 0 27,0-1-1,0 2 0,0-1 1,0 1-1,0 0 1,1 1-1,-1-1 1,0 2-1,0-1 1,1 1-1,-1 0 1,1 1-1,-1 0 1,1 0-1,0 0 1,0 1-1,-3 3-26,5-3 19,0 0-1,0 1 0,0 0 0,1 0 0,0 0 0,0 1 1,1-1-1,-1 1 0,1 0 0,0 0 0,1 0 0,0 0 1,0 1-1,0-1 0,0 0 0,1 1 0,0 0 0,1-1 1,-1 1-1,2 6-18,-1-10-13,0 0 1,0 0-1,1 1 0,-1-1 1,1 0-1,0 0 1,0 0-1,0 0 0,0 0 1,1 0-1,-1-1 1,1 1-1,-1 0 1,1-1-1,0 1 0,0-1 1,1 1-1,-1-1 1,0 0-1,1 0 0,-1 0 1,1-1-1,0 1 1,-1 0-1,1-1 1,0 0-1,0 1 0,0-1 1,0 0-1,0-1 1,0 1-1,0-1 1,1 1 11,14 2-167,1-1 0,-1-1 0,1-1 0,-1 0 0,6-2 168,-18 1-52,-4 1 37,1-1-1,-1 0 1,0 0-1,0 0 0,0 0 1,0 0-1,0-1 1,0 1-1,0-1 0,0 1 1,-1-1-1,1 1 0,-1-1 1,1 0-1,-1 0 1,1 0-1,-1 0 0,0 0 1,0 0-1,0 0 1,0 0-1,-1-1 0,1 1 1,0 0-1,-1-1 0,0 1 1,1 0-1,-1-1 1,0 1-1,0 0 0,0-1 1,-1-1 15,1 1 13,1 0 0,-1 0-1,0 0 1,-1 0 0,1 0 0,0 1 0,-1-1 0,0 0 0,1 0 0,-1 0 0,0 1-1,-1-1 1,1 0 0,0 1 0,-1-1 0,1 1 0,-1 0 0,0-1 0,0 1 0,0 0-1,0 0 1,0 0 0,0 0 0,-1 1 0,1-1 0,-1 1 0,1-1 0,-1 1-13,-7-1 38,0 0 1,0 1-1,0 0 1,0 1-1,0 0 1,0 1 0,-1 0-1,1 1 1,-2 0-39,9-2-175,-1 1 0,1 0 0,0 0 0,-1 0 0,1 0 1,0 0-1,-1 1 0,1 0 0,0-1 0,0 1 0,0 0 0,1 1 1,-1-1-1,0 0 0,1 1 0,0-1 0,-1 1 0,1 0 0,0 0 1,0 0-1,1 0 0,-1 0 0,0 0 0,1 0 0,0 1 0,-1 2 175,2-1-4506,0-4-2003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1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1 3394,'0'0'2339,"0"0"-567,0 0 58,0 0-163,0 0-450,-1 0-990,0 0-1,0-1 1,0 1-1,0 0 1,0 0 0,0 0-1,0 0 1,0 0 0,-1 0-1,1 1 1,0-1-1,0 0 1,0 0 0,0 1-1,0-1 1,0 1 0,0-1-1,0 1 1,0 0-227,-36 63 3692,-27 68-3692,-3 6 849,46-99-641,1 2 1,3 1 0,1 0 0,2 2-209,17-59-519,11-31 515,26-26-26,47-60 30,-37 58 22,19-40-22,-18 25 96,-50 88-67,-1 1-7,0 0 10,0 0 10,0 3-12,4 28 76,1 1 1,1-1 0,2 0 0,1 0 0,12 25-107,-20-53 2,13 39 282,-2 1 1,-1 1-1,-3 0 0,-1 1 1,-2 16-285,9 34 720,-19-94-3155,-14-12-5755,13 7 5284,-21-12-4356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2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2545,'0'0'4882,"0"0"-2456,0 0-639,0 0 73,0 0-732,3 1-584,21 3-71,-1-1-1,1-1 0,0 0 0,0-2 1,-1-1-1,6-2-472,25 1 488,5-3 102,-1-2 0,1-2 1,-2-3-1,54-19-590,-109 31 331,-2 0 96,0 0 45,0 0 35,0 0-40,0 0-75,0 0-139,0 0-53,0 0-40,0 0-10,0 0-70,0-1 2,0-1-82,0 2-128,0 0-208,0 0-360,-24 2-7713,7 8 1013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5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217 133 624,'0'0'771,"0"0"0,0 0-101,0 0-289,0 0-199,0 0-89,14 12 1030,4-12-1858,1 0 4473,-44 0 4182,-6 0-7101,18-1-596,1 0 1,-1 2-1,0-1 0,0 2 1,-11 2-224,21-3 52,-1 0 1,1 0 0,0 0-1,-1 1 1,1-1-1,0 1 1,0 0 0,0 0-1,0 0 1,1 1-1,-1-1 1,0 1-1,1-1 1,0 1 0,0 0-1,-1 0 1,2 0-1,-1 0 1,0 0-1,1 0 1,-1 1 0,1-1-1,0 1-52,-3 10 223,1 1 0,1-1 0,1 1 0,0-1-1,0 1 1,2 3-223,-1-8 61,0-9-56,1 0-1,0 0 0,-1 0 1,1 0-1,0 1 0,-1-1 1,1 0-1,0 0 0,0 0 1,0-1-1,0 1 0,0 0 1,0 0-1,0 0 0,0-1 1,0 1-1,0 0 0,1-1 1,-1 0-1,0 1 0,0-1 1,1 1-1,-1-1 0,0 0 1,1 0-1,-1 0 1,0 0-1,0 0 0,1 0 1,0 0-5,52 0 89,-43 0-55,-3 0-33,1-1 0,0 0 1,-1 0-1,1-1 1,-1 0-1,0-1 1,0 0-1,0 0 0,0 0 1,0-1-1,0-1 1,2-1-2,-6 3-13,0 0 1,0 0 0,0 0-1,0-1 1,-1 1-1,0-1 1,1 0 0,-1 0-1,0 0 1,-1 0 0,1-1-1,-1 1 1,0-1-1,0 1 1,0-1 0,-1 0-1,0 0 1,0 0 0,0 0-1,0 0 1,-1-3 12,0 3 3,0-1 1,-1 1-1,0-1 0,0 1 1,0 0-1,-1-1 1,0 1-1,0 0 0,0 0 1,0 0-1,-1 0 1,0 1-1,0-1 0,0 1 1,-1 0-1,1 0 1,-1 0-1,0 0 0,0 0 1,-1 1-4,-2-2 42,1 1 0,-1-1 0,0 2 1,0-1-1,0 1 0,0 0 0,0 1 0,-1-1 1,0 2-1,1-1 0,-1 1 0,0 0 1,0 0-1,0 1-42,2 0 23,0-1 0,1 1 0,-1 1 0,0-1 0,0 1 0,0 0 0,0 0 0,1 1 0,-1 0 0,1 0 0,-1 0 0,1 0 0,0 1 0,0 0 0,0 0-1,0 1 1,0-1 0,1 1 0,-1 0 0,1 0 0,0 0 0,0 1 0,1 0 0,-1-1 0,1 1 0,0 0 0,1 1 0,-1-1 0,1 0 0,0 1 0,0 0-23,-1 6 29,0 0-1,2 1 0,-1-1 1,1 0-1,1 1 0,0-1 1,1 1-1,1 2-28,-2-13-6,1 0 0,-1 0 0,1 0 0,0 0 0,0 0 0,0 0 0,0 0 0,0 0 1,0 0-1,0-1 0,1 1 0,-1 0 0,1-1 0,0 1 0,-1-1 0,1 1 0,0-1 0,0 0 0,-1 0 0,1 0 0,0 0 0,0 0 0,0 0 1,1 0-1,-1-1 0,0 1 0,0-1 0,0 1 0,2-1 6,12 2-62,-1 0 1,0-1-1,1-1 0,0 0 62,-5 0-21,1 0-1,-1-1 0,1 0 0,0-1 0,-1 0 0,1-1 0,-1 0-1,0-1 1,0 0 0,0-1 0,0 0 0,-1-1 0,0 0 0,4-3 22,-8 5-20,0-1-1,-1 0 0,1 0 0,-1-1 0,0 0 1,0 0-1,0 0 0,-1 0 0,0-1 1,-1 0-1,1 1 0,-1-1 0,0-1 1,-1 1-1,0 0 0,0-1 0,-1 1 1,1-1-1,-2 1 0,1-9 21,-1 13 6,0-1 0,0 0 0,0 0 0,-1 0 0,1 1 0,-1-1 0,0 0 0,0 1 0,0-1 0,-1 1 0,1-1 0,-1 1 0,0-1 0,0 1 0,0 0 0,-1-1-6,-1 1 33,0-1 0,0 1 1,0 0-1,-1 0 0,0 0 0,0 0 0,0 1 0,0 0 0,0 0 0,-5-1-33,-6-1 171,0 0 0,0 2-1,-1 0 1,1 1 0,-1 0 0,-13 2-171,2-1 304,25 1-279,1-1 0,-1 1 0,0-1 0,1 1 0,-1 0 0,0 0 0,1 0 0,-1 1 0,1-1 0,-1 0 0,1 1 0,0 0 0,0-1 0,0 1 0,0 0 0,0 0 0,0 0 0,0 0 0,0 1 0,1-1 0,-1 0 0,1 1 0,0-1 0,0 1 0,0 0 0,0-1 0,0 1 0,0 0 0,1-1 0,0 1 0,-1 0 0,1 0-25,-3 17 125,1 0 0,0-1 0,2 1 1,0 5-126,1-8 54,-1-15-59,0 1 1,0-1-1,0 1 0,1-1 1,-1 1-1,1-1 1,0 1-1,0-1 0,0 0 1,0 1-1,0-1 1,0 0-1,1 0 0,-1 0 1,1 0-1,-1 0 1,1 0-1,0 0 0,0 0 1,0-1-1,0 1 1,0-1-1,0 1 0,0-1 1,1 0-1,-1 0 0,0 0 1,1 0-1,-1 0 1,1-1-1,1 1 5,10 2-53,0-1 0,0 0 0,1-1 0,-1-1-1,5-1 54,-2 1 14,-13 0-33,0 0 0,0 0 0,0-1 0,0 1 0,0-1-1,0 0 1,0 0 0,-1-1 0,1 1 0,0-1 0,0 1 0,-1-1 0,1 0 0,-1-1 0,0 1 0,0-1-1,0 1 1,0-1 0,0 0 0,0 0 0,-1 0 0,1 0 0,-1-1 0,0 1 0,0-1 0,0-1 19,2-3-36,-1-1 1,0 0 0,-1 0 0,0 0 0,0-1-1,-1 1 1,0 0 0,-1-1 0,0 1 0,-1-10 35,0 16 19,0 0 1,1-1 0,-1 1-1,0-1 1,0 1 0,-1 0-1,1 0 1,-1 0 0,0 0-1,1 0 1,-1 0 0,-1 0-1,1 1 1,0-1 0,-1 1-1,1-1 1,-1 1 0,0 0 0,1 0-1,-1 0 1,0 0 0,-1 1-1,1-1 1,0 1 0,0 0-1,0 0 1,-1 0 0,-2-1-20,-11-1 45,-1 0 0,1 1 1,-1 1-1,1 0 0,-3 1-45,17 0-1,0 0 8,1 0 0,-1 1 0,0-1 0,1 0-1,-1 1 1,1-1 0,-1 1 0,0 0 0,1 0 0,0 0 0,-1 0 0,1 0 0,-1 1 0,1-1-1,0 1 1,0-1 0,0 1 0,0 0 0,0 0 0,0 0 0,1 0 0,-1 0 0,1 0 0,-1 0 0,1 1-1,0-1 1,0 1 0,0-1 0,0 1 0,0-1 0,0 1-7,-2 10 27,1 0-1,0 0 1,1 0-1,1 1 1,0 10-27,0-9-24,0-13 18,1 1 0,-1 0-1,0 0 1,1-1 0,0 1 0,-1-1 0,1 1 0,0-1 0,1 1 0,-1-1-1,0 1 1,1-1 0,-1 0 0,1 0 0,-1 1 0,1-1 0,0-1 0,0 1 0,0 0-1,0 0 1,1-1 0,-1 1 0,0-1 0,1 0 0,-1 1 0,1-1 0,-1 0-1,1-1 1,-1 1 0,1 0 0,0-1 0,2 1 6,12 2-80,1-2-1,0 0 1,-1 0-1,17-3 81,-7 1-93,-22 2 60,-1-1 1,1 0-1,0-1 1,0 1-1,0-1 1,-1 0-1,1 0 1,0-1 0,-1 1-1,1-1 1,-1 0-1,1 0 1,-1 0-1,0-1 1,0 0-1,3-2 33,-4 1-29,0 1 1,0-1-1,-1 0 0,1 0 0,-1 0 1,0 0-1,0 0 0,-1 0 0,1-1 1,-1 1-1,0 0 0,0-1 0,-1 1 1,1-1-1,-1 0 0,0 1 0,0-3 29,0-14-34,0 12-20,1 0-1,-2 0 1,1 0 0,-1 0 0,-1 0-1,1 0 1,-2-1 54,2 7 6,0 0 0,-1 0-1,1 1 1,-1-1 0,0 0 0,0 1-1,0-1 1,0 1 0,0-1-1,-1 1 1,1 0 0,-1 0 0,1 0-1,-1 0 1,0 1 0,0-1 0,0 1-1,0 0 1,0 0 0,0 0 0,0 0-1,-2-1-5,-6 0 100,-1 0 0,1 0 1,-1 1-1,1 0 0,-1 1 0,1 1 0,-1-1 0,1 2 0,-1 0 0,1 0 1,0 1-1,0 0 0,-5 3-100,10-4-124,0 1 1,0 0-1,1 0 0,-1 1 1,1 0-1,0-1 0,0 2 1,1-1-1,-1 0 1,1 1-1,0 0 0,0 0 1,0 0-1,1 1 124,0-1-641,0 1 0,1-1 0,0 1 0,0-1-1,1 1 1,-1 0 0,1 0 0,1-1 0,-1 1 0,1 6 641,0-11-8252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6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187 115 6115,'0'0'2958,"0"0"-1189,0 0-208,0 0-310,0 0-682,0 5-324,-1 19 502,-1 1 1,-1 0-1,-2 0 0,0-1 1,-6 14-748,-47 123 2196,11-33-1241,39-103-819,-3 3-79,2 1 0,1 0 0,2 0 0,0 0 0,2 1 0,1 0-57,3-29-88,0-1 27,0-13-78,2-17 48,0 0-1,2 0 1,1 0 0,2 1 0,4-11 91,55-149-224,-10 34 392,-37 96-92,-6 23-73,-2-1 0,-1 1 0,1-22-3,-11 57 23,0-1 0,0 1 0,0 0 0,0-1-1,0 1 1,0-1 0,0 1 0,0-1 0,1 1 0,-1-1 0,1 1 0,-1 0 0,1-1 0,-1 1-1,1 0 1,0-1 0,0 1 0,-1 0 0,2-1-23,8 25 453,-1 6-274,7 18 135,-3 0 0,-1 1 0,-3 0 0,0 17-314,-3-16 268,3 0-1,2-1 1,2 0 0,6 12-268,-17-56 34,0 3 22,1 0 1,0-1-1,0 1 0,0-1 1,1 1-1,0-1 1,0-1-1,1 1-56,-5-5 45,0 1-42,0-1-27,0-1-35,0 0-207,0 0-327,0 0-492,0 0-634,-9-3-4147,-13-10 663,-4-5-2003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27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7155,'0'0'2738,"0"0"-561,0 0 8,0 0-643,0 0-659,0 0-291,4 1 14,72 5 811,1-4 0,16-4-1417,-5 1 98,-63 0 23,-17 0 6,-18 0-311,-25 1 143,0 1 0,0 1 0,1 2 0,-1 2 0,1 1 0,-16 6 41,48-11-91,7 0 55,21 0 85,33-1 213,-42-1-133,7 1 66,0-2-1,0-1 1,0 0-1,3-3-194,-66 2-10020,15 3 978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35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65 122 5827,'0'0'2582,"0"0"-1419,0 0-15,0 0-23,0 0-183,0 0-152,-30-10 6496,29 10-7089,1 0-31,0 32 189,0-20-246,-1-2-10,1-1-1,1 0 1,-1 0 0,2 1-1,-1-1 1,1 0 0,2 4-99,-3-10 6,0 0 0,0-1 0,1 1 1,0-1-1,-1 1 0,1-1 1,0 0-1,0 0 0,1 0 0,-1 0 1,0 0-1,1 0 0,-1 0 0,1-1 1,-1 1-1,1-1 0,0 0 1,-1 0-1,1 0 0,0 0 0,0 0 1,0-1-1,0 1 0,0-1 0,0 0 1,0 0-7,6 2-35,1-1 1,-1-1-1,1 0 0,0 0 1,-1 0-1,1-2 1,-1 1-1,0-1 1,6-2 34,-12 3-10,0 0 1,-1-1-1,1 0 1,0 0-1,0 0 1,-1 0-1,1 0 1,-1 0-1,0 0 1,0-1 0,0 1-1,0-1 1,0 0-1,0 0 1,-1 1-1,1-1 1,-1 0-1,0 0 1,0-1-1,0 1 1,0 0-1,0 0 1,-1 0-1,1-1 1,-1 1-1,0 0 1,0 0-1,-1-4 10,2-19-16,-1 14 11,0 1 1,0-1-1,-1 1 0,0 0 0,-1-1 1,-1-1 4,2 8 23,-1 1 1,0-1 0,0 1 0,-1 0 0,1 0-1,-1 0 1,0 0 0,0 0 0,0 0 0,0 1 0,-1 0-1,0 0 1,1 0 0,-1 0 0,0 0 0,0 1 0,-1-1-24,-2 0 71,0 0 0,0 1 0,0 0 1,0 0-1,0 0 0,-1 1 1,1 0-1,0 0 0,-1 1 0,1 0 1,-2 0-72,5 0 15,-1 0 0,1 1 0,0-1 0,0 1 0,0 0 0,0 0 0,0 0 0,1 0 0,-1 1 1,0-1-1,0 1 0,1 0 0,-1 0 0,1 1 0,0-1 0,0 1 0,0-1 0,0 1 0,0 0 0,-2 3-15,1 1 63,1 2-1,-1-1 0,1 0 0,1 1 1,0-1-1,0 1 0,0 0 0,1 0 1,0 0-1,1-1 0,0 1 0,1 0 1,0 0-1,0 0 0,1 3-62,-1-10 0,1 0 1,-1 0-1,1 0 0,-1-1 0,1 1 0,0 0 1,-1-1-1,1 1 0,0-1 0,0 0 0,0 1 1,0-1-1,0 0 0,1 0 0,-1-1 0,0 1 1,0 0-1,1-1 0,-1 1 0,0-1 1,1 0-1,1 0 0,61 2-245,-49-2 200,-3 0 22,-7 1-21,0-1-1,0 0 0,0 0 1,-1-1-1,1 0 0,5-1 45,-10 2-12,1-1 0,-1 0-1,1 1 1,-1-1-1,0 0 1,1 0 0,-1 0-1,0 0 1,0 0-1,0 0 1,1 0-1,-1 0 1,-1 0 0,1-1-1,0 1 1,0 0-1,0-1 1,0 1 0,-1 0-1,1-1 1,-1 1-1,1-1 1,-1 1 0,0-1-1,1 1 1,-1-1-1,0 1 1,0-2 12,1-6-28,0 0 0,-1 0 0,0 0 1,0 0-1,-1-1 0,-1 1 0,0-1 28,1 6 14,0 1-1,-1-1 1,0 1-1,0-1 1,0 1 0,0 0-1,0 0 1,-1 0 0,1 0-1,-1 0 1,0 1 0,0-1-1,0 1 1,0 0 0,0 0-1,0 0 1,-1 0 0,0 0-14,2 0 16,-1 0 1,0 1-1,0-1 0,-1 1 1,1-1-1,0 1 1,0 0-1,-1 0 0,1 1 1,0-1-1,-1 1 1,1-1-1,-1 1 0,1 0 1,-1 1-1,1-1 1,0 0-1,-1 1 0,1 0 1,-1 0-1,1 0 1,0 0-1,0 0 0,0 1 1,0-1-1,0 1 1,0 0-1,0 0 1,0 0-1,1 0 0,-1 1 1,1-1-1,-1 2-16,-2 2 35,1 0-1,0 1 1,0 0-1,1 0 1,0 0-1,0 0 1,1 1-1,0-1 1,0 1-1,0-1 1,1 1-1,0-1 1,1 1-1,0 3-34,0-9-4,0 0-1,1 0 0,-1 0 1,1 0-1,0 0 1,0 0-1,-1 0 0,1-1 1,0 1-1,0 0 1,1 0-1,-1-1 0,0 1 1,1-1-1,-1 1 0,1-1 1,-1 1-1,1-1 1,-1 0-1,1 0 0,0 0 1,0 0-1,0 0 1,0 0-1,-1 0 0,1-1 1,0 1-1,0-1 1,0 1-1,1-1 0,-1 0 1,0 0 4,14 2-118,0 0 0,-1-1 1,1-1-1,1-1 118,-2 1-174,-13 0 158,0-1 0,0 1 1,0-1-1,0 0 0,-1 0 1,1 0-1,0 0 0,-1 0 1,1 0-1,-1 0 0,1 0 0,-1-1 1,1 1-1,-1-1 0,0 1 1,0-1-1,0 1 0,0-1 1,0 0-1,0 1 0,0-1 0,0 0 1,-1 0-1,1 0 0,-1 0 1,1 1-1,-1-1 0,0 0 0,0 0 16,1-3 3,0 0-1,0 1 0,0-1 0,-1 1 0,0-1 0,0 0 1,0 1-1,-1-1 0,0 0 0,0 1 0,0-1 0,0 0-2,0 4 12,0 0 0,0-1 0,-1 1 1,1 0-1,0 1 0,0-1 0,-1 0 0,1 0 0,0 0 0,-1 1 0,1-1 0,-1 1 0,1-1 0,0 1 0,-1-1 0,1 1 0,-1 0 0,0 0 0,1 0 0,-1 0-12,-37-1 283,30 1-228,6 0-45,0 0-1,-1 0 0,1 1 1,0-1-1,0 1 1,0 0-1,0-1 0,0 1 1,0 1-1,1-1 0,-1 0 1,0 1-1,0-1 1,1 1-1,-1 0 0,1 0 1,0 0-1,-1 0 1,1 1-1,0-1 0,0 0 1,0 1-1,1-1 0,-1 1 1,1 0-1,-1 0 1,1-1-1,0 2-9,-3 6-7,1 0-1,1 1 1,0-1-1,0 1 1,1 0-1,0-1 1,1 9 7,0-19-11,0 1 0,0-1 0,0 0-1,0 1 1,1-1 0,-1 0 0,0 1 0,0-1 0,0 0-1,0 0 1,0 1 0,0-1 0,0 0 0,0 1 0,1-1-1,-1 0 1,0 0 0,0 1 0,0-1 0,1 0 0,-1 0-1,0 0 1,0 1 0,1-1 0,-1 0 0,0 0 0,0 0-1,1 0 1,-1 0 0,0 1 0,1-1 0,-1 0 0,0 0 0,0 0-1,1 0 1,-1 0 0,0 0 0,1 0 0,-1 0 0,0 0-1,1 0 1,-1 0 0,0 0 0,1 0 0,-1 0 0,0-1-1,0 1 1,1 0 0,-1 0 11,6 0-93,-6 0 77,0 0-32,0 0-168,0 0-358,0 0-621,0 0-1350,0 0-1967,0 0-2670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37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96 5410,'0'0'1601,"0"0"-502,0 0 321,0 0-225,0 0-216,-8 1 8509,6 5-8088,6 54-717,2-1 0,3 0 0,13 47-683,8 48 864,-15-81-528,-9-47-260,-1 2-1,-1-1 0,-1 0 1,-2 6-76,-1-32 16,0-1 18,0 0 6,0 0-64,0 0-10,0 0-46,0 0-6,0 0-7,0 0-3,0-44-136,-1 12 68,-2 0 0,-7-31 164,3 25-72,2 0 0,1-3 72,5-133-320,0 72-65,-4-1 385,-6 70 29,7 29-22,0 0 0,1 0 0,0 0-1,0 0 1,0 0 0,0 0 0,0 0 0,1 0 0,-1-2-7,34 2 152,12-1-109,0 2-1,0 1 1,0 3 0,30 5-43,-56-4-13,-1 1 0,0 2-1,0 0 1,17 6 13,-26-7-18,1 0-1,-1 0 0,0 1 0,-1 0 1,1 1-1,-1-1 0,0 2 0,-1-1 0,1 1 1,-1 0 18,-4-3-12,-1 0 0,1 0 0,-1 0 1,1 1-1,-1-1 0,-1 1 0,1-1 0,-1 1 1,1-1-1,-1 1 0,0 0 0,-1 0 1,0 0-1,1 0 0,-1-1 0,-1 1 1,1 0-1,-1 0 0,0 0 0,0-1 1,0 1-1,0 0 0,-1-1 0,-1 3 12,-2 4-21,0-1 1,-1 1-1,0-1 0,-1 0 0,0 0 0,0-1 1,-1 0-1,-1 0 0,-1 1 21,-6 2-43,0 0 1,-1-1-1,0-1 0,-1-1 0,0 0 1,0-2-1,-1 0 0,-14 3 43,-55 23 73,89-30-47,12-1-1,15-1 25,-1-2-20,-1-2 1,1-1-1,-1-2 0,12-3-30,64-12-1,-40 15-169,59 4 170,-92 2-49,-27 0 45,-1 0-1,1 1 1,0-1-1,0 0 1,-1 0-1,1 1 1,0-1-1,-1 1 1,1 0-1,0-1 1,-1 1-1,1 0 1,-1 0-1,0 0 1,1 0-1,-1 0 1,1 0-1,-1 0 1,0 1-1,0-1 0,0 0 1,0 1-1,0 0 5,2 2-10,-1 0-1,-1 0 0,1 0 0,-1 1 1,1-1-1,-1 1 0,0-1 0,-1 1 0,1 2 11,0 11-30,-1 1-1,-1-1 1,-1 1-1,-1 7 31,0-16-3,0 0-1,-1-1 0,0 1 0,0-1 0,-1 0 0,0 0 0,0-1 0,-1 1 1,-1-1-1,1 0 0,-1-1 0,0 1 0,-1-2 0,0 1 0,-8 5 4,-6 4 57,-1-1-1,0-2 1,-1 0-1,0-1 1,-14 4-57,12-9 220,0 0 0,-1-2 0,1-1 0,-1-1 0,0-2 0,0 0 0,-12-3-220,6 2 482,24-1-165,8 1-306,1 0-1,0-1 0,0 1 0,0 0 1,-1 0-1,1 0 0,0 0 0,0 0 0,0 0 1,-1 0-1,1 0 0,0 0 0,0 0 1,-1 0-1,1 0 0,0 0 0,0 0 0,-1 0 1,1 0-1,0 0 0,0 0 0,0 0 1,-1 0-1,1 0 0,0 1 0,0-1 0,-1 0 1,1 0-1,0 0 0,0 0 0,0 0 1,0 1-1,-1-1 0,1 0 0,0 0 0,0 0 1,0 1-1,0-1 0,0 0 0,0 0 1,0 0-1,-1 1 0,1-1 0,0 0 0,0 0 1,0 1-1,0-1 0,0 0-10,10 0-8502,-6 0 2510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43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0 4882,'0'0'2183,"0"0"-705,0 0-126,0 0-434,0 0-222,0 0 225,-2 13 314,2-9-1101,-5 23 2064,2 0 0,0 21-2198,3-46 58,0 0-1,1 0 1,-1-1 0,1 1 0,-1 0-1,1-1 1,0 1 0,0-1 0,0 1-1,0-1 1,0 1 0,0-1-1,0 0 1,0 1 0,1-1 0,-1 0-1,0 0 1,1 0 0,-1 0-1,1 0 1,-1 0 0,1 0 0,0 0-1,-1-1 1,1 1 0,0-1 0,-1 1-1,1-1 1,0 0 0,0 0-1,0 1-57,63 3 472,-57-4-367,-6 0-90,0 0 0,0 1 0,0-1 0,0-1 0,0 1 0,0 0 0,0 0 0,0-1 0,0 1 0,-1-1 0,1 0 0,0 1 0,0-1 0,0 0 0,-1 0 0,1 0-1,0 0 1,-1-1 0,1 1 0,0 0-15,-1-2 1,0 0-1,1 0 0,-1 1 0,0-1 0,-1 0 0,1 0 1,0 0-1,-1 0 0,0 0 0,1 0 0,-1 0 1,0 0-1,-1-2 0,2 1-5,-1 0 1,0 0-1,0 0 0,-1 0 1,1 0-1,-1 0 0,0 0 1,0 0-1,0 0 0,0 0 1,-1 0-1,0 1 0,1-1 1,-3-2 4,1 3 17,0 1 0,0 0-1,0 0 1,0 0 0,-1 0 0,1 0 0,0 1 0,-1-1 0,1 1 0,-1 0 0,0 0 0,1 0 0,-1 0-1,0 1 1,0 0 0,-2 0-17,-1-1 22,0 0 0,0 1 0,0 0 0,0 0 0,0 1-1,0-1 1,0 2 0,0-1 0,0 1 0,0 0 0,0 1-1,1-1 1,-1 1 0,1 1 0,0-1 0,-5 4-22,6-2 17,1-1 1,-1 1-1,1 0 1,0 0-1,0 0 1,1 0-1,-1 1 1,1-1-1,0 1 1,1 0-1,0 0 1,0 0-1,0 0 1,0 0-1,1 1 1,0-1-1,1 0 1,-1 7-18,1-9 14,-1 5 19,0 1-1,1-1 1,0 0-1,1 1 1,0-1-1,0 0 1,1 1 0,0-1-34,0-7 7,-1 1-1,1 0 0,-1-1 0,1 1 0,0-1 0,0 0 0,0 0 1,0 1-1,0-1 0,0 0 0,1-1 0,-1 1 0,1 0 0,-1-1 0,1 1 1,0-1-1,-1 0 0,1 0 0,0 0 0,0 0 0,0-1 0,0 1 0,0-1 1,0 0-1,0 1 0,2-2-5,4 2 5,0 0 0,1-1 0,-1 0 1,0 0-1,0-1 0,1-1 0,-1 1 1,0-1-1,0-1 0,0 0 0,2-1-5,-7 1-1,1 1-1,-1-1 0,0 0 0,0 0 1,0 0-1,-1-1 0,1 1 1,-1-1-1,1 0 0,-1 0 0,-1 0 1,1-1-1,0 1 0,-1-1 0,0 1 1,0-1-1,0 0 0,-1 0 1,0 1-1,0-1 0,1-4 2,0 0-32,-1 0 1,0 0-1,0 0 0,-1 0 0,0 0 1,-1-8 31,1 15 4,-1 0 0,1 0 0,-1 0 1,0 0-1,0 0 0,1 0 0,-1 0 0,-1 1 1,1-1-1,0 0 0,0 0 0,-1 1 0,1-1 1,0 1-1,-1-1 0,0 1 0,1-1 1,-1 1-1,0 0 0,0 0 0,0 0 0,1 0 1,-1 0-1,0 1 0,0-1 0,0 0 0,-1 1 1,1 0-1,0-1 0,-1 1-4,-6-2 42,0 1 0,0 0-1,0 1 1,0 0 0,0 0-1,-1 1 1,1 0 0,0 0 0,0 1-1,0 1 1,-7 2-42,12-3 12,0 0 0,0 1 0,0 0 1,0-1-1,1 1 0,-1 0 0,1 1 0,-1-1 1,1 1-1,0 0 0,1-1 0,-1 1 0,1 0 0,-1 1 1,1-1-1,1 0 0,-1 1 0,0-1 0,1 1 1,0-1-1,0 1 0,0-1 0,1 5-12,-1-6-2,0 0 1,1 0-1,0-1 0,-1 1 0,1 0 1,0 0-1,0 0 0,1-1 0,-1 1 1,1 0-1,-1 0 0,1-1 0,0 1 1,0 0-1,0-1 0,0 1 0,0-1 1,1 1-1,-1-1 0,1 0 0,1 2 2,1-1-15,-1-1 0,1 0-1,0-1 1,0 1-1,0-1 1,0 1-1,0-1 1,0 0-1,1-1 1,-1 1 0,0-1-1,0 0 1,4 0 15,-2 1-8,0-1 0,-1 0 1,1 0-1,0-1 1,-1 1-1,1-1 0,-1-1 1,1 1-1,-1-1 0,1 0 1,-1 0-1,0 0 1,3-3 7,-5 3-10,0 0 0,0-1 1,-1 1-1,0-1 1,1 0-1,-1 0 1,0 0-1,0 0 1,-1 0-1,1-1 0,-1 1 1,1 0-1,-1-1 1,0 1-1,0-1 1,-1 1-1,1-1 0,-1 1 1,1-1-1,-1 0 1,0 1-1,-1-1 10,2 1 35,-1 1 0,0-1 0,0 1 0,0-1 0,0 1 0,0 0 0,0-1 0,-1 1 0,1-1-1,-1 1 1,0 0 0,0-1 0,1 1 0,-2 0 0,1 0 0,0 0 0,0 0 0,-1 0 0,1 0 0,-1 0-35,-1 0 33,-1 1 0,0-1 0,0 1-1,0 0 1,0 1 0,0-1 0,0 1 0,0-1 0,0 1 0,0 0 0,-1 1 0,1-1-33,0 0-124,-1 0 0,0 0 1,0 0-1,1 1 0,-1 0 0,1 0 0,-1 0 1,1 0-1,-2 1 124,4-1-429,1 0 1,-1 0-1,0 0 1,1 1 0,-1-1-1,1 0 1,-1 1-1,1-1 1,-1 1-1,1 0 1,0-1-1,0 1 1,0 0-1,-1 1 429,1 7-7515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45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32 297 2721,'0'0'2364,"0"0"-798,0 0 267,0 0 112,0 0-232,-3-3 74,0-1-1018,-1 0-1,1-1 1,1 1-1,-1-1 1,1 0 0,-1 0-1,1 0 1,0 0-1,1 0 1,0 0 0,-1-1-769,2 5 472,0 1-173,0 0-73,0 0-44,0 10-65,0 38 73,1 0 0,2-1 0,3 0 1,8 35-191,0-27 525,3 0 1,1-1-1,16 28-525,-31-69 365,-4-24 113,-16-301-639,0-5-41,16 293 227,1 15-108,-1 0 0,1-1 0,1 1 0,0 0 0,0 0 0,1-3 83,-1 10-21,-1 0-1,1 0 1,0 0-1,0 0 1,0 0-1,0 0 1,0 0-1,1 0 1,-1 0-1,0 1 1,1-1-1,-1 0 1,1 1-1,0-1 1,0 1-1,-1 0 1,1 0-1,0-1 1,0 1-1,0 0 1,0 1-1,1-1 1,-1 0-1,0 1 1,0-1-1,0 1 1,2-1 21,12-1-6,-1 0 0,1 1 1,-1 0-1,1 2 0,0 0 1,-1 0-1,1 2 0,-1-1 1,0 2-1,0 0 0,0 1 1,-1 1-1,1 0 0,-1 1 1,0 0-1,10 8 6,-9-5-39,-1 0 1,1 1-1,-2 1 1,1 0-1,-2 0 1,5 7 38,-12-13-53,-1 0 0,0 0 0,-1 0 1,1 0-1,-1 1 0,-1 0 0,1-1 1,-1 1-1,0 0 0,0 0 0,-1 0 0,0 0 1,-1 0-1,1 0 0,-1 1 0,-1-1 0,0 4 53,0-6-23,-1 0-1,0 0 0,0 0 0,-1 0 0,0 0 0,0-1 1,0 1-1,0-1 0,0 0 0,-1 0 0,0 0 1,0 0-1,0-1 0,0 1 0,-1-1 0,1 0 0,-1 0 1,0-1-1,0 1 0,0-1 0,-2 0 24,-17 9-237,-1-2 0,0-1 0,-22 4 237,-27 1-168,54-11 186,0 1-1,1 1 1,-1 1 0,1 0-1,-4 3-17,21-5-56,2-3-43,0 0 17,31 0-230,456 1 394,-480-1-87,1 0-1,-1 1 1,1 0-1,-1 0 0,1 1 1,-1 0-1,0 0 1,0 1-1,0 0 0,0 0 1,0 1-1,5 3 6,-8-4-8,-1 0 0,1 1 0,-1-1 0,1 1 0,-1-1 0,0 1-1,-1 0 1,1 1 0,-1-1 0,0 0 0,0 1 0,0-1 0,0 1 0,-1 0-1,1-1 1,-1 1 0,-1 0 0,1 0 0,-1 0 0,0 1 8,1 0 5,-1 1 1,1 0-1,-2-1 1,1 1 0,-1 0-1,0-1 1,0 1-1,-1-1 1,0 1-1,0-1 1,0 0-1,-1 0 1,0 0-1,0 0 1,-1 0-1,1-1 1,-1 1-1,-1-1 1,1 0 0,-1 0-1,0-1 1,0 1-1,0-1 1,0 0-1,-1-1 1,1 1-1,-6 1-5,-8 7 92,-1-1 0,0-2 0,-1 0 0,0-1 0,0 0 0,-1-2 0,-12 1-92,-7 0 523,-1-2 1,-1-2 0,-24-1-524,64-4-323,0 1 0,1-1 0,-1 1 1,1-1-1,-1 0 0,1 0 0,0 0 1,0 0-1,0-1 0,0 1 0,0 0 1,0-1-1,-1-2 323,-1-1-1823,-7-9-4097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54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88 3874,'0'0'2766,"0"0"-519,0 0-169,0 0-274,0 0-439,0 0-279,-1 0-991,1 0 0,0 0 0,0-1 0,0 1 0,0 0 0,-1 0 0,1 0-1,0 0 1,0-1 0,-1 1 0,1 0 0,0 0 0,0 0 0,-1 0 0,1 0 0,0 0-1,0 0 1,-1 0 0,1 0 0,0 0 0,0 0 0,-1 0 0,1 0 0,0 0 0,0 0 0,0 0-1,-1 0 1,1 0 0,0 0 0,0 0 0,-1 1 0,1-1 0,0 0 0,0 0 0,0 0-1,-1 0 1,1 0 0,0 1 0,0-1 0,0 0 0,-1 0 0,1 0 0,0 1 0,0-1 0,0 0-1,0 0 1,0 1 0,0-1 0,0 0 0,-1 0 0,1 1-95,0 10 237,0 1 0,1 0 0,0-1 1,0 1-1,1 0 0,1-1 0,2 6-237,-3-12 16,0-1 0,0 0 0,0 0 1,1-1-1,-1 1 0,1 0 0,0-1 0,1 0 0,-1 0 0,0 0 0,1 0 0,0 0 0,-1 0 0,1-1 1,0 0-1,0 0 0,1 0 0,-1 0 0,0-1 0,1 0 0,2 1-16,11 2 0,1-2 0,0 0 0,0-1 0,0 0 0,0-2 0,14-2 0,-30 3-12,-1-1 0,1 1 0,-1-1 0,0 0 0,0 1 1,1-1-1,-1 0 0,0 0 0,0-1 0,0 1 0,0 0 0,0-1 0,0 1 0,0-1 0,-1 0 0,1 0 0,0 1 0,-1-1 0,0 0 0,1-1 12,1-2-30,0-1-1,-1 1 0,0 0 0,0 0 0,-1-1 0,1 0 1,-1 1-1,0-1 0,0-1 31,0-1-14,-1 1 0,0-1-1,0 1 1,0-1 0,-1 1 0,0-1 0,-1 1-1,1 0 1,-1-1 0,-1 1 0,1 0 0,-1 0-1,-1 1 1,0-2 14,-1 3 16,0-1 0,0 1 0,-1 0 0,0 1 0,0-1 0,0 1 0,-1 0 0,1 1 0,-1 0 0,0 0 0,0 0 0,0 1 0,0 0 0,-1 0 0,-2 0-16,-10-1 123,0 1-1,-1 1 0,1 1 0,0 0 0,-3 2-122,20-1 16,1 0-1,-1 0 1,0 0-1,1 0 1,-1 1-1,1-1 0,-1 1 1,1 0-1,0-1 1,0 1-1,0 0 1,0 0-1,0 1 1,0-1-1,0 0 1,1 1-1,-1-1 1,1 1-1,0-1 1,0 1-1,0 0 0,-1 2-15,-2 5 22,0 1 0,1 0-1,0 0 1,1 0-1,0 3-21,1 71 99,1-82-97,1-1-1,-1 1 1,1-1 0,0 1 0,0-1-1,0 0 1,0 1 0,0-1-1,0 0 1,0 0 0,1 0 0,-1 0-1,1 0 1,0 0 0,0 0-1,-1 0 1,1-1 0,0 1 0,0-1-1,1 1 1,-1-1 0,0 0-1,0 0 1,1 0 0,-1 0-1,0 0 1,1 0 0,-1-1 0,1 1-1,-1-1 1,3 0-2,12 3 5,1-1 0,0 0-1,0-1 1,3-2-5,-13 1-5,-3 1 4,0-1 0,1 0-1,-1-1 1,0 1 0,0-1 0,0 0 0,0 0 0,0-1-1,0 1 1,-1-1 0,1 0 0,0-1 0,-1 1 0,3-2 1,-4 1-20,-1 0 0,1 0 0,0 0 0,-1-1 0,0 1 1,0-1-1,0 0 0,0 1 0,0-1 0,-1 0 0,0 0 0,0 0 1,0 0-1,0 0 0,-1 0 0,1 0 0,-1 0 0,0-2 20,1 0-12,-1 0 0,0 0-1,0 0 1,0-1 0,-1 1-1,1 1 1,-2-1 0,1 0-1,-1 0 1,1 0 0,-1 1-1,-1-1 1,-1-2 12,1 4 13,-1-1 0,0 1 0,0-1 0,-1 1 0,1 0 0,-1 1 0,0-1 0,0 1 0,0 0-1,-1 0 1,1 1 0,-1 0 0,-2-1-13,-1-1 37,1 1 0,-1 0 0,0 1 0,1 0 0,-1 0 0,0 1 0,0 0 0,0 1 0,0 0-1,0 0 1,0 1 0,0 0 0,0 1 0,-2 0-37,5 0 26,1 0 0,0 0 0,0 0 1,0 1-1,0 0 0,0 0 0,1 0 0,-1 1 0,1-1 0,0 1 0,0 0 0,0 0 0,1 1 1,-1-1-1,1 1 0,0-1 0,0 1 0,1 0 0,0 0 0,-1 1 0,2-1 0,-2 5-26,0-3 23,1 1 0,1-1 0,-1 1 0,1-1 0,0 1 0,1-1 0,0 1-1,0-1 1,1 1 0,0-1 0,0 1 0,0-1 0,2 3-23,-1-5 7,0-1 0,0 1 0,1-1 0,0 1 0,0-1 0,0 0 1,0 0-1,1 0 0,-1-1 0,1 1 0,0-1 0,0 0 0,1 0 0,-1 0 0,0 0 0,1-1 0,0 0 1,-1 0-1,2 0-7,16 4 4,0-1 1,0-1-1,0-1 1,0-1-1,0-1 1,1-1-1,-1-1 0,4-2-4,-7 3-43,-16-1 34,1 1 0,-1-1 0,0 1 0,0-1 0,0 0 0,0 0 0,0 0 0,0 0 0,0-1 0,-1 1 0,1-1 0,0 0 0,-1 0 0,1 0 0,-1 0 0,1 0 0,-1-1 0,0 1 0,0 0 0,0-1 0,-1 0 0,1 1 0,0-1 0,-1 0 0,0 0 0,0 0 0,0 0 0,0 0 0,0-3 9,1-2-12,0-1 0,-1 1 1,0-1-1,-1 1 0,0-1 0,0 0 0,-1 1 0,0-1 1,0 0-1,-3-6 12,3 12 6,0 0 0,-1-1 0,1 1 0,-1 0 0,0 0 0,0 0 0,0 1 0,0-1 0,-1 0 0,1 1 0,-1 0 0,0-1 0,1 1 0,-1 0 0,0 0 1,0 0-1,0 1 0,-1-1 0,1 1 0,0 0 0,-1 0 0,1 0 0,0 0 0,-1 1 0,-1-1-6,-13-2 71,0 2 0,0 0 0,0 1 0,-8 1-71,13 0 50,7-1-27,0 1 0,0 1 0,0-1-1,1 1 1,-1 0 0,0 0-1,1 0 1,-1 1 0,1 0 0,0 0-1,0 1 1,0-1 0,1 1-1,-1 0 1,1 0 0,0 0 0,0 1-1,0 0 1,0 0 0,1 0-1,0 0 1,0 0 0,0 1-23,0 1 12,-1 1 1,1-1 0,0 1-1,0 0 1,1 0-1,0 0 1,1 0 0,0 1-1,0-1 1,1 0-1,0 0 1,0 1-1,1-1 1,0 0 0,0 0-1,1 0 1,0 1-13,0-5-9,0 0-1,0-1 1,0 1 0,0 0 0,1-1 0,0 1 0,0-1 0,0 0 0,0 0 0,0 0 0,0 0-1,1-1 1,0 1 0,-1-1 0,1 0 0,0 0 0,0 0 0,0-1 0,0 1 0,0-1-1,1 0 1,-1 0 0,2 0 9,15 2-62,1-1 0,-1 0 0,1-2 0,4 0 62,-5-1-47,-18 1 44,1 0 0,-1 0 0,0 0 0,1-1 0,-1 0 0,1 1 0,-1-1 0,0-1 0,0 1 0,0 0 0,0-1 0,0 0 0,0 1 0,0-1 0,0 0 0,-1-1 0,1 1 0,-1 0 0,1-1 0,-1 1 0,0-1 0,0 0 0,0 0 0,-1 0 0,1 0 0,0 0 0,-1 0 0,0 0 0,0 0 0,0-1 0,0 1 0,0-3 3,2-13-19,-1 0 0,-1 0 0,0 1 0,-1-1-1,-3-10 20,3 14 6,-1 12 10,1 1-1,0-1 1,-1 0 0,0 1 0,0-1 0,1 1 0,-2-1-1,1 1 1,0-1 0,0 1 0,-1 0 0,1-1 0,-1 1 0,0 0-1,0 0 1,0 0 0,0 0 0,0 0 0,0 1 0,0-1-1,0 1 1,-1-1 0,1 1 0,-1 0 0,1 0 0,-1 0 0,1 0-1,-1 0 1,0 1 0,1-1 0,-1 1 0,-2 0-16,-1-1 37,1 1 1,-1-1 0,1 1-1,-1 1 1,1-1 0,-1 1-1,1 0 1,-1 0 0,1 1-1,0 0 1,-1 0 0,1 0 0,0 0-1,0 1 1,1 0 0,-2 1-38,0 0 7,0 2 1,0-1-1,1 1 0,-1 0 1,2 0-1,-1 0 1,0 0-1,1 1 1,0 0-1,1 0 1,0 0-1,0 1 1,0-1-1,0 3-7,-3 43-6606,6-38 438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36:55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8 140 4098,'0'0'2081,"0"0"-339,0 0 5,0 0-301,0 0-133,-1 0-1174,-4-3 9144,4 6-7812,1 28-1180,1 1 0,2-1-1,1-1 1,1 1 0,1-1 0,8 20-291,-7-29 206,-1 0 1,-1 1-1,-1-1 1,-1 1-1,0 12-206,-3-34 3,0 0 29,0 0 37,0 0-5,0 0-16,0 0-16,0 0-8,0-31 8,-5-99-68,-6-3 36,4 46-6,6-9-290,2 95 289,-1 0 0,1 0 0,0-1 1,-1 1-1,1 0 0,0 0 0,0 0 1,-1 0-1,1 0 0,0 0 0,0 0 1,1 0-1,-1 0 0,0 0 0,0 0 1,0 1-1,0-1 0,1 0 1,-1 1-1,0-1 0,1 1 0,-1-1 1,0 1-1,1 0 0,-1 0 7,37-9-7,-10 5-13,0 2 1,0 0 0,0 2-1,0 1 1,1 1 0,-1 1 0,0 2-1,-1 1 1,22 7 19,-44-12-24,0 1 0,0 0 0,0 0 0,0 1 0,0-1-1,-1 1 1,1 0 0,-1 1 0,0-1 0,0 1 0,0-1 0,0 1 0,-1 0 0,3 4 24,-3-2-40,-1-1 0,1 1 0,-2 0 0,1 0 0,-1 0 0,0 0 0,0 0 0,0 0 0,-1 0 1,0 0-1,0 0 0,-1 6 40,0-7-29,-1 0 0,1 0 0,-1 0 0,0 0 0,0-1 0,-1 1 0,1-1 0,-1 1-1,0-1 1,0 0 0,-1 0 0,1 0 0,-1-1 0,0 1 0,0-1 0,0 0 0,0 0 0,-1 0 0,-2 1 29,-14 8-86,0-1-1,0-1 1,-16 5 86,12-5 8,-1-1 1,0-1 0,-1-1 0,0-1 0,0-2-1,0 0 1,-4-2-9,30-2 67,1 0 5,0 0 59,0 0-6,17-1 259,73-22-307,-69 16-103,0 1 0,0 1 0,0 0 0,12 1 26,-2 1-44,0 2-1,1 1 0,-1 2 1,26 4 44,-48-4-10,0 0 1,0 1-1,0-1 1,0 2-1,0-1 1,-1 1-1,0 1 1,0-1-1,0 1 1,0 1-1,-1-1 1,0 1-1,0 1 1,-1-1-1,1 1 1,-1 0-1,-1 1 1,2 2 9,-2-1-8,0 0-1,-1-1 1,0 1 0,0 1-1,-1-1 1,0 1-1,-1-1 1,0 1 0,-1 0-1,0 0 1,0 2 8,-1-8 9,0 1 0,0 0 0,0 0 0,-1 0 0,0 0 0,0 0 0,0 0 0,-1-1 0,1 1 0,-1 0 0,0-1 0,0 0 0,-1 1 0,1-1 0,-1 0 0,0 0 0,0 0 1,-1-1-1,1 1 0,-1-1 0,0 0 0,-3 3-9,-9 3 38,-1 0 1,0-2-1,0 0 1,0-1-1,-1 0 1,0-2 0,0 0-1,0-1 1,-16 1-39,-30-1 494,1-3 0,-14-3-494,71 2 63,-2 1 133,1-1 0,-1 0 1,1 0-1,0 0 1,0-1-1,0-1 1,0 1-1,0-1-196,5 3 312,2 0-122,0 0-94,0 0-72,0 0-51,0 0-96,0 0-176,-27 0-5965,10 0 37,0 0-5399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37.7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1546 1 1056,'0'0'1833,"0"0"-848,0 0-153,0 0-45,0 0-240,0 0-27,-10 32 3792,9 20-1610,-1-26-2160,2-1 1,0 1-1,2-1 0,1 0 0,0 0 1,2 0-1,1 0 0,5 10-542,-3-10 83,0 0 0,-2 0-1,2 22-82,-3-21 80,0-1 0,1 1 0,9 19-80,-5-13 79,-1 0 1,-1 0-1,0 14-79,4 13 13,0-8 65,-2-12-56,-2 0 1,-2 0 0,-1 1-1,-1 12-22,-3-37 6,0 0 0,1 0-1,1-1 1,3 10-6,7 42-55,-8 14 223,-4-41-201,2-1 0,1 0 1,5 12 32,4-6 27,-9-32-13,0 1 1,-1-1-1,0 1 1,0 9-15,14 148 7,-3-34 13,-4 62-20,-10-137 4,-2 1 1,-3-1 0,-2-1-1,-7 17-4,9-55 2,-1 0-1,-1 0 1,-1-1-1,-1-1 1,0 1-1,-2-1 0,0-1 1,-2 0-1,0 0 1,-1-2-1,0 1 1,-2-2-1,-4 4-1,-18 15-1,25-21-1,-2 0 0,0-1 1,0 0-1,-1-1 0,-1-1 0,0-1 1,0 0-1,-1-1 0,0-1 0,-7 2 2,-44 13-66,45-14 85,0-1 0,0-1 0,-1-1 1,0-1-1,-11 0-19,-78 8 691,-100 26-691,124-21 112,-138 25 323,185-36-451,0-2 1,1-2 0,-3-2 15,44-6-10,0 1 0,0-1 0,1 0-1,-1 0 1,1 1 0,0-1 0,0 0 0,1-3 10,-1 1-7,1 1 3,0-1 1,0 1-1,1-1 0,0 1 0,0 0 0,0 0 0,1-1 1,0 2-1,0-1 0,1 0 0,-1 1 0,1-1 1,1 1-1,0-1 4,16-17-43,0 2 0,12-10 43,-24 23-8,-8 8-29,-1 0-14,0 0 17,0 0 10,-13 7-40,-177 101 9,31-19 134,155-87-202,8-8 52,22-19 36,42-34 56,-60 53-35,-2 0-7,1 1 0,0 0 0,1 0 0,-1 0 0,1 1 0,0 0 0,0 1-1,0-1 1,0 2 0,1-1 0,7 0 21,-16 3-160,0 0 64,0 0-27,0 0 51,0 0 8,-25 14 78,-233 173 58,350-255-48,-11 8-224,21-9 200,-256 182-160,8-5 509,135-100-389,-13 13 299,25-20-248,0-1 1,1 1 0,-1 0 0,1 0 0,-1-1 0,1 1 0,-1-1 0,1 1 0,-1-1-1,1 1 1,0-1 0,-1 0 0,1 0 0,-1 0 0,1 0 0,0 0 0,-1 0-1,1-1 1,-1 1 0,2-1-12,35 0 52,1-2-1,-1-1 1,0-2 0,-1-2-1,0-2 1,16-6-52,-39 12 15,1 1 1,-1 1-1,1 0 1,0 0-1,0 2 1,8 0-16,-22 0 29,5-179 956,-6 178-758,0 1-113,0 0-74,0 0 11,0 0-54,-35 2 94,0 10-18,0 1-1,1 1 1,1 3-1,0 0 1,-9 8-73,-22 13 93,63-36-85,1-1 30,0-1-22,0 0-35,0 0-32,3-1 11,16-7 26,-1 0 0,-1-1 1,0 0-1,16-13 14,35-18 13,-48 30-23,-11 5-43,0 0 0,0 0 0,1 1 1,-1 1-1,1-1 0,0 1 0,0 1 0,7-1 53,-16 3-58,-1 0 15,0 0 0,-2 2 40,1 0-1,-1 0 1,1 0-1,-1 0 1,1-1-1,-1 1 1,0-1-1,0 1 0,0-1 1,0 0-1,-1 1 4,0 0-1,-24 18 63,0-2-1,-1-1 0,0-1 1,-2-1-1,0-2 0,0-1 1,-29 7-62,49-18-35,12-7 10,24-16 0,43-26 22,-44 34-117,1 0 0,0 2 0,0 1 0,1 1 0,11-2 120,-46 27-654,-11 7 721,-10-1 24,-1-2 0,-1 0 0,0-2 1,-1-2-1,-3 0-91,97-50 54,-46 24-76,1 1-1,-1 1 0,2 1 1,-1 0-1,2 1 23,-15 6 105,-4 1-3415,0 0-3564,0 0-1386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41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47 2865,'0'0'1854,"0"0"-616,0 0-328,0 0-326,0 0-258,0 0-126,-1 5 171,1-4-334,0 0 0,0 0 1,-1-1-1,1 1 0,0 0 0,0 0 1,0 0-1,0 0 0,0 0 1,0 0-1,0 0 0,0 0 0,1-1 1,-1 1-1,0 0 0,0 0 0,1 0 1,-1 0-1,1 0 0,-1-1 0,1 1 1,-1 0-1,1 0 0,-1-1 1,1 1-38,30 2 1376,-29-3-1347,0-1-6,-1-1 1,0 0-1,0 0 0,-1 0 1,1 0-1,0 0 1,-1 0-1,1-1 0,-1 1 1,1 0-1,-1 0 0,0 0 1,0 0-1,0-1 1,0-1-24,0 2 69,0 0 0,0 0 0,1 1 1,-1-1-1,-1 0 0,1 0 1,0 0-1,0 0 0,-1 0 1,1 0-1,-1 0 0,1 0 1,-1 0-1,0 0 0,0 1 0,0-1 1,0 0-1,0 1 0,-1-2-69,-4 2 149,-1 0 0,1 0-1,-1 0 1,1 1-1,-1 0 1,1 1 0,-1-1-1,1 1 1,0 0 0,-1 1-1,1-1 1,0 1-1,0 1 1,0-1 0,0 1-1,0 0 1,0 0 0,1 1-1,-4 2-148,1 0 54,0 1-1,0 0 1,1 0-1,-1 0 1,1 1-1,1 0 1,0 0-1,0 1 0,1 0 1,0 0-1,0 0 1,0 4-54,3-9 52,0 1 1,1-1-1,0 1 1,0 0-1,0 0 1,0-1-1,1 1 1,0 0-1,0 0 1,0 0-1,1 0 1,0 0-1,0-1 1,0 1-1,0 0-52,0-2 22,1 0 0,-1-1 0,0 1 0,1-1 0,0 1-1,-1-1 1,1 0 0,0 0 0,0 0 0,0 0 0,1 0 0,-1 0-1,0 0 1,1-1 0,-1 1 0,1-1 0,-1 0 0,1 0 0,0 0 0,-1 0-1,1 0 1,0 0 0,0-1 0,0 0 0,0 1-22,15 1 15,1 0 1,-1 0-1,1-2 0,-1-1 1,1 0-1,-1-1 0,1-1-15,-15 2-8,1 0 0,-1 0-1,0 0 1,0 0 0,0-1-1,-1 0 1,1 0 0,0 0-1,-1 0 1,1-1-1,-1 1 1,0-1 0,0 0-1,0 0 1,0 0 0,0 0-1,-1-1 1,1 1 0,-1-1-1,0 0 1,0 1 0,0-1-1,0 0 1,-1 0 0,0 0-1,0 0 1,0 0 0,0-1-1,-1 1 1,1 0-1,-1 0 1,0 0 0,0-1 8,0 2 9,0 0 1,0 0-1,0 1 1,0-1-1,0 0 0,0 0 1,-1 0-1,0 0 1,1 0-1,-1 0 1,0 0-1,0 1 0,-1-1 1,1 0-1,0 1 1,-1-1-1,-1 0-9,-1 0 30,0 1-1,0-1 0,0 1 0,-1 0 1,1 1-1,-1-1 0,1 1 1,-1 0-1,1 0 0,-4 0-29,-15-3 211,-1 1-1,0 2 1,1 0-1,-17 2-210,-6 0 185,38 0-135,-1-1-1,1 1 0,0 1 0,-1 0 1,1 0-1,0 0 0,0 1 0,1 0 1,-1 1-1,0-1 0,1 2 0,0-1 1,-1 2-50,3-3 33,1 0 0,0 1 0,0 0 0,0-1 0,0 1 0,1 1 0,-1-1 0,1 0 0,0 1 0,1 0 1,-1 0-1,1 0 0,0 0 0,0 0 0,1 0 0,-1 0 0,1 0 0,0 1 0,0-1 0,1 4-33,0-6 4,0 0-1,0 0 1,1 0-1,-1 0 0,1 0 1,0 0-1,0 0 1,0 0-1,0 0 0,0-1 1,1 1-1,-1 0 0,1-1 1,0 1-1,0-1 1,0 0-1,0 0 0,0 0 1,0 0-1,0 0 1,1 0-1,-1 0 0,1-1 1,0 1-1,-1-1 1,1 1-1,0-1 0,0 0 1,0-1-1,-1 1 0,1 0 1,3 0-4,13 2-35,0-1 1,0-1-1,0 0 0,0-2 1,2 0 34,11 0-96,-27 1 82,0 1 0,-1-2-1,1 1 1,-1-1 0,1 1-1,-1-1 1,1 0 0,-1-1-1,1 1 1,-1-1 0,0 0-1,0 0 1,0 0 0,0-1 0,0 1-1,-1-1 1,1 0 0,-1 0-1,1 0 1,2-4 14,-3 2-27,1-1 0,-1 0 0,0-1 1,-1 1-1,1 0 0,-1-1 0,0 0 0,-1 1 1,0-1-1,0 0 0,0 0 0,-1 1 0,0-7 27,0 11 2,0 0 1,0 0-1,-1 0 0,1 0 0,0 0 0,-1 0 0,0 0 0,1 0 0,-1 0 0,0 0 0,0 1 0,0-1 0,0 0 0,0 0 0,0 1 1,0-1-1,-1 1 0,1-1 0,-1 1 0,-1-1-2,0-1 19,-1 1 1,0 0-1,0 0 0,-1 0 1,1 0-1,0 1 1,-1-1-1,1 1 0,-4 0-19,-15-2 102,0 2 0,0 0 0,-22 3-102,14-1-39,30-1 51,0 0 0,0 0 0,0 0-1,0 0 1,0 0 0,0 0 0,0 1-1,0-1 1,1 0 0,-1 1 0,0-1-1,0 1 1,0-1 0,0 1 0,1-1 0,-1 1-1,0-1 1,0 1 0,1 0 0,-1-1-1,1 1 1,-1 0 0,0 0 0,1 0-1,-1-1 1,1 1 0,-1 1-12,1 0 4,-1 0 1,0 1-1,1 0 0,-1-1 1,1 1-1,0-1 0,0 1 1,0 0-1,0-1 0,0 1 1,1 0-5,-1 0-7,0 1 1,1-1-1,0 0 1,0 1 0,0-1-1,0 0 1,0 1-1,1-1 1,-1 0-1,1 0 1,0 0 0,0-1-1,0 1 1,0 0-1,0-1 1,1 1-1,0 0 7,5 0-11,1 1 0,0-2 1,0 1-1,0-1 0,1 0 0,-1-1 0,0 0 0,5 0 11,78-3-230,-70 0 115,-19 2 99,0 0 0,0 0-1,-1 0 1,1-1 0,0 1 0,0-1-1,-1 0 1,1 0 0,0 0-1,-1 0 1,1 0 0,-1-1 0,1 1-1,-1-1 1,0 0 0,0 1 0,0-1-1,0 0 1,0 0 0,0 0-1,0-1 1,1-1 16,-1-1 18,0 0 1,0 0-1,0 0 0,-1 0 0,1 0 1,-1-1-1,-1 1 0,1 0 0,-1-1 1,0 1-1,0-1-18,-44 5 891,-11 1-272,42 12 213,8-12-565,3 0-6619,2 0-670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43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4738,'0'0'2297,"0"0"-659,0 0-133,0 0-152,0 0-436,0 0-258,-10 4 1295,10-5-1907,0 1 0,0 0 0,0 0 1,-1 0-1,1 0 0,0 0 0,0 0 0,0 0 1,0 0-1,-1 0 0,1 0 0,0 0 0,0 0 0,0 0 1,0 0-1,0 0 0,-1 1 0,1-1 0,0 0 0,0 0 1,0 0-1,0 0 0,0 0 0,0 0 0,-1 0 1,1 0-1,0 0 0,0 1 0,0-1 0,0 0 0,0 0 1,0 0-1,0 0 0,0 0 0,0 0 0,-1 1 0,1-1 1,0 0-1,0 0 0,0 0 0,0 0 0,0 0 1,0 1-1,0-1 0,0 0 0,0 0 0,0 0 0,0 0 1,0 1-1,0-1 0,0 0 0,0 0 0,1 0 0,-1 0 1,0 0-1,0 1 0,0-1 0,0 0 0,0 0 1,0 0-1,0 0 0,0 0 0,0 0 0,1 1-47,21 4 221,1-1-1,0 0 0,1-2 1,-1 0-1,0-2 0,22-2-220,-2 1 231,239 1-346,-282 0-386,0 0-385,0 0-419,0 0-682,0 0-758,0 1-852,0 1-1090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44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0 3490,'0'0'1704,"0"0"-26,0 0-109,0 0-528,0 0-300,-14 16 4128,14 136-1527,0 202-1319,0-353-2012,-9 5-222,-46 3 173,0-1 0,-1-3 0,0-3 0,-1-2 38,56 0 144,1 0 24,0 0 19,0 0-21,0 0 74,0 0-6,0 0-31,0 0-120,16 0 130,93 2 169,-22 0-372,64-7-10,-121 0 32,-1-1 0,1-1 0,-2-1 0,20-10-32,24-6-130,-70 22 741,-8 2-247,-24 1-154,-41 8-293,22 4 5,-31 10 77,-2-3 0,-1-5 1,-12-1 0,37-13 328,58-1-93,0 0-134,0 0-32,0 0 9,0 0-49,0 0-8,0 0 22,0 0 10,0 0 14,0 0-22,0 0-2,0 0-67,0 0-51,0 0-23,0 0-73,0 0-195,0 0-103,0 15-7788,0-6 2606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2:36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1 136 5202,'0'0'979,"0"0"-528,0 0 424,0 0-138,0 0-252,0 0 97,4-3 533,-4 3-958,1-1 1,-1 1-1,1 0 0,-1-1 1,1 1-1,-1-1 0,1 1 1,-1 0-1,1-1 0,0 1 1,-1 0-1,1 0 0,-1-1 1,1 1-1,0 0 0,-1 0 1,1 0-1,0 0 0,-1 0 0,1 0 1,0 0-1,-1 0 0,1 0 1,0 0-1,-1 0 0,1 1 1,0-1-1,-1 0 0,1 0 1,-1 1-1,2-1-157,8 26 3341,-7-17-4358,7 32 1412,-1 0 1,-2 1-1,-2 0 0,-2 0 1,-3 42-396,1-84 74,0-3-82,-1 1 0,1 0 0,-1-1 0,1 1 0,-1-1-1,0 1 1,0 0 0,0-1 0,0 1 0,0-1 0,0 0 8,0 1-15,-3-48-66,-1 1 0,-5-17 81,8 62 0,-3-40-58,1 0 1,3-18 57,0 53 5,0 8 73,0 1-9,0 8-58,0-3-5,1 0 0,0-1 0,0 1 0,0-1 0,1 1 0,-1-1 0,1 1 0,0-1 0,0 0 0,1 0 0,-1 0 0,1 0 0,0 0 0,0-1 1,0 1-1,1-1 0,-1 0 0,1 0 0,-1 0 0,1-1 0,0 1 0,3 0-6,1 2 15,0 0 0,1-1 0,-1-1 0,1 1 0,0-1 0,0-1 0,1 0-1,-1 0 1,0-1 0,10 1-15,-13-3-8,0 0 0,0 0 0,0 0 0,0-1 0,0 0-1,0 0 1,-1 0 0,1-1 0,-1 0 0,0 0 0,0 0-1,0 0 1,0-1 0,0 0 0,-1 0 0,5-5 8,-2 2-15,-1-1 0,0 0 1,0 0-1,0 0 0,-1-1 1,0 0-1,-1 0 0,0 0 1,0-1-1,-1 0 15,-2 6-56,-1 4 8,0 0-35,0 0-58,0 0-65,-10 20-346,-28 34 277,-45 48 275,85-121-1351,11-17 1510,4 4-108,-7 9-48,2 1 0,0 0 0,2 1 0,0 1 0,1 0 0,16-16-3,-30 36 1,-1-1-1,1 1 1,-1 0 0,1 0-1,-1-1 1,1 1 0,-1 0-1,1 0 1,-1 0 0,1-1-1,-1 1 1,1 0 0,-1 0-1,1 0 1,-1 0-1,1 0 1,-1 0 0,1 0-1,-1 0 1,1 0 0,-1 1-1,1-1 1,-1 0 0,1 0-1,-1 0 1,1 1 0,-1-1-1,1 0 1,-1 0 0,1 1-1,-1-1 1,1 0-1,-1 1 1,0-1 0,1 1-1,-1-1 1,0 0 0,1 1-1,-1-1 1,0 1 0,0-1-1,1 1 1,-1-1 0,0 1-1,0-1 1,0 1 0,0-1-1,0 1 1,0-1-1,0 1 1,0-1 0,0 1-1,0 0 0,10 40 58,-8-30 26,4 34 260,-1-1-1,-3 1 1,-1 0-1,-4 16-343,2 25 499,1-85-683,0-1-499,17 0-9471,-4 0 3233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2:37.1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112 148 3105,'0'0'2634,"0"0"-1111,0 0 86,0 0 269,0 0-501,0 0-302,-9-12-43,-1-1-794,-10-10 1876,2-2 0,-13-21-2114,16 24 2252,9 16-1867,3 8 607,5 8-986,1 0 0,-1 1 0,2-1 1,-1 0-1,1 0 0,1 0 1,0-1-1,0 0 0,1 0 0,0 0 1,5 5-7,22 37 72,-24-35-86,0 0-1,0 1 1,-2 0 0,0 0-1,-1 0 1,0 1 0,-2 0-1,0 0 1,-1 1 0,-1-1 0,0 3 14,-3-19-25,0 1 0,0-1 1,0 1-1,0-1 1,0 0-1,0 0 0,-1 0 1,1 0-1,-1 0 1,0 0-1,1 0 0,-1 0 1,0 0-1,0-1 1,0 1-1,0-1 0,0 1 1,0-1-1,-1 0 1,1 0-1,0 0 0,-1 0 25,-57 22-123,41-18 352,-7 3 833,53-7-389,8-5-699,0-2 0,0-2 0,-1 0 1,0-3-1,-1-1 0,16-8 26,-108 30-2076,19 3 1996,-46 17 86,-9 8-6,147-37 267,-29-6-151,1-2 1,-1 0-1,0-2 1,15-7-117,27-11 88,-47 17-733,-16 9-4992,-13-6-732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2:47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666 1 6067,'0'0'1110,"0"0"-700,0 0 161,0 0-248,-12 6 6720,-5 4-5112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29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3765 3 288,'0'0'3023,"0"0"-1169,0 0-363,0 0-279,0 0-367,0 0-202,1-1-682,-1-1 8536,-1 2-7518,-41 0-835,0 2 0,0 2 0,0 2 0,-23 6-144,-110 21 931,-2-9 0,-144 1-931,135-12 278,-79-2 399,-39-13-677,73-1 75,44 5-45,-190-4 33,267-7 246,-36 0-207,-71 9 442,209 32-608,-33 127 721,-6 75-657,34-153 330,4 1 1,1 72-331,-2 167 6,10-272-36,0-49-50,0 0 27,0 0-57,0 0 33,0 0 21,-31 0-547,-592 0-437,622 0 1090,1 0 44,0 0-65,0 0-69,5 0-195,169 1 682,278-4 31,-271-6-629,91-19 151,-249 26 23,-8 1-907,-29 0 203,-85 6-488,0 5 1,-94 21 1168,27-3-126,90-19 150,76-9 40,0 0 6,0 0-22,0 0 13,0 0 25,0 0 212,0 0 9,0 0-59,0 0-64,0 0 19,0 0-5,0 0-100,0 0-39,0 0-11,0 0-99,-1 7 19,-1 1-1,0 0 1,0-1-1,0 0 1,-1 1-1,0-1 1,0 0-1,-1 0 1,0-1-1,-2 3 33,-5 10 35,-213 364 965,98-174-717,126-209-269,-15 23 49,8-16 82,5-14 545,9-11-673,0 0 0,0 1 0,2-1 0,0 2 0,1 0 0,1 0 0,0 0 0,1 2-17,19-31-50,54-82-143,169-269 36,-223 356 149,-30 36 8,-1 4-45,0 20-243,-1-2 286,1 1 1,1-1 0,1 0 0,0 0-1,2 0 1,0-1 0,0 1 0,2-1 0,0 0-1,1 0 1,1-1 0,1 0 0,8 12 1,32 35 92,3-2 0,2-3 1,42 34-93,-23-22-40,-32-39-37,-41-30-33,0 0 36,0 1-1,-1-1 1,0 0-1,1 1 0,-1-1 1,0 0-1,1 1 1,-1-1-1,0 0 1,0 0-1,0 0 0,0 0 1,0 0-1,0 0 1,-1 0-1,1 0 0,0 0 1,0 0-1,-1-1 1,1 1-1,-1-1 1,1 1-1,0-1 75,-42 16-22,31-12-100,-85 22 42,-2-4 0,0-4 0,-93 4 80,90-10 8,-5 3 17,34-4 457,1-3 0,-30-3-482,102-5 230,9 3-159,0 0 1,0-1-1,1 0 0,-1-1 1,1 0-1,-1-1 0,7 0-71,25 3 56,42 4-427,-1-3-1,44-5 372,-39 1-548,-81 0 525,1 0 1,-1 0 0,1-1-1,-1 0 1,0 0 0,1 0-1,-1-1 1,4-1 22,-8 2 17,0 0 0,-1 0 0,1 0 0,0-1 0,-1 1 0,1-1 0,-1 1 0,1-1 0,-1 1 0,0-1 0,1 0 0,-1 0 0,0 0 0,0 1 0,0-1 0,-1 0 0,1 0 0,0 0 0,-1 0 0,0-1 0,1 1 0,-1 0 0,0 0 0,0 0 0,0 0 0,0 0 0,0-1-17,0-17-43,2 30-277,3 17 416,11 63 752,-4 1 1,0 58-849,-7 184 1082,3 62-115,-6-372-951,14 305 499,-13-208-1452,-3-118 932,0-1 0,0 0-1,-1 0 1,1 0 0,0 0 0,-1 0-1,1 0 1,-1 1 0,0-1 0,1 0-1,-1 0 1,0-1 0,1 1 0,-1 0-1,0 0 1,0 0 0,0 0 0,0-1 0,0 1-1,0 0 1,0-1 0,0 1 0,0-1-1,0 1 1,0-1 0,0 0 0,-1 1-1,0-1 6,-42 8-121,24-5 0,-207 33-402,-17 4 627,263-31-411,103-1 710,116-8-403,-99-2-72,-8-1-563,-147 5 568,-1 0 0,1 2 0,0 0-1,0 1 1,0 0 0,1 2 0,-1 0 67,-50 17-168,-38 3 123,-60 5 45,-31 8 168,187-39-141,6-1-16,0 0 0,1 0 0,-1 1 0,0-1 1,1 0-1,-1 1 0,0 0 0,1-1 0,-1 1 0,1 0 0,-1 0 0,1 0 0,0 0 1,-1 0-1,1 0 0,0 0 0,-1 1-11,2-1-2,1 0-1,0-1 1,0 1-1,-1-1 1,1 1-1,0-1 1,0 1 0,0-1-1,0 1 1,0-1-1,0 0 1,0 1 0,0-1-1,0 0 1,0 0-1,0 0 1,0 0 0,0 0-1,-1 0 1,1 0-1,1 0 3,145 8 120,94-8-120,-89-2-354,-152 3 318,1 0 1,-1 0 0,0-1-1,0 1 1,0 0 0,1 0-1,-1 0 1,0 0 0,0 0-1,0 0 1,0 0 0,0-1-1,-1 1 1,1 0 0,0 0-1,0 0 1,0 0 0,-1 0-1,1-1 1,-1 1 0,1 0-1,0 0 1,-1-1 0,1 1-1,-2 0 36,-19 12-51,-1-1 0,0-1-1,-1-1 1,-1-1 0,1-1-1,-16 2 52,28-7-9,-116 29 58,68-19 158,-47 18-207,91-23 20,22-4-79,31-3-58,-30-2 134,486 1-91,-493 0-65,-1 0-37,-29 17-19,3-4 156,1-1 0,-1-2 0,-1-1 0,0 0 0,0-3-1,-5 1 40,-57 7-286,-25-1 286,80-10 9,33-3-8,1 0 1,-1 0-1,0 0 1,1 1-1,-1-1 0,1 0 1,-1 0-1,1 1 1,-1-1-1,1 0 0,-1 1 1,1-1-1,-1 0 1,1 1-1,-1-1 1,1 1-1,-1-1 0,1 1 1,0-1-1,-1 1 1,1-1-1,0 1 1,-1-1-1,1 1 0,0 0 1,0-1-1,0 1 1,-1-1-1,1 1 1,0 0-1,0-1-1,2 28 91,14 24 230,4 9 21,-3 1-1,-2 1 1,-4 0-1,-2 1 0,0 40-341,0 51 627,-7 0 0,-7 11-627,-2-88 276,-8 23-276,4-41 85,4 1 0,1 40-85,6 68-534,0-169 532,1 1 0,0 0 0,-1 0-1,1-1 1,0 1 0,0-1 0,0 1 0,-1-1-1,1 1 1,0-1 0,0 1 0,0-1 0,0 0-1,0 1 1,0-1 0,0 0 0,0 0-1,0 0 1,0 0 0,0 0 0,1 0 2,29 3-55,-27-3 44,40 3 12,0-2-1,0-2 0,0-2 1,0-2-1,-1-2 1,0-1-1,40-14 0,24-14 8,1 5 0,1 5 0,32 0-8,192-24-66,140-17-250,-209 45 220,-75 7 16,114-26 80,-147 17-144,132-2 144,-48 0-35,-109 9-10,18 5 45,170-21-130,-5 30 343,-312 3-288,-2-1-65,0 1 95,0 0 0,0-1 1,0 1-1,0 0 0,0 0 0,0-1 1,0 1-1,0 0 0,0 0 1,-1-1-1,1 1 0,0 0 0,0 0 1,0-1-1,0 1 0,-1 0 0,1 0 1,0 0-1,0 0 0,0-1 0,-1 1 1,1 0-1,0 0 0,0 0 0,-1 0 1,1 0-1,0 0 0,0-1 0,-1 1 1,1 0-1,0 0 0,0 0 0,-1 0 1,1 0-1,0 0 0,0 0 0,-1 0 1,1 0-1,0 0 0,-1 0 0,1 1 1,0-1 44,-85-5-6897,22-2-1707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31.0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367 312 6531,'0'0'2142,"0"0"-581,0 0-112,0 0-54,0 0-472,0 0-275,0 0-613,0 0 0,0 0-1,-1 0 1,1 0 0,0 1-1,0-1 1,-1 0 0,1 0 0,0 0-1,0 0 1,0 0 0,-1 0-1,1 0 1,0 0 0,0 0-1,-1 0 1,1 0 0,0 0-1,0 0 1,-1 0 0,1-1-1,0 1 1,0 0 0,-1 0-1,1 0 1,0 0 0,0 0-1,0 0 1,0-1 0,-1 1 0,1 0-1,0 0 1,0 0 0,0-1-1,0 1 1,-1 0 0,1 0-1,0 0 1,0-1 0,0 1-1,0 0 1,0 0 0,0-1-35,-16-59 2140,3 4-1276,10 48-710,-7-22 265,-1 1 0,-1 0 0,-2 1 0,0 0 0,-9-10-419,22 36 331,1 2-105,0 0-119,0 0-46,0 0-61,0 0 19,0 10-104,2 15 118,1-1 1,1 0 0,2-1-1,0 1 1,2-1 0,0 0 0,5 6-34,-3-4 4,0 0 0,-2 1 0,-1-1 1,-1 2-1,-1-1 0,0 11-4,-5-32-1,1 9-9,0 0-1,-2 1 1,1-1 0,-2 0-1,-1 5 11,2-15-4,0 1-1,-1-1 1,1 0 0,-1 0-1,0 0 1,-1 0-1,1 0 1,-1 0-1,1 0 1,-1-1-1,0 0 1,0 1-1,-1-1 1,1 0-1,-1 0 1,1-1-1,-1 1 1,-1-1 4,-18 9-36,-1-1-1,-1-1 1,1-1 0,-1-1-1,0-1 1,-1-1 0,0-2 0,1-1-1,-1 0 1,-11-2 36,36 0 32,1 0-59,10 0-170,7 0 155,20 0 51,0-2 0,11-2-9,-33 2 8,-2-1 1,1 0-1,0-1 1,-1-1-1,1 0 0,-1-1 1,9-6-9,23-19-143,-35 24 50,0 0 0,0 0 0,0 1 0,1 0-1,8-3 94,-16 8-25,1 0-1,-1 0 1,0 1-1,1-1 1,-1 1-1,1 0 1,-1 0-1,0 0 1,1 1-1,-1-1 1,1 1-1,-1 0 1,0 0-1,0 0 1,1 0-1,-1 0 1,0 1-1,0-1 0,0 1 27,9 6 4,-1 0 0,0 1 0,0 0 0,2 4-5,-5-6 20,0 1 0,1-1-1,-1 0 1,2-1 0,4 3-20,-10-7 4,1 0 1,1 0-1,-1 0 1,0 0-1,0-1 0,1 0 1,-1 0-1,0 0 1,1-1-1,-1 0 1,1 0-1,-1 0 1,1 0-1,-1-1 0,0 0 1,1 0-1,-1-1 1,1 0-5,1-1 18,-1 0 1,1-1 0,-1 0-1,0 0 1,0 0-1,-1-1 1,1 0-1,-1 0 1,0 0 0,0-1-1,-1 0 1,3-3-19,1-4 15,1-1 1,-2-1-1,0 0 0,-1 1 1,-1-2-1,0 1 0,-1-1 1,0 0-1,-1 0 1,-1 0-1,0-13-15,-2 23-5,0 0 1,0 0-1,0 0 0,-1 0 0,0 0 1,0 0-1,0 0 0,-1 0 0,0 1 1,-2-5 4,1 6 12,0-1 1,-1 1 0,0 0 0,1 0 0,-2 1 0,1-1 0,0 1-1,-1 0 1,1 0 0,-1 0 0,0 1 0,0 0-13,-5-3 67,-1 1 0,0 0 0,0 1 0,0 1 0,0-1 0,0 2 0,0 0 0,-1 0 0,1 1 0,0 0 0,-1 1 0,1 0 0,0 1 0,0 0 0,0 1 0,0 0 0,0 1 0,0 0 0,1 1 0,0 0 0,0 0 0,0 1 0,1 1 0,-1 0-67,-21 27 101,29-32-335,1 0 1,0 0-1,0 0 1,1 0-1,-1 0 1,0 0-1,1 0 1,-1 0 0,1 0-1,0 1 1,-1-1-1,1 0 1,0 0-1,0 0 1,1 1-1,-1-1 1,0 0 0,1 0-1,0 1 234,8 6-4204,14-2-2015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31.5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1 388 7171,'0'0'2175,"0"0"-783,0 0 20,0 0-105,0 0-435,1-3-127,62-148 3354,-42 107-3636,1 2 0,3 1 0,1 1 1,8-7-464,-33 46-2,-1 0 1,1-1-1,0 1 1,0 0-1,0 0 1,0 0-1,0 0 1,0 0-1,1 0 1,-1 0 0,0 0-1,0 0 1,1 0-1,-1 0 1,0 1-1,1-1 1,-1 1-1,1-1 1,-1 1-1,1-1 1,-1 1-1,1 0 2,-1 0-8,0 1 0,0 0 0,0-1 0,0 1 0,-1 0 0,1-1-1,0 1 1,0 0 0,-1 0 0,1-1 0,0 1 0,-1 0 0,1 0-1,-1 0 1,1 0 0,-1 0 0,0 0 0,1 0 0,-1 0 0,0 0-1,0 0 1,1 0 0,-1 1 8,2 13-99,-1 1 0,0-1 0,-1 1 0,0 0 99,-1-5-22,-12 194 299,13-203-267,0 0-1,-1-1 0,1 1 0,0 0 0,0 0 0,0 0 1,0 0-1,0 0 0,1 0 0,-1-1 0,1 1 0,-1 0 1,1 0-1,0 0 0,-1-1 0,1 1 0,0 0 0,1 0-8,0-1 22,0 0 1,0 0 0,0 0 0,0 0 0,1-1 0,-1 1-1,0-1 1,1 1 0,-1-1 0,1 0 0,-1 0 0,0 0 0,1 0-1,0 0-23,7 0 87,1-1 0,-1 0 0,0 0 0,0-1 0,0 0 0,0 0 0,0-1 0,-1-1 0,1 0 0,-1 0 0,0-1 0,0 0 0,0 0 0,-1-1 0,0 0 0,0-1 0,0 0 0,-1 0 0,0 0 0,0-1 0,-1 0 0,0 0 0,4-8-87,-7 8-253,0 1-1,0-1 0,-1 0 1,0 0-1,0 0 0,-1 0 1,0 0-1,-1 0 0,1-4 254,-1 4-1074,-1-1 0,1 1 0,-1 0 0,-1-1 0,1 1 0,-2 0 0,1 0 0,-1 0 0,-1-1 1074,-23-33-8815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32.5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201 10 6627,'0'0'1601,"0"0"-238,0 0 163,0 0-320,0 0-339,4-8 76,-5 6 2900,-3 3-3833,0-1 0,0 1 0,0 0-1,0 0 1,0 0 0,0 0 0,0 1-1,0-1 1,0 1 0,1 0 0,-1 0 0,1 1-1,0-1 1,-1 1 0,0 1-10,-45 50 34,28-28 9,5-10-18,11-12-8,0 1-1,0 0 1,0 0 0,0 0 0,1 1-1,0-1 1,0 1 0,1 0-1,0 0 1,0 1 0,0-1 0,0 1-1,1-1 1,0 4-17,2-9-2,1 0-1,0 0 1,0 0-1,0 0 0,0 0 1,0 0-1,0 0 1,0 0-1,0-1 1,0 1-1,0 0 1,0 0-1,1-1 1,-1 1-1,0-1 1,0 1-1,1-1 0,-1 0 1,0 0-1,1 1 1,-1-1 2,41 9 89,-32-7-58,53 10 110,-36-8-51,1 1 0,-1 2 0,24 9-90,-48-15-9,0 0-1,-1 0 1,1 1 0,-1-1 0,0 1 0,1-1 0,-1 1 0,0 0 0,0 0 0,0 0 0,0 0 0,0 0-1,0 0 1,-1 1 0,1-1 0,-1 0 0,0 1 0,0 0 0,0-1 0,1 2 9,-1 0-33,0 1 0,-1 0 1,1 0-1,-1 0 0,0 0 1,0 0-1,0 0 0,-1-1 1,0 1-1,0 0 0,0 1 33,-3 7-63,-1 0-1,0 0 0,-1-1 1,0 0-1,-1 0 0,0 0 1,-7 8 63,0-3-39,0 3-50,-2-2 0,-17 17 89,32-34 64,1-1-18,3-5-78,12-17 28,2 1 0,0 1-1,1 0 1,1 1 0,0 1 0,2 1 0,0 1 0,1 1-1,1 0 5,-21 14 5,-1 0-1,1 1 0,0-1 0,0 1 0,-1-1 0,1 1 0,0 0 0,0 0 0,0 0 1,0 0-1,0 0 0,-1 0 0,1 0 0,0 0 0,0 1 0,0-1 0,-1 1 0,1-1 1,0 1-1,0 0 0,-1 0 0,1 0 0,-1 0 0,1 0 0,-1 0 0,1 0 0,0 1-4,5 5 86,0 0 0,0 1 0,-1 0 0,6 8-86,10 13 263,-14-22-98,-1-1 1,1 0-1,0-1 0,0 1 0,1-2 1,0 1-1,-1-1 0,2-1 0,-1 0 1,0 0-1,1 0 0,-1-1 1,1-1-1,0 0 0,-1 0 0,1-1 1,0 0-1,5-1-165,-12 1-16,-1 0 0,1 0-1,0 0 1,-1 0 0,1-1 0,-1 1 0,1-1 0,0 0 0,-1 0 0,0 0 0,1 0-1,-1 0 1,0 0 0,1-1 0,-1 1 0,0-1 0,0 1 0,0-1 0,0 0 0,0 0-1,-1 0 1,1 0 0,0 0 0,-1 0 0,0 0 0,1-1 0,-1 1 0,0-1 0,0 0 16,2-7-1149,-1 0 0,0 0 1,0 0-1,-1 0 0,-1 0 1,0-1-1,0 0 1149,0-22-6459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32.8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13686,'0'0'2113,"0"0"32,0 0-176,0 0-1729,0 0-240,0 0-352,7-15-1473,-7 15-2497,0 0-6002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48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134 174 5026,'0'0'2065,"0"0"-1174,0 0-360,0 0-83,-14 7 3341,14-6-3761,1 1 1,-1-1-1,0 1 1,1-1-1,0 1 1,-1-1-1,1 0 0,0 1 1,0-1-1,-1 0 1,1 0-1,0 1 1,0-1-1,1 0 1,-1 0-1,0 0 1,0 0-1,0-1 0,1 1 1,-1 0-1,0 0 1,1-1-1,-1 1 1,1-1-1,-1 1 1,1-1-1,-1 1 1,1-1-1,-1 0 0,1 0 1,-1 0-1,2 0-28,62 2 753,-49-3-679,-13 1-81,-1 0 1,1 0-1,0-1 1,-1 1-1,1-1 1,-1 1 0,1-1-1,-1 0 1,1 0-1,-1 0 1,0 0-1,1-1 1,-1 1 0,0 0-1,0-1 1,0 0-1,0 1 1,0-1-1,-1 0 1,1 0 0,0 0-1,-1 0 1,1-1-1,-1 1 1,0 0-1,0 0 1,0-1 0,1 0 6,-1-2-12,1-1 0,-1 1 0,0 0 0,0 0 0,-1-1 0,1 1 0,-1-1 0,-1 1-1,1 0 1,-1-1 0,0 1 0,0-1 0,-1-2 12,1 5 39,-1 0-1,0 0 0,0 0 0,0 0 0,-1 0 0,1 0 1,-1 0-1,1 1 0,-1-1 0,0 1 0,0 0 1,0 0-1,0 0 0,-1 0 0,1 0 0,0 1 0,-1 0 1,1-1-1,-1 1 0,1 1 0,-1-1 0,0 0 0,0 1-38,-7-2 81,-1 0 0,1 1 0,-1 1 0,1 0 0,-1 0 0,-10 2-81,14 0 48,0 1 1,1-1 0,-1 1-1,1 0 1,0 1-1,0 0 1,0 0 0,0 0-1,1 1 1,-1 0-1,-4 6-48,7-8 55,0 1 0,0 1 0,0-1 1,0 0-1,1 1 0,0 0 0,0 0 0,0 0 0,1 0 0,-1 0 0,1 1 0,1-1 0,-1 1 0,1-1 0,0 1 0,0 0 0,0-1-55,1-1 8,0-1 0,0 0 0,0 0 1,0 0-1,1 0 0,-1 1 0,1-1 0,0 0 1,0 0-1,0 0 0,0 0 0,1 0 0,-1-1 1,1 1-1,0 0 0,0-1 0,-1 1 0,2 0-8,1-1-11,-1 1-1,0-1 0,1 0 1,-1 0-1,1-1 0,0 1 1,-1-1-1,1 0 0,0 0 0,0 0 1,0-1-1,0 1 0,0-1 1,3 0 11,2 1-49,0-1 1,1 0-1,-1 0 1,0-1-1,0 0 0,0-1 1,0 0-1,-1 0 1,1-1-1,0 0 1,-1-1-1,8-4 49,-10 4-12,0 0-1,0-1 0,0 0 1,-1 0-1,0-1 1,0 0-1,0 0 0,-1 0 1,0 0-1,0-1 0,0 1 1,-1-1-1,0 0 1,-1 0-1,1 0 0,-1-1 13,1-5-70,-1 0-1,0 0 0,-1 0 1,-1 0-1,0-11 71,0 10-71,-1 13 96,1-1 0,-1 1-1,0-1 1,0 1 0,0-1 0,0 1-1,0-1 1,0 1 0,0 0 0,0 0 0,-1 0-1,1 0 1,0 0 0,-1 0 0,1 0-1,-1 0 1,1 0 0,-1 1 0,1-1-1,-1 0 1,0 1 0,1 0 0,-1-1-1,1 1 1,-1 0 0,0 0 0,0 0-1,1 0 1,-1 0 0,-1 0-25,-4 0 124,0-1 0,0 1 0,0 1 0,0-1 0,0 1 1,0 1-1,-3 0-124,6 0 25,0 0 1,-1 1-1,1-1 1,1 1-1,-1 0 1,0 0 0,1 1-1,-1-1 1,1 1-1,0-1 1,0 1-1,1 0 1,-1 0 0,1 0-1,-2 4-25,1-1 31,0 0 0,0 1 0,0-1 0,1 1 0,0 0 0,1 0-1,0-1 1,0 1 0,0 2-31,1-9 16,0-1-50,0 0-28,0 0 73,0 0-19,0 0 32,0 0 19,0 0-6,0 0 3,0 0-3,0 0 51,0 0-24,0 0-26,0 0 50,0 0 37,0 0 6,0 0-32,0 0 18,0 0-13,0 0-40,0 0 16,0 0 11,0 2-57,0-1-15,0-1-30,0 0 25,0 0-14,0 0 13,0 0-24,0 0 38,0 0 29,-28 9-483,4-9-3117,-1 0-3279,14 0 2141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1:50.7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198 533 2497,'0'0'1660,"0"0"-561,0 0-16,0 0-83,0 0-263,0 0-92,0 0 201,0 0-51,0 0-104,0 0 80,0-5 710,0-16-1113,-1-14-41,2-1 0,1 1 0,2 0-1,6-26-326,-3 25 208,-7 35-157,0 1 109,0 0-37,0 0-33,0 0 4,0 0-49,0 0-10,0 3 2,0 418 1943,0-421-1943,0 0 11,0 0-29,0 0-24,0 0 23,0-13 70,-13-413 585,13 409-548,-5 120-78,-4 0-1,-14 55-46,21-151 10,0-9 14,-2-20 52,-2-31 33,4-268 262,4 160-246,-2 161-114,-2 1-19,1 0 0,-1 0 1,1 0-1,-1 0 0,1 0 0,0 0 0,0 1 0,-1-1 1,1 1-1,0-1 0,0 1 0,0-1 0,0 1 8,-2 2-7,-37 51 48,3 2 0,-20 40-41,103-174 41,-3 6 132,25-57-173,-98 182-49,-2-2 1,-5 4 48,16-25-18,5-13 13,14-16 8,0 0-1,0 0 0,0 0 1,0 0-1,1 0 1,-1 0-1,1 1 1,-1-1-1,1 1 1,0-1-1,0 1 1,0-1-1,0 1 1,0-1-1,1 2-2,0-4-37,0 0 5,0 0 10,0 0-15,2-23-3,9-6 35,1 1 0,2-1 0,1 2 0,0 0 0,3 1 0,2-3 5,-2 3-2,-18 26 2,0-1 0,0 1 1,1 0-1,-1-1 0,0 1 0,1-1 0,-1 1 1,0-1-1,1 1 0,-1 0 0,0-1 0,1 1 1,-1 0-1,1-1 0,-1 1 0,1 0 1,-1 0-1,1-1 0,-1 1 0,1 0 0,-1 0 1,1 0-1,-1 0 0,1-1 0,-1 1 0,1 0 1,-1 0-1,1 0 0,0 0 0,-1 0 0,1 1 1,-1-1-1,1 0 0,-1 0 0,1 0 1,-1 0-1,1 1 0,-1-1 0,1 0 0,-1 0 1,1 1-1,-1-1 0,0 0 0,1 1 0,-1-1 0,14 18 1,-13-16-6,17 32-10,-1 0-1,-2 1 0,1 9 16,16 34 159,-32-77-182,-1-1 0,1 1 0,0 0 0,0 0 0,0 0 0,-1-1-1,1 1 1,0 0 0,-1-1 0,1 1 0,-1 0 0,1-1 0,-1 1 0,1 0-1,-1-1 1,1 1 0,-1-1 0,0 1 0,1-1 0,-1 1 0,0-1-1,1 0 1,-1 1 0,0-1 0,0 0 0,1 0 0,-1 1 0,0-1 0,0 0-1,0 0 1,1 0 0,-1 0 0,0 0 0,0 0 0,0 0 0,0 0 23,-46 7-45,34-6-89,-138 10 951,159-14-800,1 0 0,0-1 0,-1 0 0,0-1 0,5-3-17,34-17-56,-143 24-515,95 1 662,1 0-9,0 0-44,2-8-762,4 5-3285,-4 2 3102,2 1-5371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76 230 6819,'0'0'1828,"0"0"-695,0 0-223,0 0-296,0 0-433,-4-12-106,-2-5 465,2-2-1,0 1 1,1 0-1,0-8-539,1 20 450,1 0 0,-1 0 1,1 0-1,-1 1 0,-1-1 0,1 1 0,-1-1 0,0 1 0,-2-2-450,2 2 302,0 1-1,0-1 1,1 1 0,-1-1-1,1 0 1,1 0-1,-1 0 1,1-1 0,-1 1-1,1 0 1,1-2-302,0 7 133,0 0 30,0 0-43,0 0 40,-4 28 894,4-15-975,0 0 1,1 0-1,0-1 1,1 1-1,0 0 0,1-1 1,0 1-1,1-1 0,1 0 1,0 0-1,0-1 1,5 7-80,50 80-19,-60-95 1135,0 0-4233,0-2-7571,-6-11 2991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2.9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58 221 448,'0'0'875,"0"0"-162,0 0-57,0 0 104,0 0 17,-5-7 263,1 3-444,-19-20 369,-2 16 7812,78 6-5476,-1-1-1,25-7-3300,0-4 1265,29-10-1265,71-29-1036,8-11 1036,-174 58 887,-8 5-2630,-8 3-8932,-15 11 6172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86 132 3169,'0'0'3234,"0"0"-1388,0 0-205,0 0 136,0 0-555,-15 4-486,-41 13-56,42-13-80,14-4 142,8 0 525,8 0-1132,0-1-1,1 0 1,-1-2-1,0 1 1,0-2-1,0 0 1,0-1-1,-1-1 1,0 0-1,5-3-134,35-20 74,-16 7-69,2 1 1,0 3 0,23-7-6,-61 25 2,-2 0-39,-1 0-86,0 0-232,0 0-693,0 0-1124,0 0-1621,0 0-1492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3.9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 2945,'0'0'2703,"0"0"-1372,0 0-106,0 0 165,0 0-419,0 0-941,-1 0 1,1 0-1,0 0 0,-1 0 1,1 0-1,0 0 0,-1 0 1,1 0-1,-1 0 0,1 0 1,0 0-1,-1 0 0,1 0 1,0 0-1,-1 0 0,1 0 1,0 0-1,-1 0 0,1 0 1,0 1-1,-1-1 0,1 0 1,0 0-1,-1 0 1,1 1-1,0-1 0,0 0 1,-1 0-1,1 1 0,0-1 1,0 0-1,-1 1 0,1-1 1,0 0-1,0 1 0,0-1 1,0 0-1,-1 1 0,1-1 1,0 0-1,0 1 0,0-1 1,0 0-1,0 1 0,0-1 1,0 0-1,0 1 0,0-1-29,-5 20 620,1-1 1,1 1 0,1 0-1,0-1 1,2 12-622,-1-7 512,0 204 2604,0-228-3143,1 1 1,0-1-1,0 1 1,0-1-1,0 0 1,0 1-1,0-1 1,0 1-1,-1-1 1,1 1-1,1-1 1,-1 0-1,0 1 1,0-1-1,0 1 0,0-1 1,0 0-1,0 1 1,0-1-1,1 1 1,-1-1-1,0 0 1,0 1-1,0-1 1,1 1-1,-1-1 1,0 0-1,1 0 1,-1 1-1,0-1 1,1 0-1,-1 1 0,0-1 1,1 0-1,-1 0 1,0 0-1,1 1 1,-1-1-1,1 0 1,-1 0-1,1 0 1,-1 0-1,0 0 1,1 0-1,-1 0 1,1 0-1,-1 0 1,1 0-1,-1 0 0,0 0 1,1 0-1,-1 0 1,1 0 26,0-18-6624,-1-10 266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5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258 498 224,'0'0'864,"0"0"353,-15-29 130,-48-90-221,58 112-601,1 0-1,0 0 1,0-1-1,1 1 1,0-1-1,0 0 0,1 0 1,0 1-1,1-2 1,-1 1-1,1 0 1,1 0-1,0-8-524,0-1 2835,0 16-1950,0 1 30,1 20 868,1-1-1312,1-1 1,1 0 0,1 0 0,0 0 0,2 0-472,13 50 938,28 178 1394,3 113-2332,-68-497-214,-19-84-509,-1-121 723,33 291-13,-18-193 37,22 245-21,0-1-1,0 0 1,0 0 0,0 1-1,0-1 1,0 0 0,0 1-1,0-1 1,0 0 0,0 0-1,0 1 1,-1-1 0,1 0-1,0 1 1,-1-1-1,1 1 1,0-1 0,-1 0-1,1 1 1,-1-1 0,1 1-1,-1-1 1,1 1 0,-1-1-1,1 1 1,-1-1 0,1 1-1,-1-1-2,-12 13-92,-7 29-31,-114 348 352,164-501-320,-19 81 80,69-209 38,-79 239-36,-1-1-1,1 1 1,0 0-1,-1 0 0,1 0 1,0 1-1,0-1 0,-1 0 1,1 0-1,0 0 1,0 0-1,0 1 0,0-1 1,0 1-1,0-1 0,0 0 1,0 1-1,0 0 0,1-1 1,-1 1-1,0 0 1,0-1-1,0 1 0,0 0 1,1 0-1,-1 0 0,0 0 1,0 0-1,0 0 1,0 0-1,1 1 0,-1-1 1,0 0-1,0 1 0,0-1 1,0 1-1,0-1 10,44 20-364,4 12 326,-1 3 0,-2 1-1,19 22 39,-61-54-10,-1 0 0,1 0-1,-1 1 1,0 0 0,0-1-1,0 1 1,1 4 10,-3-8 0,0 1 0,-1-1 0,1 0 0,-1 1 0,1-1 1,-1 1-1,1-1 0,-1 1 0,0-1 0,0 1 0,0-1 0,0 0 0,0 1 0,0-1 0,0 1 0,-1-1 0,1 1 1,0-1-1,-1 1 0,1-1 0,-1 0 0,0 1 0,1-1 0,-1 0 0,0 0 0,0 1 0,0-1 0,0 0 1,0 0-1,0 0 0,0 0 0,0 0 0,0 0 0,0 0 0,-22 10 84,-1 0-1,0-1 1,-1-2-1,1 0 1,-1-2 0,-2 0-84,-8 2 192,1 2 0,0 1 0,-4 3-192,26-6-2676,15-5-1716,11-2-1015,14-1-1773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5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1 110 2065,'0'0'8033,"0"0"-4415,0 0-1738,0 0-196,0 0-777,23 1-664,8-1 4,0 0 0,0-2 0,-1-2 0,1 0 0,15-6-247,231-80 1267,-273 89-1904,-3 1-3437,-2 0-3594,-4 0 2669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6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234 0 4130,'0'0'2812,"0"0"-838,0 0-248,0 0-427,0 0-325,0 21-152,-2 68 1206,4 0-1,12 75-2027,-7-127 365,3 18 121,-2 0-1,-3 1 1,-1 6-486,-5-60-12,1 0-1,-1-1 1,1 1-1,-1 0 1,0-1-1,0 1 1,0-1-1,0 1 1,0-1-1,0 1 1,0-1-1,0 0 1,-1 0-1,1 0 1,0 1-1,-1-1 1,1 0-1,-1-1 1,0 1-1,1 0 1,-1 0-1,1-1 1,-1 1-1,0-1 0,0 1 1,1-1-1,-1 0 1,0 0-1,0 1 1,0-1 12,-64 5-100,57-4 90,-156-1 1178,204-1-1049,0-2 0,0-2 0,0-1 0,0-3 0,-1 0 0,0-3 0,5-3-119,-26 12 79,5-3 373,-16-5-6914,-6-1 995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47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2 126 5138,'0'0'1756,"0"0"-654,0 0-201,0 0-266,0 0-48,0-1 6346,-1-3-3568,1-25-3301,2 24-55,1 0 0,0 0-1,0 0 1,0 1 0,1-1-1,0 1 1,-1 0 0,2-1-1,-1 2 1,0-1-1,1 0 1,-1 1 0,1 0-1,0 0 1,0 1 0,1-1-1,-1 1 1,3-1-9,5-1-25,1 0-1,-1 1 1,1 0 0,-1 1 0,1 0-1,0 1 1,2 1 25,-7 0-5,1 0-1,0 1 1,-1 0-1,1 0 1,-1 1-1,1 1 1,-1 0-1,0 0 1,0 0 0,0 1-1,0 1 1,-1 0-1,0 0 1,0 0-1,0 1 1,0 0 0,-1 1-1,0-1 1,0 1-1,-1 1 1,0-1-1,0 1 1,-1 0-1,0 1 1,0 0 5,-2-2 39,0 1 0,0 0-1,0 0 1,-1 0 0,0 0 0,-1 0-1,0 1 1,0-1 0,-1 0 0,0 1 0,0-1-1,-1 0 1,0 1 0,-1-1 0,0 0 0,0 0-39,-2 4 34,0-1 1,-1 0 0,0 0 0,-1 0-1,0-1 1,0 0 0,-1 0 0,-1 0 0,0-1-1,-5 5-34,-30 26 128,23-22 362,1 0 1,1 0-1,1 2 0,-3 6-490,19-26 20,1 0-1,0 0 0,0 1 0,0-1 0,0 0 0,0 1 1,0-1-1,0 0 0,0 1 0,0-1 0,0 0 1,0 0-1,0 1 0,0-1 0,0 0 0,0 1 0,0-1 1,0 0-1,0 1 0,0-1 0,1 0 0,-1 0 0,0 1 1,0-1-1,0 0 0,0 0 0,1 1 0,-1-1 1,0 0-1,0 0 0,0 0 0,1 1 0,-1-1 0,0 0 1,0 0-1,1 0 0,-1 0 0,0 0 0,1 1 1,-1-1-1,0 0 0,0 0 0,1 0 0,-1 0 0,0 0 1,1 0-1,-1 0 0,0 0 0,1 0 0,-1 0 0,0 0 1,1 0-1,-1 0 0,0 0 0,1-1-19,25 2-87,-20-2 195,25-1 11,0-2 0,-1-1 1,0-2-1,0 0 1,-1-2-1,22-10-119,35-10 148,-81 26-124,-4 3 13,-1 0-21,0 0-45,0 0-99,0 0-176,0 0-545,-4-1-1050,-18-1-1743,-14-1-3348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3:56.6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569 4 5619,'0'0'1371,"0"0"-200,0 0-98,0 0-441,0 0-307,0 0 108,-3-1 7180,-10-1-6014,12 2-1610,1 0 38,0 0 5,0 0-51,0 0-16,0 0-5,0 0 40,0 0 75,0 0-51,0 0-56,0 0-21,0 0 66,0 0 19,0 0-11,0 0-45,0 0-26,0 0-4,0 0 68,-34 6-65,-4 10 28,20-9 30,1 0 0,-1 2 0,1 0 1,1 1-1,0 0 0,0 1 0,1 1 1,-10 10-8,16-12 26,0 1 0,0 0 1,1 0-1,1 0 0,0 1 1,1 0-1,0 1 0,1-1 1,0 1-1,1 0 0,0 0 1,1 1-1,0-1 0,2 1 1,-1 8-27,-13 91 290,10-86-161,-2 0 0,0-1 0,-2 0-1,-10 21-128,-4-9 6,18-33 19,1 1-1,1 0 0,-1 0 1,1 0-1,0 0 0,1 0 0,-2 4-24,-10 36 104,-20 37-104,21-52 24,1 0-1,1 1 1,1 0-1,2 0 1,2 1-24,-2 56 81,4 0 1,6 67-82,1-23 146,-3-79-133,2 0-1,3 0 1,9 35-13,8 21 79,17 38-79,-28-111-20,2-2 0,1 0 0,2 0-1,2-2 1,21 32 20,-9-23 29,41 66-60,-70-108 18,-1 1 0,1-1 0,-1 1 0,1-1 0,-1 1 0,1 0 0,-1-1 0,0 1 0,1 0 0,-1-1 0,0 1 0,1 0 0,-1 0 1,0-1-1,0 1 0,0 0 0,0 0 0,0-1 0,0 1 0,0 0 0,0 0 0,0-1 0,0 1 0,0 0 0,0 0 0,0-1 0,0 1 1,-1 0-1,1 0 13,-19-8-328,-26-26-87,11-4 341,1-2 1,2-1 0,-3-9 73,-7-8 9,10 2 175,31 56-178,0-1-1,0 0 1,0 0-1,0 0 1,0 0-1,0 0 1,0 0-1,0 0 1,0 0 0,0 0-1,0 0 1,0 0-1,0 0 1,0 0-1,0 1 1,0-1-1,0 0 1,-1 0 0,1 0-1,0 0 1,0 0-1,0 0 1,0 0-1,0 0 1,0 0-1,0 0 1,0 0 0,0 0-1,0 0 1,0 0-1,0 0 1,0 0-1,0 0 1,-1 0-1,1 0 1,0 0 0,0 0-1,0 0 1,0 0-1,0 0 1,0 0-1,0 0 1,0 0-1,0 0 1,0 0-1,0 0 1,0 0 0,0 0-1,-1 0 1,1 0-1,0 0 1,0 0-1,0 0 1,0 0-6,2 10 36,2-3-2,0 0-1,1-1 0,0 1 1,0-1-1,1 0 0,0-1 1,0 1-1,3 1-33,64 47 321,-33-25-303,14 17 129,-53-46-62,-1 0-40,0 0 27,0 0-37,0 0-32,0 0 18,-2-3-31,-1 0 1,1-1-1,0 1 1,-1 1-1,0-1 0,0 0 1,1 1-1,-1-1 1,-1 1-1,1 0 0,0 0 1,-2-1 9,-12-9-21,-134-142 112,150 153 10,1 1-16,0 0-21,0 0-18,0 0-30,3 9-2,0 0 1,1 0-1,0-1 1,1 1 0,0-1-1,1 0 1,-1-1-1,1 1 1,1-1-1,-1 0 1,3 1-15,15 13 88,0 0 0,20 11-88,-41-30-3,-1 0 1,1-1-1,-1 1 0,1-1 1,0 1-1,0-1 0,-1 0 1,1 0-1,0 0 0,0-1 1,0 1-1,0-1 0,2 1 3,-5-1-21,1 0 19,-1 0 1,0 0-1,0 0 1,1 0-1,-1 0 0,0 1 1,1-1-1,-1 0 1,0 0-1,0 0 1,1 0-1,-1 0 0,0 0 1,1 0-1,-1 0 1,0 0-1,0 0 1,1 0-1,-1-1 0,0 1 1,1 0-1,-1 0 1,0 0-1,0 0 1,1 0-1,-1 0 0,0-1 1,0 1-1,0 0 1,1 0-1,-1 0 1,0-1-1,0 1 0,0 0 1,1 0-1,-1-1 1,0 1-1,0 0 1,0 0-1,0-1 0,0 1 1,0 0-1,0 0 1,0-1 1,11-12 32,-4-2-8,0 1-1,-2-1 1,0-1 0,0 1 0,-2-1 0,0 0 0,0-1-24,1-27 74,-2 0-1,-2 0-73,0 43 38,0 1-36,0 0-39,2 9 60,-1 1 0,0 0 0,-1 0 0,0-1 0,0 1 0,-1 0 0,0 0-1,-2 8-22,-24 78 157,18-70-121,-5 12-77,-5 15 58,14-21-5446,4-41-422,-5-15-2841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04.0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1 215 8116,'0'0'1672,"0"0"-738,0 0 67,0 0 34,0 0-502,0 0-381,8 3 78,5 2 46,0 0-1,-1 1 1,0 1 0,0 0-1,-1 1 1,0 0 0,0 0-1,-1 1 1,6 6-276,95 115 1100,-74-83-558,2-2-1,2-2 0,25 19-541,-64-60 4,1 0 0,-1 0-1,0 0 1,1 0 0,0-1 0,-1 1-1,1-1 1,0 0 0,0 0 0,0 0-1,0 0 1,0 0 0,0-1 0,0 1-1,0-1 1,0 0 0,2 0-4,-4-3 18,1 0 1,-1 1-1,0-1 1,0 0-1,-1-1 0,1 1 1,0 0-1,-1 0 1,0 0-1,0 0 1,0 0-1,0 0 0,0 0 1,-1-1-19,1-1 46,0-23 82,1-3-82,-1 0 0,-2 1-1,-1-1 1,-1 0 0,-1 1 0,-6-16-46,-7-5 20,-6-21 481,2-1 0,-8-59-501,28 126-429,1 8-290,-2 15-1350,2 27-2947,8-15-187,6-6-1456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05.0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1 126 3057,'0'0'5040,"0"0"-2852,0 0-977,0 0 40,0 0-512,5 14-219,54 118 1107,-33-79-751,-2 1 0,-3 1 1,7 27-877,-23-67-90,-4-28 15,-6-30-19,-5 22 55,-1 0-1,0 1 1,-1 0-1,-7-6 40,-17-31-32,26 42 51,2 0 0,0 0 0,1-1 0,0-1 0,1 1 0,1-1 0,1 0 0,0 0 0,2 0-1,-1 0 1,2-1 0,1-5-19,-1 19 18,1-1-1,0 1 0,0-1 0,1 1 1,0 0-1,-1-1 0,1 1 0,1 0 1,-1-1-1,1 1 0,-1 0 1,1 0-1,1-2-17,0 4-6,-1 0 1,0 0-1,1-1 1,0 1-1,-1 1 1,1-1-1,0 0 1,0 1-1,0 0 1,0-1-1,0 1 1,0 0-1,0 1 1,0-1-1,1 0 1,-1 1-1,0 0 1,3 0 5,11-2-77,0 1 0,0 0 0,1 2 0,-1 0 0,0 1 1,0 0-1,8 4 77,-21-5-32,0 0 0,1 0 0,-1 1 0,0 0 0,0 0 0,0 0 0,-1 0 0,1 1 0,0 0 0,-1-1 0,1 1 0,-1 1 0,0-1 0,0 0 0,0 1 0,-1-1 0,1 1 0,-1 0 0,0 0 1,0 0-1,0 0 0,-1 0 0,1 0 0,-1 1 0,0-1 0,0 0 0,-1 1 0,1-1 0,-1 1 0,0-1 0,0 2 32,1 4-6,-1-1 1,1 1-1,-2 0 0,0 0 1,0 0-1,0 0 0,-1-1 1,-1 1-1,0 0 0,0-1 1,-1 0-1,0 0 0,0 0 1,-1 0-1,0-1 0,-5 5 6,1 0 51,-1-1 1,0 0-1,-1-1 0,-1 0 0,1-1 1,-2 0-1,1 0 0,-1-2 0,-1 0 0,-12 6-51,25-14 110,27 0-188,209 0 1140,-234 0-939,-1 0-78,0 0-10,0 0-259,0 0 1,1 0-1,-1-1 1,0 1-1,0 0 1,1 0-1,-1-1 0,0 1 1,0 0-1,1-1 1,-1 1-1,0-1 1,0 1-1,0 0 0,1-1 1,-1 1-1,0 0 1,0-1-1,0 1 1,0-1-1,0 1 0,0 0 1,0-1-1,0 1 1,0-1-1,0 1 1,0-1-1,0 1 0,0 0 1,-1-1-1,1 1 1,0-1 223,0 1-882,0-9-5275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05.6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37 173 3730,'0'0'3497,"0"0"-1872,0 0-379,0 0-16,0 0-646,-3-21-432,-1-2 27,-19-103 2537,21 123 492,-1 13-2697,2 14-834,3-14 349,0 1 1,1-1-1,0 1 0,1-1 0,0 0 0,0 0 1,1-1-1,1 0 0,3 5-26,66 85 390,-14-20 1033,-54-71-768,-5-6-7025,-14-2-1708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18.1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486 0 7940,'0'0'1779,"0"0"-947,0 0 246,0 0-69,0 0-700,0 0-242,-35 1 7019,6 18-6865,1 1 0,1 1 1,0 1-1,2 2 0,1 0 0,0 2 0,2 0 1,1 2-1,2 0 0,0 2 0,2-1 1,2 2-1,0 1-221,-21 47 174,-23 79-174,48-123 14,2 0 0,2 1 0,1 0 0,2 1 1,1-1-1,2 1-14,1 54 26,-2-20 23,3 0 1,3 1-1,3-1 1,4 2-50,106 414 10,-115-480-12,24 75-32,4-1 0,3-2 0,36 61 34,-4-6-74,-59-116 70,-8-13-348,-25-20-271,24 13 628,-37-25-552,2-3 0,0-1 0,-29-32 547,29-1-141,38 63 250,0 1 67,0 0 40,0 0-24,11 3 83,17 11-205,0 0-1,-1 2 0,0 2 1,-2 0-1,0 2 0,-1 0 1,-1 2-1,-1 0 0,0 2 1,-2 0-1,10 18-69,-29-42 0,-1 0-1,0 1 0,0-1 1,1 0-1,-1 0 1,0 1-1,0-1 1,0 0-1,1 0 0,-1 1 1,0-1-1,0 0 1,0 0-1,0 1 1,1-1-1,-1 0 0,0 1 1,0-1-1,0 0 1,0 1-1,0-1 1,0 0-1,0 1 0,0-1 1,0 0-1,0 1 1,0-1-1,0 0 1,0 1-1,0-1 0,0 0 1,-1 1-1,1-1 1,0 0-1,0 1 1,0-1-1,0 0 0,-1 0 1,1 1-1,0-1 1,-17 1-108,-26-13-129,13-4 135,1-1 0,0-1 0,2-2-1,0-1 1,1-1 0,1-1 0,-21-26 102,40 40 359,14 9 108,13 9-239,74 59-84,-71-48-94,1-2 0,1 0 0,0-2 0,24 10-50,-49-25-11,-1-1-18,0-268-19,0 268 55,0-1-1,0 1 1,0 0 0,0 0 0,0-1-1,0 1 1,0 0 0,0 0-1,-1-1 1,1 1 0,0 0 0,0 0-1,0 0 1,0-1 0,0 1-1,-1 0 1,1 0 0,0 0 0,0 0-1,0-1 1,-1 1 0,1 0-1,0 0 1,0 0 0,0 0 0,-1 0-1,1 0 1,0 0 0,0-1-1,-1 1 1,1 0 0,0 0 0,0 0-1,-1 0 1,1 0 0,0 0-1,0 0 1,-1 0 0,1 0 0,0 1-1,0-1 1,-1 0 0,1 0-1,0 0 1,0 0 0,0 0 0,-1 0-1,1 0 1,0 0 0,0 1-1,0-1 1,-1 0 0,1 0 0,0 0-7,-14 13 173,2 12-160,1 0 0,2 1 0,0 0 0,2 1 0,1-1 0,1 1 0,0 8-13,5-32-485,-1 13 935,-1-12-2732,-3-9-4261,-4-20-1474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19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0 238 6979,'0'0'2564,"0"0"-1262,0 0-37,0 0-41,0 0-541,17 8 13,0-1-452,-4-2-42,-1 0-1,0 1 1,0 0 0,0 1-1,-1 0 1,0 1 0,-1 1-1,3 1-201,44 49 1899,26 35-1899,-25-26 710,11 5-710,-66-70 16,-1-1-12,-1-1 0,0 1 0,1 0-1,-1-1 1,1 0 0,0 1 0,0-1 0,-1 0 0,1 0 0,0 0 0,0 0 0,0 0-1,0-1 1,0 1 0,0 0 0,0-1 0,0 0 0,1 1-4,-3-1 56,0-57 297,-2 0 1,-2 0-1,-3 0 1,-4-2-354,-60-261 2190,71 315-2121,0 3-54,0 1 1,0 0 0,0 0-1,0 0 1,0 0-1,0 0 1,-1 0 0,1 0-1,0 0 1,-1-1-1,1 1 1,0 0 0,-1 0-1,1 0 1,-1 0-1,0 1 1,1-1 0,-1 0-16,0 0 16,1 1-83,0 0-229,0 0-192,0 6-1540,0 0 1302,0-1-444,0 0 0,0 0 0,0 0 0,1 1 0,0-1 0,0 0 0,0 0 0,1 0 0,1 4 1170,12 13-7267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20.0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0 131 8404,'0'0'2318,"0"0"-1040,0 0-117,0 0-329,0 0-338,8 17 170,-1-2-620,35 73 4335,17 60-4379,-58-144 33,0 0-1,0 1 0,1-1 0,0 0 1,0 0-1,0 0 0,0 0 0,1-1 1,-1 1-1,1 0 0,2 2-32,-4-6 72,-1 0 70,0 0-54,0 0 77,0-12 43,-2-9-170,-2 0 1,0 1-1,-1-1 1,0 1-1,-2-1 0,-1 2 1,0-1-1,-7-9-38,1-1 207,1-1 0,2 0 1,-1-5-208,3 1 194,5 24-128,1 0-1,0 0 0,1-1 1,0 1-1,1 0 0,0-1-65,1 11 8,0 1-29,0 0-8,0 0-1,12 0-23,1-1-3,-1 1 1,0 0 0,0 1-1,0 0 1,0 0-1,0 2 1,0-1 0,0 1-1,-1 1 1,1 0 0,-1 1-1,0 0 1,0 1 55,-1 0-102,-1 0 1,0 0-1,0 1 0,0 0 1,-1 1-1,0 0 1,2 4 101,-6-7-19,-1 0-1,0 0 1,0 0 0,0 0 0,0 1 0,-1-1 0,0 1 0,0 0-1,-1 0 1,0-1 0,0 1 0,0 0 0,0 0 0,-1 4 19,0-4-1,1 4 29,0 0-1,-1 0 0,-1 1 1,1-1-1,-2 0 1,1 0-1,-1 0 1,-1 0-1,0 0 0,0-1 1,-1 1-1,0-1 1,-1 0-1,1 0 0,-3 1-27,-10 18 317,-11 12 127,28-39-500,-1-1 0,1 0 1,0 0-1,0 0 0,0 1 0,-1-1 1,1 0-1,0 0 0,0 0 0,-1 0 1,1 1-1,0-1 0,0 0 0,-1 0 1,1 0-1,0 0 0,-1 0 0,1 0 1,0 0-1,0 0 0,-1 0 0,1 0 1,0 0-1,-1 0 0,1 0 0,0 0 1,0 0-1,-1 0 0,1 0 0,0-1 1,-1 1-1,1 0 0,0 0 0,0 0 1,0 0-1,-1 0 0,1-1 0,0 1 1,0 0-1,-1 0 0,1-1 0,0 1 1,0 0-1,0 0 0,0-1 0,0 1 1,-1 0-1,1 0 56,-5-16-5125,2-15-424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20.7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71 8004,'0'0'1579,"0"0"-522,0 0 351,0 0-135,0 0-481,-2-12 155,-5-35 216,6 36-79,1 11-159,0 0-108,0 0-142,4 16-534,1 1 1,1-1-1,0 0 1,1-1-1,1 1 0,1-1 1,0-1-1,1 0 1,0 0-1,8 7-141,6 11 288,-8-10-236,-7-11-21,-1 0 0,0 0 0,-1 1 0,0 0 0,-1 0 0,0 1 0,0 2-31,-5-13 2,-1 0 0,0 0 0,0 0-1,1 0 1,-2 0 0,1-1 0,0 1 0,0 0-1,0 0 1,-1 0 0,1 0 0,-1 0 0,0-1-1,1 1 1,-1 0 0,0-1 0,0 1 0,0 0-1,0-1 1,0 1 0,0-1 0,-1 0 0,1 1-1,0-1 1,-1 0 0,1 0 0,-2 1-2,-46 24 220,40-22-110,6-6 766,7-7-631,123-131 400,-124 136-211,-1 2-3108,0 1-3927,-1 1-4428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2:44:28.76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2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0 257 1473,'0'0'3769,"0"0"-1066,0 0-518,0 0-51,0 0-408,0 0-362,0-9-164,2-15-145,-2 24-1028,0 0 0,1-1 0,-1 1-1,0 0 1,0 0 0,0 0 0,0 0-1,0 0 1,0 0 0,1 0 0,-1 0 0,0 0-1,0 0 1,0 0 0,0 0 0,0 0-1,1 0 1,-1 0 0,0 0 0,0 0-1,0 0 1,0 0 0,0 0 0,1 0 0,-1 0-1,0 0 1,0 0 0,0 0 0,0 0-1,0 0 1,0 0 0,1 0 0,-1 0-1,0 0 1,0 0 0,0 0 0,0 1 0,0-1-1,0 0 1,0 0 0,1 0 0,-1 0-1,0 0 1,0 0 0,0 1 0,0-1-1,0 0 1,0 0 0,0 0 0,0 0 0,0 0-1,0 1 1,0-1 0,0 0 0,0 0-1,0 0 1,0 0 0,0 0 0,0 1-1,0-1 1,0 0 0,0 0 0,0 0 0,0 0-1,0 0 1,0 1-27,17 58 1466,6 42-1011,85 313 1592,-74-306-2135,-30-160-334,-6 3 304,-2-1-1,-2 1 0,-12-47 119,-48-147-431,19 76 303,40 147 137,5 15-8,1 0 0,-1-1 0,1 1 0,-1 0 0,2-1-1,-1 1 1,0 0 0,1-2-1,14 21-53,-7-8 57,1-1 0,0 1-1,0-1 1,0 0 0,0-1 0,1 0 0,0-1 0,0 1-1,0-2 1,0 1 0,4-1-4,13 3 11,1-3 0,-1 0 0,17-1-11,-36-2 12,1 0 0,-1 0-1,0 0 1,1-1 0,-1 0 0,0 0 0,0-1 0,0 0 0,0-1 0,-1 1 0,1-1-1,-1 0 1,0-1 0,2-1-12,15-14 42,0-1 0,-2-2-1,0 0-41,36-37-358,-56 59 187,-1 30-704,0 17 784,-3-1 0,-1 1-1,-3-1 1,-1 0 0,-13 37 91,10-41 26,-16 43-95,24-158-208,3 14 214,2 0 0,5-14 63,-4 53-8,1 0 0,1-1 0,1 2 0,1-1 0,1 1 0,0 0 0,2 1 0,0-1 8,-9 18-2,0 0 1,-1 1-1,1-1 0,0 1 0,0-1 0,0 0 0,0 1 0,1 0 0,-1-1 0,0 1 0,0 0 0,1 0 0,-1-1 0,1 1 0,-1 0 0,1 0 0,0 1 0,-1-1 0,1 0 0,0 0 0,-1 1 0,1-1 0,0 1 1,0 0-1,0-1 0,0 1 0,-1 0 0,1 0 0,0 0 0,0 0 0,0 1 0,0-1 0,-1 0 0,1 1 0,0 0 2,2 1-5,0 0-1,-1 0 1,0 1-1,1-1 1,-1 1 0,0 0-1,0 0 1,-1 0-1,1 0 1,-1 1 0,1-1-1,-1 1 1,0 0-1,0-1 1,0 2 5,13 32 86,-2 0 1,-1 1-1,-2 0 1,2 19-87,17 161 700,-19-122-164,21 84-536,-28-169-2589,-2 4-6369,-1-15 154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2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169 361 6915,'0'0'2070,"0"0"-397,0 0 176,0 0-235,-1-30-171,-1 5-1070,0-33 1727,-4 0 0,-7-34-2100,12 85 294,-1-1-1,1 0 1,-1 1-1,-1-1 1,1 1-1,-1 0 0,-1 0 1,1 0-1,-1 0 1,-1 0-1,1 1 1,-5-5-294,6 82 248,7-43-167,1 0 1,2-1 0,0 1-1,2-1 1,2 1-82,-2-3-19,0 1-1,-1 1 1,-2 0 0,-1 0 0,2 21 19,-7-35-23,1-1-12,0 0 0,-1 0 1,-1 0-1,0 0 0,-2 8 35,2-16-16,-1 0 1,1-1-1,0 1 1,-1 0-1,0-1 0,0 0 1,0 1-1,0-1 1,-1 0-1,0 0 0,1 0 1,-1 0-1,0-1 1,0 1-1,0-1 0,0 1 1,-1-1-1,1 0 1,-1 0 15,-10 4-86,1 0 0,-2-1 0,1 0 0,-11 1 86,-28 9-9,64-13 101,-1-1 0,1 0-1,-1 0 1,1-1-1,0-1 1,1 0-92,47-16 122,-1-2 0,-1-3 0,0-2 0,37-23-122,-82 41 41,1-1 0,-1 0 0,0 0 1,-1-2-1,4-2-41,-20 11 78,0 0 0,1 1 1,-1-1-1,0 1 0,1 0 1,-1 0-1,1 0 1,-2 1-79,-137 90-273,141-91 387,-7 4-2805,8-12-1997,1-2 3931,0-17-4875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5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0 424 7668,'0'0'2254,"0"0"-400,0 0 67,0 0-286,0 0-583,0-5 5162,0-37-5938,1 24-270,0 1 0,0-1 0,2 1 0,0 0 0,1 0 0,1 0 0,1 0 0,0 1 0,1 0-1,1 0 1,0 1 0,1 0 0,0 0 0,2 1 0,0 0 0,0 1 0,1 0 0,1 1-1,0 0 1,0 1 0,1 1 0,1 0 0,0 1 0,0 0-6,-8 6-17,0 0 0,1 0-1,-1 1 1,1 0 0,-1 0 0,1 1 0,0 0 0,-1 0 0,1 0-1,6 2 18,-10-1-21,0 0-1,0 1 0,0-1 1,-1 1-1,1 0 0,0 0 1,0 0-1,-1 1 0,1-1 1,-1 1-1,1 0 0,-1 0 0,0 0 1,0 1-1,0-1 0,0 1 1,0 0-1,0-1 0,-1 1 1,1 0-1,0 3 22,7 12-35,0 0-1,-2 1 1,0 1-1,-1-1 1,-1 1 0,-1 0-1,-1 1 1,-1 0 35,3 32 15,-2 1-1,-3 26-14,-3-54 5,-1 0 0,-1-1 0,-1 1 0,-1-1 0,-1 0 0,-1-1 0,-1 1 0,-2-2 0,0 1 0,-1-2 0,-2 1 0,0-2 0,-5 5-5,-35 42 221,-3-2 1,-2-2-1,-19 11-221,44-40 371,47-32-379,20-2 202,0-2 1,0-2 0,-1 0 0,1-2-1,3-3-194,43-10 253,1 3 0,1 4-1,8 3-252,-36-1 45,-51 9-391,-1-1-1,1 1 1,-1-1-1,0 0 1,0 1-1,1-1 1,-1 0-1,0 0 1,0 0-1,0 0 1,0 0-1,0-1 1,0 1-1,0 0 1,0 0-1,-1-1 1,1 1-1,0 0 0,-1-1 1,1 1-1,-1 0 1,1-1-1,-1 0 347,13-42-5253,-11 35 3824,9-34-4216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5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0 294 7059,'0'0'2305,"0"0"-579,0 0 89,0 0-68,0 0-626,0 0-462,9 12-139,24 39 616,-3 1 1,2 13-1137,-26-54 117,6 11 76,0 0 0,2-1 0,0-1 0,2 0 0,0-1 0,1 0 0,17 13-193,-23-23 29,-1 0-1,1-2 1,0 1-1,1-1 1,0-1 0,0 0-1,1-1 1,-1 0-1,1-1 1,0 0-1,0-1 1,0 0 0,1-1-1,-1-1 1,5 0-29,-6-1 10,1 0 0,-1-1 0,1 0 0,-1-1 0,1 0 0,3-2-10,-10 1 0,0 1 0,0-1 1,0 0-1,0 0 0,-1-1 0,0 0 1,1 0-1,-1 0 0,-1-1 1,1 1-1,-1-1 0,1 0 1,-1-2-1,8-10-3,0 0 0,-2-1 0,0 0 1,-1-1-1,-1 0 0,-1 0 0,-1-1 0,0 0 1,1-17 2,1-15-161,-3-1 0,-2 1 1,-3-15 160,0 56 13,0 1 0,-2-1 1,1 1-1,-1-1 1,0 1-1,-1 0 0,-1 0 1,1 0-1,-2 0 0,1 0 1,-1 1-1,-1 0 0,0 0 1,0 0-1,0 1 0,-1 0 1,-1 0-1,1 1 0,-1 0 1,0 0-1,-1 1 0,0 0 1,0 0-1,0 1 0,-1 0 1,1 1-1,-1 0 0,0 0 1,0 1-1,-1 1 0,1 0 1,0 0-1,-1 1 0,0 0 1,-10 1-14,11-1 43,-1 1 0,1 1 0,-1 0 0,1 0 0,0 1 0,-1 0 0,1 1 1,0 0-1,0 1 0,1 0 0,-1 0 0,1 1 0,0 0 0,0 1 0,0 0 0,1 0 1,0 1-1,0 0 0,-5 7-43,3-4 39,1 0 1,0 1-1,1 0 1,0 1-1,0 0 1,2 0-1,-1 0 0,2 1 1,0 0-1,-3 11-39,3-6-516,2 2 0,0-1-1,1 0 1,1 0-1,0 1 1,2-1 0,1 11 516,6 3-4474,10-4-3026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7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30 120 10405,'0'0'3268,"0"0"-971,0 0 96,0 0-349,0 0-993,-7 6-627,2-2-395,-13 14 36,21-9-25,16-4 39,68 0 516,0-3-1,14-5-594,-79 2 23,72-7-389,-93 8 14,-1 0 51,0 0-182,-15-1-550,-96-13 1633,-104 1-600,213 13 398,2 0-123,10 0-72,251 0 63,-221-6-391,-25 2 778,-15 4-543,0 0 0,0 0 0,0 0 0,0-1-1,0 1 1,0 0 0,0 0 0,0 0 0,0 0-1,0 0 1,0 0 0,0 0 0,0 0 0,0 0 0,0 0-1,0 0 1,0 0 0,0 0 0,0 0 0,0-1 0,0 1-1,0 0 1,0 0 0,0 0 0,0 0 0,0 0-1,0 0 1,0 0 0,0 0 0,0 0 0,0 0-110,0 0-11,-1-1 24,1 1-1,-1-1 1,1 1-1,-1-1 1,1 1-1,-1-1 1,1 1-1,-1-1 1,1 1-1,-1 0 1,0-1-1,1 1 1,-1 0-1,0 0 1,1-1-1,-1 1 1,0 0-1,1 0 1,-1 0-1,0 0 1,1 0-1,-1 0 1,0 0-1,1 0 1,-1 0-1,0 0 1,0 0-1,0 1-12,0-1 26,1 0 0,-1 0 0,0 0 0,0 1 0,0-1 0,1 0 0,-1 0 0,0 0 0,0 0 0,1 0 0,-1-1 0,0 1 0,0 0 0,0 0 0,1 0 0,-1-1 0,0 1 0,1 0 0,-1-1 0,0 1 0,0-1 0,1 1 0,-1-1 0,1 1 0,-1-1-1,1 1 1,-1-1 0,1 0 0,-1 1 0,1-1 0,-1 0-26,2 0 20,0 0 0,1 0-1,-1 1 1,0-1 0,1 0-1,-1 1 1,0-1 0,1 1-1,-1-1 1,1 1 0,-1-1-1,1 1 1,-1 0 0,1 0 0,-1 0-1,1 0 1,-1 0 0,1 0-1,-1 0 1,1 1 0,0-1-20,3 0 67,-5 0-107,0 0 31,0 0 4,0 0 40,0 0 93,0 0-29,28 0-3760,-21-1 2737,-1 0 0,1-1 0,0 0 0,-1-1 0,0 0 0,0 0 0,1 0 0,-2 0 0,1-1 0,0 0 0,-1 0 0,3-4 924,12-7-3454,37-23-5967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7.7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1 452 4498,'0'0'3255,"0"0"-1121,0 0-176,0 0 155,0 0-392,16 9-224,36 26-568,-2 1 0,-2 3 0,-1 2 0,27 32-929,82 105 689,35 36 159,-137-161-605,-53-53-54,-1 0 9,0 0 55,0-23 163,0-1083 969,0 1106-1424,0 0 1,0 1-1,0-1 1,0 0-1,0 0 0,0 1 1,0-1-1,0 0 1,0 0-1,0 0 1,-1 1-1,1-1 1,0 0-1,0 0 0,0 1 1,0-1-1,0 0 1,0 0-1,-1 0 1,1 0-1,0 1 1,0-1-1,0 0 0,-1 0 1,1 0-1,0 0 1,0 0-1,0 0 1,-1 1-1,1-1 0,0 0 1,0 0-1,-1 0 1,1 0-1,0 0 1,0 0-1,-1 0 1,1 0-1,0 0 0,0 0 1,-1 0-1,1 0 1,0 0-1,0 0 1,-1 0-1,1-1 1,0 1-1,0 0 0,0 0 1,-1 0-1,1 0 1,0 0-1,0 0 1,0-1-1,-1 1 1,1 0-1,0 0 0,0 0 1,0 0-1,0-1 1,0 1-1,-1 0 1,1 0-1,0-1 39,-7 39-3903,2-1 0,1 1 0,2 4 3903,0 20-7174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8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0 119 8036,'0'0'1390,"0"0"-422,0 0 337,0 0 309,10 31-78,61 189 1066,-58-181-1893,79 257 2704,-88-367-3051,-10 25-485,-2 0 0,-2 1 0,-1 0 0,-3 0 0,-16-34 123,14 34-22,-7-17-61,7 23 100,3 0 0,1-1 0,-4-27-17,16 66 0,0-1 0,0 1 0,0 0 0,0 0 0,1-1 0,-1 1 0,0 0 0,1 0-1,-1 0 1,1-1 0,-1 1 0,1 0 0,0 0 0,-1 0 0,1 0 0,0 0 0,0 0 0,0 0 0,0 1 0,0-1 0,0 0 0,0 0 0,0 1 0,0-1 0,0 0 0,0 1 0,0-1 0,0 1 0,0-1 0,1 1 0,-1 0 0,0 0 0,0-1 0,1 1 0,-1 0 0,0 0 0,1 0 0,65-3-34,-41 3 26,257-3 13,-275 3-18,-1 0 0,0 1 0,0-1 0,1 1 0,-1 1 0,0 0 0,0 0 0,0 0 0,5 3 13,-9-3-23,0-1 0,0 1 1,-1 0-1,1 0 0,-1 0 0,0 0 0,1 1 0,-1-1 0,0 1 1,0-1-1,-1 1 0,1 0 0,0-1 0,-1 1 0,0 0 0,1 0 1,-1 0-1,-1 0 0,1 1 0,0-1 0,-1 0 0,1 0 0,-1 1 23,1 6-22,-1 0 0,0 0 0,0 0 0,-1 0-1,0 0 1,-1 0 0,0 0 0,-1-1 0,0 1-1,0-1 1,-1 1 0,0-1 0,-1 0 0,0-1-1,0 1 1,-1-1 0,0 0 0,-1 0 0,1-1-1,-1 0 1,-1 0 0,1-1 0,-1 1 0,-1-2 0,-2 2 22,-13 8 14,-1-1 0,0-1 1,-1-1-1,0-1 1,-19 4-15,45-15 4,-1 0 1,1 0 0,0 0-1,-1 0 1,1 0 0,0 0 0,0 0-1,-1 0 1,1 0 0,0 0 0,-1 0-1,1 0 1,0 0 0,0 1 0,-1-1-1,1 0 1,0 0 0,0 0 0,-1 0-1,1 1 1,0-1 0,0 0 0,0 0-1,-1 1 1,1-1 0,0 0 0,0 0-1,0 1 1,0-1 0,0 0-1,-1 0 1,1 1 0,0-1 0,0 0-1,0 1 1,0-1 0,0 0 0,0 1-1,0-1 1,0 0 0,0 0 0,0 1-1,0-1 1,0 0 0,1 1 0,-1-1-1,0 0 1,0 1 0,0-1 0,0 0-1,0 0 1,0 1 0,1-1 0,-1 0-1,0 0-4,22 15 5,34 5 20,26-3 77,-55-14-63,-1 2-1,1 1 1,-1 1-1,-1 1 0,0 2 1,0 0-1,22 13-38,-25-14-50,13-8-7635,-22-1 4212,19 0-3090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8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52 333 9925,'0'0'1624,"0"0"-975,-1-30 215,-5-223 1980,7 244-2306,-1 7-383,0 0 0,1 1-1,-1-1 1,0 1 0,0-1-1,0 0 1,0 1 0,0-1-1,0 0 1,-1 1 0,1-1-1,0 1 1,-1-1 0,1 1-1,-1-1 1,0 1-1,1-1 1,-1 1 0,0-1-1,0 1 1,0 0 0,0-1-1,0 1 1,0 0 0,-1 0-1,1 0-154,0 0 641,1 1-463,0 5-258,2 13 105,0 1-1,2-1 1,0 0 0,1 0-1,1 0 1,1 0-1,0-1 1,7 11-25,16 40 356,-23-48-261,46 130 370,-46-126-477,-1 1 1,-2-1-1,0 1 0,-2 0 0,0 9 12,-2-33-22,-1 0 0,0-1 0,0 1 0,1 0 0,-1 0 0,0 0 0,0 0 0,0-1 1,0 1-1,0 0 0,0-1 0,0 1 0,0-1 0,0 1 0,0-1 0,0 0 0,-1 1 0,1-1 0,0 0 0,0 0 0,-1 0 22,-32 7-141,28-6 82,-129 18-456,169-20 1392,-7 2-800,1-2 1,-1-1-1,10-2-77,6-7 255,-1-2-1,-1-2 1,24-13-255,-32 11-259,-33-12-7542,0 9 1342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39.5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9124,'0'0'4101,"0"0"-1954,0 0-396,0 0-68,0 0-531,37 2-218,243 11 734,119-13-44,-398 0-1349,-1 0-3,0 0-117,0 0 123,0 0-174,0 0 8,0 0-38,0 0 105,0 0-27,0 0-53,0 0 72,0 0-70,0 0 126,0 0-8,0 0 178,0 0-79,0 0 10,-4 0-430,1 0 1,-1 0 0,1 0-1,-1 1 1,1-1-1,-1 1 1,1 0 0,0 0-1,-1 0 1,0 1 101,-75 56-10330,51-43 736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0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0 523 8324,'0'0'1891,"0"0"-813,0 0 446,0 0 602,39 22-232,-39-22-1894,165 105 1651,-147-92-1410,-1 1-1,0 1 0,-1 0 0,-1 1 0,-1 1 0,0 0 0,-1 1 0,0 1-240,8 12 288,94 145 1089,4 6-419,-98-163-828,-21-19-117,1 0-1,-1 0 1,0 0-1,1 0 1,-1 0-1,0 0 1,1 0 0,-1 0-1,1 0 1,-1 0-1,0 0 1,1 0-1,-1 0 1,0 0 0,1 0-1,-1-1 1,0 1-1,1 0 1,-1 0-1,0 0 1,1-1 0,-1 1-1,0 0 1,0 0-1,1-1 1,-1 1-1,0 0 1,0-1 0,0 1-1,1 0 1,-1-1-1,0 1 1,0 0-1,0-1 1,0 1 0,0-1-13,5-47 611,-5 43-647,0-34 61,0-111-12,-7 0-1,-7-12-12,-7-45 333,8 0-1,10-19-332,3 225 18,0 1-76,0 0-156,0 0-247,0 3-582,0 126-10691,0-65 3699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0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126 123 6707,'0'0'2350,"0"0"-466,0 0 378,0 0-688,0 0-584,0 5-83,-3 371 5224,3-363-6054,1 1 0,0-1-1,1 0 1,1 1 0,0-1-1,1 0 1,0 0 0,5 9-77,-7-105 427,-10 29-547,-1 0 1,-4 0-1,-1 1 1,-18-39 119,1-3-168,-12-43 165,42 137 4,1 1 0,0 0 1,0 0-1,0 0 0,0-1 0,0 1 0,0 0 0,0 0 0,0-1 0,0 1 0,0 0 0,0 0 1,0 0-1,0-1 0,0 1 0,0 0 0,0 0 0,0-1 0,0 1 0,0 0 0,0 0 0,0 0 0,0-1 1,1 1-1,-1 0 0,0 0 0,0 0 0,0-1 0,0 1 0,0 0 0,1 0 0,-1 0 0,0 0 1,0 0-1,0-1 0,1 1 0,-1 0 0,0 0 0,0 0 0,0 0 0,1 0 0,-1 0 0,0 0 0,0 0 1,0 0-1,1 0-1,13 0-222,-9 1 175,11 1 29,-1 1 1,0 1 0,0 0 0,-1 1 0,1 1 0,11 5 17,88 52 60,-73-39-60,-3-3-44,0 1 0,-1 2 1,-2 2-1,0 1 0,14 17 44,-46-41-33,0 0 0,0 0 0,-1 0 0,1 1 0,-1-1-1,1 1 1,-1 0 0,0-1 0,0 1 0,-1 0 0,1 0 0,-1 1 0,0-1-1,0 0 1,-1 0 0,1 0 0,-1 1 0,0-1 0,0 0 0,0 1 0,0-1 0,-1 0-1,0 0 1,0 1 0,0-1 0,-2 4 33,0-1 6,-1 0 0,0 0 0,-1 0 1,0 0-1,0-1 0,0 0 0,-1 0 0,0 0 0,0-1 0,0 0 0,-1 0 0,0 0 0,-2 1-6,-264 138 1228,267-138-1879,9-4-2431,14 0-2548,-16-2 5578,34 0-8878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1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202 375 7027,'0'0'3495,"0"0"-736,0 0-54,0 0-661,0 0-791,0-30-471,0 27-767,0-61 759,-4 1 1,-10-60-775,11 100 110,2 15-24,0 0 0,0 0 0,-1 1 0,0-1 0,0 0 0,0 1 0,-4-7-86,5 14 33,1 0 1,0 1-1,0-1 1,0 0 0,0 1-1,0-1 1,0 0-1,0 1 1,-1-1-1,1 0 1,0 0-1,0 1 1,0-1-1,-1 0 1,1 0-1,0 1 1,0-1-1,-1 0 1,1 0-1,0 0 1,0 0-1,-1 1 1,1-1-1,0 0 1,-1 0-1,1 0 1,0 0 0,-1 0-1,1 0 1,0 0-1,-1 0 1,1 0-1,0 0 1,0 0-1,-1 0 1,1 0-1,0 0 1,-1 0-1,1 0 1,0 0-1,-1 0 1,1 0-1,0-1 1,-1 1-1,1 0 1,0 0-1,0 0 1,-1-1-1,1 1 1,0 0 0,0 0-1,-1 0 1,1-1-1,0 1 1,0 0-1,0 0 1,0-1-1,-1 1 1,1 0-1,0-1-33,-1 34 224,1-29-295,1 38 115,3 1 0,1 0 0,3-1 1,1 0-1,11 30-44,48 184 283,-67-252-313,0 1 1,0-1 0,-1 0-1,1 1 1,-1-1 0,0 1-1,0-1 1,0 1 0,-1-1-1,0 1 1,1-1 0,-2 0-1,1 1 30,0-3-30,-1 1-1,0-1 1,1 1-1,-1-1 0,0 0 1,0 0-1,-1 0 1,1 0-1,0-1 0,-1 1 1,1 0-1,-1-1 0,1 0 1,-1 0-1,0 1 1,1-2-1,-1 1 0,0 0 1,-2 0 30,-57 13-172,0-3 0,-27 1 172,142-12 641,59-2-418,-69-5 176,0-2 0,3-3-399,71-15-1127,-35 20-8703,-68 7 1266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2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0 122 10213,'0'0'2523,"0"0"-1170,0 0 491,0 0-665,0 0-782,26 0 361,1 1-524,31 0 905,1-3-1,0-2 1,31-7-1139,-38 0 605,0-3 1,-1-1 0,44-21-606,-94 36-694,-2-3-3656,-12-7 1609,-19 1-1237,-13 0-1126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2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0 125 1681,'0'0'6803,"0"0"-4143,0 0-1342,0 0 176,0 0-395,38 0-40,4 2-721,-9-1-31,0-1 0,0-1 0,0-2 0,0-1 0,-1-1 0,6-4-307,115-39 1398,-45 12-1148,-103 30-6330,-4 2 4215,5-8-4241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2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1 540 10069,'0'0'776,"0"0"-440,0 0 232,0 0-15,7 36 252,23 117 238,-26-129-633,2 0-1,0 0 1,2 0-1,0-1 0,2 0 1,0-1-1,2 0 0,0 0 1,2-1-1,0-1 0,10 11-409,-13-21 78,0 0-1,1 0 1,-1-1 0,2 0-1,-1-1 1,1-1-1,1 0 1,-1-1-1,1 0 1,0-1-1,0-1 1,1 0 0,-1-1-1,1 0 1,0-1-1,0-1 1,11 0-78,-4 0 19,0-2 1,-1 0 0,1-1-1,0-1 1,-1-1 0,17-5-20,-27 5-4,1-1 0,0 0 0,-1-1 0,0 0 1,-1-1-1,1 0 0,-1 0 0,0-1 0,-1-1 0,0 0 1,0 0-1,2-4 4,2-4-1,-1-1 0,-1 1 0,0-2 0,-1 0-1,-1 0 1,-1-1 0,-1 1 0,0-2 0,-2 1 0,0-1 0,0-9 1,2-35-148,-3 0 1,-3 0-1,-2-4 148,0 61-23,0-19-41,-2 0 1,0 1-1,-2-1 0,-1 0 0,-2 1 0,0 1 0,-2-1 0,0 1 0,-2 1 1,-1 0-1,0 0 0,-2 2 0,-1 0 0,-1 0 0,0 2 0,-2 0 0,-5-3 64,16 16 37,-1 1-1,0 1 0,-1 0 0,1 0 0,-1 1 0,0 0 0,0 1 0,-1 0 0,1 0 0,0 1 0,-1 0 0,0 1 0,1 1 0,-1-1 0,0 2 0,1-1 1,-1 2-1,1-1 0,-1 1 0,1 1 0,0 0 0,0 0 0,0 1 0,0 1 0,0-1 0,1 2 0,0-1 0,0 1 0,-7 7-36,-12 13 243,1 2 0,2 0-1,1 2 1,1 1-1,2 1 1,1 1 0,2 0-1,1 2 1,1 0 0,2 0-1,2 2 1,1-1 0,2 2-1,1-1 1,3 1-1,0 0 1,3 0 0,1 1-1,4 32-242,-1-63 94,0-1 0,0 0 0,1 1-1,0-1 1,1-1 0,0 1 0,0 0-1,0-1 1,1 0 0,0 0 0,0 0-1,0 0 1,1-1 0,0 0 0,5 4-94,-10-9 23,-1 2-260,1 1 0,0-1-1,-1 0 1,0 1-1,1-1 1,-1 0 0,0 1-1,0-1 1,0 1 0,0-1-1,-1 0 1,0 2 237,1 5-1626,-4 15-3504,-13 3-3533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5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0 294 6435,'0'0'2326,"0"0"-648,0 0-26,0 0-57,0 0-530,0 0-385,3 3 203,-3-2-786,0-1-1,0 1 1,1-1-1,-1 0 1,0 1-1,0-1 1,1 0-1,-1 1 1,1-1-1,-1 0 1,0 0-1,1 1 1,-1-1-1,0 0 1,1 0-1,-1 1 1,1-1-1,-1 0 1,1 0-1,-1 0 1,1 0-1,-1 0 1,0 0-1,1 0 1,-1 0-1,1 0 1,-1 0-1,1 0 1,-1 0-1,1 0 1,-1 0-1,1 0 1,-1-1-1,0 1 1,1 0 0,-1 0-1,1 0 1,-1-1-1,0 1 1,1 0-1,-1-1 1,0 1-1,1 0 1,-1-1-1,0 1 1,1 0-1,-1-1 1,0 1-1,0 0 1,1-1-1,-1 1 1,0-1-1,0 1 1,0-1-1,0 1 1,0-1-1,0 1 1,1 0-1,-1-1 1,0 0-97,15-46-431,-5 13 730,-2 15-300,0 0-1,1 1 1,1 0 0,1 1 0,1 0 0,13-15 1,-20 26-14,1 0 0,0 0-1,0 0 1,0 1 0,1 0 0,0 0 0,0 1 0,0 0 0,0 0-1,1 1 1,0-1 0,0 2 0,0-1 0,0 1 0,0 0 0,0 1-1,0 0 1,5 0 14,-2 1-11,2 0 0,0 0 1,0 1-1,-1 0 0,6 2 11,-13-2-16,0 0 0,-1 1 1,0 0-1,1 0 0,-1 0 0,0 0 0,0 1 0,0-1 0,0 1 0,-1 0 0,1 0 0,-1 1 0,3 2 16,2 4-31,0 1 0,-1 1 1,0 0-1,-1-1 0,0 2 1,-1-1-1,0 1 0,-1 0 1,0 0-1,-1 0 0,-1 0 0,1 4 31,0 17-20,-1 0-1,-1 1 1,-2-1-1,-3 11 21,1-26 15,-1 1 1,-1-1-1,0 0 1,-2 0-1,0-1 1,-1 0-1,-1 0 0,-1-1 1,-10 15-16,-5 4 74,-2-1-1,-2-1 1,-30 29-74,-10-10 94,13-11 842,55-41-611,5-1-114,49 2 3,0-3 1,0-2-1,0-2 0,0-3 1,-1-2-1,12-5-214,-12-5 169,-37 14-116,0 0 0,1 0 1,-1 2-1,1 0 0,0 1 0,0 0 1,5 1-54,-20 1-324,1 0 0,-1 0 0,0 0 0,0 0 0,0 0 0,0 0 0,0 0 0,0 0 0,0-1 0,-1 1 1,1 0-1,0-1 0,-1 1 0,1 0 0,-1-1 0,1 1 0,-1-1 0,1 0 324,11-38-4239,-9 29 3018,2-9-739,0-1 0,-2 0 0,1-14 1960,1-65-1055,3-27 7958,-5 138-2812,13 24-3178,3 8-701,-9-17 141,1-1 0,1-1 0,1 1 0,1-2 0,1 0 0,12 13-353,-19-27 64,0-1-1,0 0 0,1-1 0,0 1 1,0-2-1,0 1 0,1-1 0,0-1 0,0 0 1,1 0-1,0-1 0,-1 0 0,1-1 1,1 0-1,-1-1 0,0 0 0,5-1-63,-10 0 22,1-1 0,0 0-1,-1 0 1,1 0 0,-1-1-1,1 0 1,-1 0 0,1-1-1,-1 0 1,0 0 0,1 0 0,-1-1-1,2-1-21,2-3 47,0 0-1,0-1 0,-1 0 1,0-1-1,-1 0 1,7-8-47,-2 1-32,-1-1 1,0 0-1,-1 0 1,-1-1-1,0 0 1,-1-1 0,-2 0-1,0-1 1,0 1-1,-2-1 1,-1-1 0,0 1-1,-2 0 1,0-1-1,-1 0 1,-1 1-1,-1-1 1,-1 0 31,0 10 9,-1 0 0,0 0 0,0 0 0,-1 0 0,-1 1 0,0-1 0,0 1 0,-1 0 0,0 1 0,-1-1 0,0 1 0,0 1 0,-1-1 0,0 1 0,-4-3-9,2 3 77,1 1-1,-1-1 1,0 2 0,0-1-1,-1 1 1,0 1 0,0 0-1,0 1 1,-1 0 0,0 0-1,1 1 1,-1 1 0,0 0 0,-5 0-77,4 2 116,0-1 1,0 2 0,0 0 0,0 0 0,0 1-1,-7 3-116,13-3 22,1 1 0,-1 0 0,1 0 0,0 0 0,0 1-1,0 0 1,0 0 0,0 1 0,1-1 0,0 1-1,0 0 1,1 1 0,-2 0-22,-3 8-12,-1-1 0,2 1 0,0 0 0,0 1 0,2 0 0,0 0 0,0 0 0,2 1 0,0 0 0,-1 6 12,2-5-1003,2 0-1,-1 0 0,2 0 1,0 0-1,1 0 1,1 3 1003,-2-18-402,1 0 1,-1-1 0,0 1 0,1 0 0,-1-1 0,1 1 0,-1-1 0,1 1-1,0-1 1,-1 1 0,1-1 0,0 1 0,0-1 0,0 1 0,0-1 0,1 0-1,-1 1 402,32 10-11066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5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12806,'0'0'2721,"0"0"-2001,0 0 833,0 0 176,0 0-721,203 12-255,-141-12-465,-18 0-160,-14 0-96,-13 0-64,-10 0-192,0-3-1153,3 0-1584,4-3-3426,6-12-3282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5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0 297 10597,'0'0'862,"0"0"480,0 0 840,0 0-523,0 0-610,15 9-14,5 3-707,-1 1 0,0 0 0,-1 2 1,0 0-1,-2 1 0,2 3-328,273 335 1091,-291-353-1072,1 0-1,0 0 1,0 0 0,-1 0-1,1 0 1,0 0 0,0-1-1,0 1 1,0 0 0,0 0-1,1-1 1,-1 1 0,0 0-1,0-1 1,0 1 0,0-1-1,1 0 1,-1 1 0,0-1-1,1 0 1,-1 0 0,1 0-19,-1 0 16,0-1 1,0 1 0,0-1-1,1 1 1,-1-1-1,-1 0 1,1 1 0,0-1-1,0 0 1,0 0 0,0 0-1,0 0 1,-1 0-1,1 0 1,0 0 0,-1 0-1,1 0 1,-1 0 0,1 0-1,-1 0-16,4-11 99,0 0 1,-1-1-1,-1 1 0,2-10-99,-2 6 42,9-68 148,-4 0 0,-3 0 1,-7-66-191,2-74 549,7 177-421,-2 111-11778,-4-24 4623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6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5 4274,'0'0'4301,"0"0"-2818,0 0-341,0 0 1037,18 31-292,59 102-623,-50-85-36,-3 0 0,-2 2 0,-1 0 0,10 46-1228,-27-83 147,-65-79-345,31 28 170,2-1 1,1-1-1,2-2 0,2 0 0,-16-43 28,36 76 56,1-1 0,-1 1-1,2-1 1,0 0 0,0 0-1,0 0 1,2-8-56,0 17 6,0 0 0,0-1 0,0 1 0,0 0 0,1 0 0,-1-1 0,0 1 0,1 0 0,-1 0 0,1 1 0,-1-1 0,1 0 0,0 0 0,-1 1 0,1-1 0,0 1 0,-1-1 0,1 1 0,0 0 0,0 0 0,0 0-6,49-9-15,-47 9 19,87-7 20,0 4 1,7 5-25,-11-2-28,-84 0 6,1 0 0,-1 0 0,1 0 1,-1 0-1,0 1 0,1-1 0,-1 1 0,1 0 1,-1 0-1,0 0 0,0 0 0,0 1 0,1-1 0,-1 1 1,-1 0-1,1 0 0,0 0 0,0 0 22,-1 2-39,0-1-1,0 0 1,0 1-1,0-1 1,-1 1-1,1-1 1,-1 1 0,0 0-1,0-1 1,-1 1-1,1 0 1,-1 0-1,0 0 1,0-1 0,0 5 39,-1 1-24,0 1 1,-1 0 0,1-1 0,-2 0 0,0 1-1,0-1 1,0 0 0,-1 0 0,-1-1-1,1 1 1,-1-1 0,-1 0 0,0 0 0,0-1-1,0 1 1,-1-1 0,0-1 0,0 1 0,-1-1 23,-18 14 4,-2 0 0,0-2 0,0-1 0,-29 11-4,55-28 1,1 1 0,0-1 0,0 1 0,0-1-1,0 1 1,0-1 0,0 1 0,0-1 0,0 1 0,1 0-1,-1-1 1,0 1 0,0 0 0,0 0 0,1 0 0,-1 0-1,0 0 1,1 0 0,-1 0 0,1 0 0,-1 0-1,1 0 1,-1 0 0,1 0 0,0 0 0,0 0 0,0 0-1,-1 0 1,1 1 0,0-1 0,0 0 0,0 0 0,1 0-1,-1 0 1,0 0 0,0 0 0,1 0 0,-1 1-1,0-1 1,1 0 0,-1 0 0,1 0 0,-1 0 0,1 0-1,0-1 1,-1 1 0,1 0 0,0 0 0,0 0 0,0 0-1,0-1 1,0 1 0,0 0-1,5 4-2,0 0 0,0 0 0,1-1 0,-1 0 0,1 0 0,0 0 0,2 0 2,23 6 107,1-2 0,1-1 1,-1-1-1,1-2 0,21-1-107,37 6 672,-86-8-752,39 5 860,-16 1-3155,5-6-7200,-8-1 1523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6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17 249 14102,'0'0'1228,"-3"-30"-831,0 2-105,-5-74-668,5 14 3784,3 404-756,0-298-2542,1-1 0,1 0 0,0 0 0,1 0 0,1 0-1,1 0 1,0-1 0,1 1 0,1-1 0,0-1 0,1 0-110,-1-8 421,-6-6-3431,-1-1-3325,0 0-3891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9716,'0'0'4157,"0"0"-2540,0 0-625,0 0 147,0 0-672,30 5-147,4 1-210,-1 1 133,-1-2 1,1-1-1,-1-2 1,25-1-244,-36-3 301,0-1 1,1 0-1,-1-1 0,-1-2 1,14-5-302,-12 5 395,-12 4-915,-16 10-3291,6-7 3585,-15 12-7679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8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14 200 9396,'0'0'2423,"0"0"-964,0 0-362,6 32-38,-2-11-824,6 32 590,2 0 0,3-1 0,9 20-825,-11-37 557,1 0 0,3 0 0,0-1 0,22 28-557,-33-53 40,0 0-1,0-1 1,1 0 0,1-1 0,-1 1-1,1-1 1,1-1 0,-1 0 0,1 0-1,0 0 1,0-1 0,1-1 0,0 1-1,0-2 1,0 1 0,0-1 0,0-1-1,0 0 1,10 1-40,-11-2 5,0-1 1,-1 1-1,1-2 1,0 1-1,0-1 1,0 0-1,0-1 1,-1 0-1,1-1 1,-1 1-1,0-2 0,1 1 1,-1-1-1,-1 0 1,1-1-1,-1 0 1,1 0-1,-1 0 1,-1-1-1,1 0 1,-1-1-1,0 1 0,4-7-5,0 1-26,-1 0-1,0-1 0,-1 0 0,0 0 0,-1-1 1,-1 0-1,0 0 0,-1-1 0,2-7 27,-2-5-179,0 0 0,-1-1 0,-2 1 0,-1-28 179,-2 39-42,-1 0 0,-1 1 1,0-1-1,-1 1 1,-1 0-1,0 0 0,-1 0 1,0 1-1,-2 0 0,1 0 1,-2 1-1,0 0 1,0 0-1,-1 1 0,-3-2 42,-5-5 106,0 0-1,-2 1 0,0 0 1,-1 2-1,-1 1 1,-1 0-1,0 2 0,-20-9-105,33 18 163,0 0-1,0 1 1,-1 0 0,1 1-1,-1 0 1,1 1-1,-10-1-162,14 2 39,1 0 0,0 0-1,0 1 1,0 0 0,-1-1-1,1 2 1,0-1 0,0 1-1,0-1 1,1 1 0,-1 1-1,0-1 1,1 1 0,-1 0 0,1 0-1,0 0 1,-1 1-39,-12 17 55,0 1 0,1 1 0,1 1 0,1 0 1,2 0-1,0 2 0,1-1 0,2 2 0,-6 23-55,8-24 10,1 1-1,1-1 1,1 1 0,2 0-1,0 1 1,2-1 0,1 0-1,4 20-9,-4-42-145,1-1 0,-1 0 0,1 0 0,0 0 0,0 0 0,1 0 0,-1 0 0,1-1 0,0 1 0,0-1 0,0 0-1,0 0 1,1 0 0,-1 0 0,1 0 0,0-1 0,-1 0 0,2 1 145,5 2-1271,-1 0 1,1-1 0,1 0-1,-1 0 1,0-1-1,11 1 1271,33 1-7670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8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8212,'0'0'4594,"0"0"-3153,0 0-289,0 0 545,-10 195-865,10-143-336,0-6 353,0-3 271,0-3-463,0-7-161,0-8-480,0-4-32,0-12-512,3-6-673,8-3-1520,2 0-1953,11-30-2257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8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0 12438,'0'0'2049,"0"0"-835,-6 26 258,6-26-1472,-6 22 477,2-1 0,0 1-1,0 19-476,4-40 24,1 0-1,-1 1 1,0-1 0,0 1-1,1-1 1,-1 1-1,1-1 1,-1 0 0,1 1-1,-1-1 1,1 0 0,0 1-1,0-1 1,0 0-1,-1 0 1,1 0 0,0 0-1,1 0 1,-1 0-1,0 0 1,0 0 0,0 0-1,1 0 1,-1-1-1,0 1 1,1 0 0,-1-1-1,0 1 1,1-1 0,-1 0-1,1 1 1,-1-1-24,51 1 362,-37-2-213,8 0-10,-1-1 1,1-2-1,-1 0 0,0-1 0,0-1 0,-1-2 0,1 0 0,-2-1 0,3-2-139,32-12 192,-46 19-132,0 1 0,0 0 0,0 0 0,0 1 1,9-1-61,-16 3 11,1 0 0,-1 0 0,0 0 0,0 0 1,1 0-1,-1 0 0,0 1 0,0-1 0,0 1 0,0-1 1,1 1-1,-1 0 0,0 0 0,0 0 0,0 0 0,-1 0 1,1 1-1,0-1 0,0 0 0,-1 1 0,1 0 0,-1-1 1,1 1-1,-1 0 0,0 0 0,1-1 0,-1 1 0,0 1-11,7 16 48,0 1-1,-2 0 0,-1 0 0,0 0 0,-1 0 0,-1 1 0,-1 13-47,1 48 587,-4 28-587,-1-22 553,2 165 731,0-252-1432,-1 0 0,1 0 0,0 0 0,-1-1 1,1 1-1,0 0 0,-1 0 0,1-1 0,-1 1 1,0 0-1,1 0 0,-1-1 0,1 1 0,-1-1 1,0 1-1,0-1 0,1 1 0,-1-1 0,0 1 1,0-1-1,0 0 0,1 1 0,-1-1 0,0 0 1,0 0-1,0 1 0,0-1 0,0 0 0,0 0 1,0 0-1,1 0 0,-1 0 0,-1 0 148,-32-6-8259,14-11-788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9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40 13190,'0'0'3073,"0"0"-2256,0 0 768,0 0 95,0 0-767,244 0-289,-176-15-224,-7 6-176,-17 0-192,-10 3-32,-10 6-496,0 0-1505,3 0-2017,0 0-3537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9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1 205 13398,'0'0'3346,"0"0"-2146,0 0-527,0 0 559,0 0-368,200-9-463,-105-19-81,-10-5 112,-17-1-432,-21 13 0,-16-1-352,-18 10-417,-13-3-703,0 2-753,-6 7-1377,-32-6-1840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49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0 595 9396,'0'0'2959,"0"0"-1465,0 0-325,39-20-220,128-62-546,-167 82-402,124-53 225,-112 49-71,1 1 1,-1 0 0,1 0-1,-1 2 1,1-1 0,12 2-156,-24 0 22,1 1 0,-1-1 0,1 1-1,-1 0 1,1 0 0,-1 0 0,1 0 0,-1 0 0,0 0 0,0 0 0,1 0 0,-1 0 0,0 0 0,0 1 0,0-1 0,0 1 0,-1-1 0,1 0 0,0 1 0,0 0 0,-1-1 0,1 1 0,-1-1 0,0 1-1,1 0 1,-1-1 0,0 1-22,10 56 379,-9-47-246,3 24 141,-1-5-56,2 1 0,0-1-1,2-1 1,9 25-218,-13-46 12,0-1 1,0 0-1,1 0 0,0 0 0,0 0 1,1 0-1,0-1 0,0 0 0,0 0 1,1 0-1,0-1 0,0 1 0,0-1 1,0-1-1,1 1 0,0-1 0,0-1 1,0 1-1,1-1 0,6 2-12,0-1 58,0-1-1,-1 0 1,1-1-1,0 0 1,0-1 0,0-1-1,0 0 1,0-1-1,0-1 1,0 0-1,0-1 1,0 0 0,-1-1-1,1 0 1,-1-1-1,0-1 1,-1 0-1,1-1 1,-1 0-1,-1-1 1,1 0 0,-1-1-1,-1 0 1,1-1-1,-2 0 1,4-5-58,-1-1-9,-1 1 0,-1-1 0,0-1 1,-1 0-1,-1 0 0,-1-1 0,0 1 0,-1-2 1,-1 1-1,-1-1 0,-1 1 0,0-1 0,-1 0 1,-1 0-1,-1-1 0,-1 1 0,-1 0 0,0 0 1,-2-1 8,0-4 24,-1 1 0,-2 0 1,0 0-1,-2 0 0,0 1 0,-1 1 1,-1-1-1,-2 2 0,0 0 1,-1 0-1,0 1 0,-2 1 1,0 0-1,-1 1 0,-2 1-24,10 9 16,-1 0-1,0 1 1,0 0-1,-1 0 1,0 1-1,0 1 1,0 0-1,0 0 1,-1 1-1,0 1 1,1 0-1,-1 0 0,0 1 1,0 1-1,0 0 1,0 1-1,0 0 1,1 0-1,-1 2 1,0-1-1,1 1 1,-1 1-1,1 0 1,0 1-1,-3 2-15,-7 6-211,0 1 1,1 2-1,1 0 1,0 0-1,1 2 0,-9 13 211,-34 42-3620,-2 11 3620,33-44-1369,-24 34-5904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0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0 339 10085,'0'0'2243,"0"0"-274,25 26 448,-9-10-2014,18 19 275,-2 1 1,-1 2-1,-1 1 0,6 15-678,14 30 619,3-3 0,4-3 0,36 36-619,-90-109 9,1-1 0,-1 0 0,1 0 1,0-1-1,1 1 0,-1-1 0,0 0 0,1 0 0,0-1 0,0 1 0,0-1 0,0 0 0,0 0 0,0-1 0,0 1 0,0-1 0,1 0 1,-1-1-1,1 1 0,1-1-9,-7 0-6,1 0 1,-1 0-1,0 0 1,1-1 0,-1 1-1,0 0 1,1 0-1,-1 0 1,0 0 0,1-1-1,-1 1 1,0 0-1,1 0 1,-1-1 0,0 1-1,0 0 1,1 0-1,-1-1 1,0 1 0,0 0-1,0-1 1,0 1-1,1 0 1,-1-1 0,0 1-1,0 0 1,0-1-1,0 1 1,0 0 0,0-1-1,0 1 1,0 0-1,0-1 1,0 1 0,0 0-1,0-1 1,0 1-1,0 0 1,0-1 5,9-80-282,-4 0-1,-4 0 1,-4-22 282,1-22-7,6-82 1717,15-74-1710,-16 262-419,-2 40-4767,-1 23-1276,0 12-2592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1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18 157 5475,'0'0'2830,"0"0"-423,0 0 159,0 0-424,0 0-632,-3-4-506,-9-7-383,9 14-36,21 33 79,45 60 916,-5 2 1,30 73-1581,-77-152 73,-9-16-62,0-1 1,-1 1-1,1 0 1,-1 0-1,1 0 0,-1 0 1,0 0-1,0 0 1,-1 0-1,1 2-11,-1-4 59,0-1 10,0 0-2,0 0 127,-1-16-57,-5-2-263,-1 0 0,-1 0 0,0 1 0,-1 0 0,-10-14 126,-17-33-326,26 42 328,1-1-1,1 1 0,1-1 0,1-1 0,0 1 1,3-1-1,0 0 0,1 0 0,1-17-1,1 37-7,1-1 0,0 0 0,0 1 0,1 0 0,-1-1 0,1 1-1,0 0 1,0 0 0,1 0 0,-1 0 0,1 0 0,0 0 0,0 1 0,0-1 0,0 1 0,1 0-1,-1 0 1,1 0 0,0 0 0,0 1 0,0 0 0,0-1 0,0 1 0,0 1 0,3-1 7,17-8-79,1 1 1,0 1-1,25-4 79,-47 11-3,31-6-74,0 1 1,0 2-1,1 1 1,0 1-1,-1 2 1,1 2 76,-34-2-18,1 0-1,-1 1 1,0-1 0,1 1-1,-1-1 1,1 1 0,-1-1-1,0 1 1,0 0 0,1-1 0,-1 1-1,0 0 1,0 0 0,0 0-1,0 0 1,0 0 0,0 0-1,0 0 1,0 1 0,0-1-1,-1 0 1,1 0 0,0 1 18,1 3-47,-1-1 1,1 1-1,-1-1 1,0 1-1,0 0 1,0-1-1,-1 1 1,0 1 46,1 6-106,-2 1 1,0 0-1,0-1 1,-1 1-1,-3 11 106,-1-9-21,0 0-1,0 0 0,-2 0 1,0-1-1,0 0 0,-9 9 22,-69 82-37,35-45 82,48-58-34,1 1 0,1-1 0,-1 0 0,0 1 0,1 0 0,-1-1 0,1 1 0,0 0 0,-1 0 0,1-1 0,1 1 0,-1 0 0,0 0 0,1 0 0,0 0 1,-1 0-1,1 0 0,0 0 0,1 0 0,-1 0 0,0 0 0,1 1-11,1 0 11,0 0 0,-1 0 0,2-1-1,-1 1 1,0-1 0,1 0 0,-1 1 0,1-1 0,0 0 0,0-1 0,0 1 0,1-1 0,-1 1 0,3 1-11,7 3 50,0-1 1,0 0-1,0 0 1,1-1-1,0-1 1,0 0-1,0-1 1,9 0-51,27-1 368,-38-2-322,0 0 0,0 1-1,0 0 1,0 1 0,0 0 0,10 4-46,-12-3-1131,-1-1 0,0 1-1,1-2 1,0 1 0,-1-1 0,1-1 0,1 0 1131,26 0-6465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1.8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110 206 9941,'0'0'1808,"0"0"-746,-6-28 515,-19-88-214,24 111-1229,0 0 1,0 0-1,-1 0 0,0 0 0,1 0 1,-2 0-1,1 1 0,-1-1 0,1 1 1,-2-1-135,3 4 305,0 0 0,-1 0 0,1 0 0,0 1 1,-1-1-1,1 0 0,-1 1 0,1-1 0,-1 1 0,1-1 1,-1 1-1,1 0 0,-1 0 0,0 0 0,1 0 0,-1 0 1,1 0-1,-2 0-305,3 0 66,0 25 254,0-8-290,0 0 0,1 0-1,1 1 1,0-1 0,1 0 0,1 0-1,1-1 1,1 1 0,0-1 0,1 0 0,0-1-1,1 0 1,3 3-30,21 26 190,-26-38-194,-1 0 1,1 1-1,-1 0 1,-1 0 0,1 0-1,-1 0 1,-1 1-1,1-1 1,-1 1-1,-1 0 1,1 0-1,-1 0 1,-1 1-1,2 6 4,-3-12-53,-1 0-1,1 0 0,0 0 0,-1 0 0,1 0 1,-1-1-1,0 1 0,0 0 0,0 0 0,0-1 0,0 1 1,-1-1-1,1 1 0,-1-1 0,0 0 0,0 1 0,0-1 1,0 0-1,0 0 0,0 0 0,0-1 0,-1 1 1,1 0-1,-1-1 54,-8 5-82,0-1 0,-1 0 1,0-1-1,1-1 0,-6 1 82,5-1 6,1 0 1,0 1-1,0 0 0,-10 6-6,19-9 136,2-1-13,0 0 56,5 0-110,62 2 486,-33 0 52,0-1 1,-1-2-1,33-5-607,-60 5-14,-1-1 0,0 1 1,0-1-1,0 0 0,0 0 0,0-1 0,0 1 1,0-1-1,-1 0 0,4-3 14,21-22-3099,-5 5-2791,-1 2-2298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2.2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95 12678,'0'0'3585,"0"0"-2752,0 0 367,0 0 337,0 0-801,0 0-127,234 15-161,-173-15-272,-10-15-176,-17 3-192,-17-9-753,-17 5-655,0 4-1490,-17-6-2272,-34 3-2066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2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170 263 8900,'-170'-177'6515,"170"177"-4578,11 0-1473,50 0 785,17-12-241,7 3-864,-14 3-144,-13-7-576,-18-8-2930,-13-4-3041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3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73 437 3922,'0'0'6379,"0"0"-3071,0 0-1395,0 0-353,0 0-348,-4-27-591,-23-205 772,24 192-1211,2 22-177,-1-1 0,0 1-1,-2 0 1,0 0 0,0 0 0,-2 0-5,6 18 18,0 0 0,0-1 1,0 1-1,0-1 1,0 1-1,0 0 0,0-1 1,0 1-1,0-1 0,-1 1 1,1 0-1,0-1 1,0 1-1,0 0 0,0-1 1,-1 1-1,1 0 0,0-1 1,0 1-1,-1 0 1,1-1-1,0 1 0,-1 0 1,1 0-1,0-1 0,-1 1 1,1 0-1,0 0 1,-1 0-1,1-1 0,-1 1 1,1 0-1,0 0 0,-1 0 1,1 0-1,-1 0 1,1 0-1,0 0 0,-1 0-18,-3 22 484,4-7-476,-1 67 214,4-1-1,3 0 1,10 39-222,15 4 700,5-1 0,31 63-700,-32-75 899,-35-111-928,0 0 0,0 0 0,0 0 0,1 0 0,-1 0-1,0 0 1,0 0 0,0 0 0,0 0 0,0 0 0,0 0 0,0 0-1,0 0 1,0 0 0,0 0 0,0 0 0,0-1 0,0 1 0,0 0 0,0 0-1,0 0 1,1 0 0,-1 0 0,0 0 0,0 0 0,0 0 0,0 0-1,0 0 1,0 0 0,0 0 0,0 0 0,0 0 0,0 0 0,0 0-1,1 0 1,-1 0 0,0 0 0,0 1 0,0-1 0,0 0 0,0 0-1,0 0 1,0 0 0,0 0 0,0 0 0,0 0 0,0 0 0,0 0-1,0 0 1,0 0 0,0 0 0,0 0 0,0 0 29,3-14-2137,-2-21-4168,-1-3-2365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4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336 115 4930,'0'0'2748,"0"0"-1014,0 0-261,0 0-507,0 0-323,0 0-296,0 0 242,0 0 91,0 0 33,0 0-14,-17-17 339,12 10-954,0 0 1,0 0-1,-1 0 1,0 0-1,0 1 1,0 0-1,-1 1 1,0-1 0,0 1-1,-1 0 1,1 1-1,-1 0 1,0 0-1,0 1 1,0 0-1,-1 0 1,1 1 0,-1 0-1,1 0 1,-1 1-1,0 0 1,1 1-1,-1 0 1,0 0-1,0 1 1,-5 1-85,10-2 20,1 1-1,-1 0 1,1 0 0,0 1-1,0-1 1,0 1 0,0-1-1,0 1 1,0 0 0,0 0-1,0 0 1,1 1 0,-1-1 0,1 1-1,-1-1 1,0 2-20,-2 4 19,0-1 0,0 1 0,1 0 0,0 0 0,1 1 0,-3 6-19,0 8 18,0 0 0,2 0 0,0 1 0,0 18-18,3-22 8,0-5 16,0 0-1,1 1 1,0-1-1,2 1 0,2 14-23,-3-26 1,0-1 0,0 1-1,1 0 1,-1 0 0,1 0-1,0-1 1,0 1 0,0-1 0,1 0-1,-1 1 1,1-1 0,0 0-1,-1-1 1,1 1 0,1 0-1,-1-1 1,0 1 0,1-1-1,-1 0 1,1-1 0,0 1 0,-1 0-1,1-1 1,3 1-1,4 1 11,0-1 1,0 0-1,0 0 1,0-1-1,0-1 0,0 0 1,1 0-1,-1-1 1,0 0-1,0-1 0,0-1 1,0 0-1,-1 0 1,1-1-1,-1 0 1,1-1-1,-2 0 0,1 0 1,0-1-1,-1-1 1,0 1-1,-1-2 1,1 1-1,-1-1 0,-1 0-11,22-25 48,-1-1 0,-3-1 0,0-2 0,-3 0 0,-1-1 0,2-8-48,-14 34 511,-5 19-344,-5 29-243,1-25 117,20 476 2387,-20-474-2280,1-6 91,-1 1 0,1-1 0,0 0 0,0 0 0,1 0 0,2 6-239,-4-12-354,1-1 0,-1 1 0,1-1 0,-1 1-1,1-1 1,-1 1 0,1-1 0,-1 0 0,1 1-1,-1-1 1,1 0 0,-1 1 0,1-1 0,0 0 0,-1 0-1,1 0 1,0 1 0,-1-1 0,1 0 0,0 0-1,-1 0 1,1 0 0,0 0 0,-1 0 0,1 0 0,0 0-1,-1-1 1,1 1 0,0 0 0,-1 0 0,1 0 0,-1-1-1,1 1 1,0 0 0,-1-1 0,1 1 0,0-1 354,24-11-10979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0 3794,'0'0'9268,"0"0"-6835,0 0-1296,0 0 655,0 0-447,0 0-737,-14 190-15,28-141-161,-4-9 16,0 2-416,-3-8-32,-4-1 0,4 1-960,-7-6-1073,0-7-2994,3-21-4465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5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0 6147,'0'0'2694,"0"0"-389,0 0-66,0 0-489,0 0-507,-5 0-264,-18 6 1380,23-6-1916,0 0 117,0 0 160,0 0-173,10-1-297,0 0 1,-1 0-1,1 1 0,0 0 0,0 0 1,2 2-251,21-1 200,25-3-11,-38 0-199,0 1-1,-1 1 1,1 1 0,0 0 0,-1 2 0,1 0 0,8 3 10,-24-4-23,0 0 0,0 1 0,-1-1 0,1 1 0,-1 0 0,1 0 0,-1 0 0,0 0 0,0 0 0,0 1 0,-1-1 0,1 1 0,-1 0 0,0 0 0,0 0 0,0 0 0,-1 0 0,1 0 0,-1 1 0,0-1 0,0 0 0,-1 1 0,1-1 0,-1 5 23,1 2-53,-1 1 0,0-1 0,0 1 1,-1-1-1,-1 1 0,0-1 0,0 0 0,-1 1 0,-2 3 53,-4 1-17,-1 0-1,0-1 0,-1 0 1,0 0-1,-1-1 0,-1-1 0,0 0 1,-1-1-1,0 0 0,-1-1 0,0-1 1,-1 0-1,0-1 0,-10 3 18,20-10-14,0 0 1,-1 0-1,1-1 0,-1 0 0,1 0 0,-1-1 0,1 0 0,-6 0 14,5 0 13,10-9-125,3 5 75,0-1 1,1 1 0,-1 1 0,1-1-1,0 1 1,0 0 0,0 0 0,0 1-1,0 0 1,1 0 0,-1 1 0,0 0-1,3 0 37,28-2-41,1 1 0,1 2 41,-30 0 1,12 0-13,-1 0 0,0 2-1,1 0 1,-1 1 0,0 2 0,-1 0-1,14 5 13,-28-7-9,0-1 0,0 1 1,0 0-1,-1 0 0,1 1 0,-1 0 0,0 0 0,0 0 0,0 0 1,-1 1-1,1 0 0,-1 0 0,0 0 0,-1 0 0,1 1 0,-1 0 0,0-1 1,0 1-1,-1 0 0,0 0 0,0 0 0,0 1 0,-1-1 0,0 0 1,0 1-1,-1-1 0,1 3 9,-1-6-10,1 11-27,-1 0-1,-1 1 1,0-1-1,-1 5 38,1-14 14,-1 1 0,0-1 0,0 0 0,0 0 0,0 0 0,-1 0 0,0 0 0,0 0 0,0-1 0,0 1 0,-1-1 0,-2 2-14,-5 5 107,-1-1 1,0 0-1,-1 0 1,0-2-1,0 1 1,-1-2-1,0 0 1,0 0-1,-1-2 1,0 0-1,0 0 1,0-1-1,-9 0-107,-29 3 554,0-2 0,0-3-1,-21-2-553,40 0 159,33 0-277,0 0 1,1 0-1,-1 0 0,0 0 0,1 1 0,-1-1 1,0 0-1,1 1 0,-1-1 0,0 0 0,1 1 1,-1-1-1,1 1 0,-1-1 0,0 0 0,1 1 0,-1 0 1,1-1-1,0 1 0,-1-1 0,1 1 0,-1 0 1,1-1-1,0 1 0,0 0 0,-1-1 0,1 1 0,0 0 118,-4 13-4949,4-10 2190,-1-2-9156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6.6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1 183 1265,'0'0'7101,"0"0"-4035,0 0-1820,0 0 74,0 0 118,27 37 158,93 123-396,-84-117-660,1-2 0,2-2 0,2-1 1,2-2-1,7 3-540,10 8 549,32 26 1033,48 27-1582,-140-100 29,1 1 1,-1-1-1,1 0 0,-1 0 1,1 1-1,-1-1 0,1 0 1,-1 0-1,1 0 0,-1 0 1,1 0-1,-1 0 0,1 0 1,-1 0-1,1 0 1,-1 0-1,1 0 0,-1 0 1,1 0-1,-1 0 0,1 0 1,-1 0-1,1 0 0,-1-1 1,0 1-1,1 0 0,-1 0 1,1-1-1,-1 1 0,1 0 1,-1-1-1,0 1 1,1 0-1,-1-1 0,0 1 1,1-1-1,-1 1 0,0 0 1,0-1-1,1 1 0,-1-1 1,0 1-1,0-1 0,0 1 1,0-1-1,1 1 0,-1-1 1,0 1-1,0-1 1,0 1-1,0-1 0,0 1 1,0-1-1,0 1 0,-1-1 1,1 1-1,0-1-29,0-43 114,-1 29 65,-14-433-80,10 165 54,5 250-1661,0 81-6195,0-23 180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7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423 0 10085,'0'0'3286,"0"0"-2392,0 0-550,8 26 926,-7-23-1210,11 36 561,2 0 0,1 0 1,2-2-1,12 18-621,-16-33 164,83 139 4288,55 131-4452,-136-257 292,45 91 470,-52-112-717,1 0 0,0-1 0,1 0 0,0-1 0,1 0 0,1 0 0,4 3-45,-14-13 14,0-1-11,-1 0 0,1 0-1,-1 1 1,1-1 0,-1 0 0,1-1-1,0 1 1,-1 0 0,1 0 0,0-1-1,0 1 1,0-1 0,0 1 0,-1-1-1,1 0 1,0 0 0,0 0 0,2 0-3,-3 0-19,-1 0-51,-1 2 38,1-1-1,-1 1 0,0 0 0,0-1 1,0 1-1,0-1 0,0 1 0,0-1 0,0 1 1,0-1-1,0 0 0,-1 0 0,1 1 0,-1-1 1,1 0-1,-1 0 0,1 0 0,-1-1 1,0 2 32,-9 5-157,-742 593 342,697-552-15,3 3 1,-27 34-171,80-85-33,1 0-1,-1 0 0,0 0 1,0 0-1,0 0 1,0 0-1,0 0 1,1 1-1,-1-1 1,0 0-1,0 0 1,0 0-1,0 0 1,0 0-1,0 0 1,1 0-1,-1 0 0,0 0 1,0 0-1,0 1 1,0-1-1,0 0 1,0 0-1,0 0 1,0 0-1,0 0 1,0 0-1,1 1 1,-1-1-1,0 0 1,0 0-1,0 0 0,0 0 1,0 0-1,0 1 1,0-1-1,0 0 1,0 0-1,0 0 1,0 0-1,0 0 1,0 1-1,0-1 1,0 0-1,-1 0 1,1 0-1,0 0 1,0 0-1,0 1 0,0-1 1,0 0-1,0 0 1,0 0-1,0 0 1,0 0-1,-1 0 1,1 0-1,0 1 1,0-1-1,0 0 1,0 0-1,0 0 1,0 0-1,-1 0 0,1 0 1,0 0 33,17-5-2328,4-5 49,-1-2 0,0-1-1,0 0 2280,12-9-2625,53-31-3484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4:57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714 0 3009,'0'0'4253,"0"0"-1732,0 0-624,0 0-264,-18 31-521,17-29-1094,-44 74 1040,-3-1 1,-25 26-1059,-79 76 6816,-153 136-6816,294-303 165,3-2 23,0 0-1,0 0 0,1 0 1,0 1-1,-4 8-187,10-16 125,1-1-18,0 0-16,0 0-22,0 0-136,0 0 3,0 0 0,0 0-162,0 0-113,0 0-240,0 0-582,0 0-890,-2 2-2309,-6 8-3371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18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32 213 4338,'0'0'1433,"0"0"-558,0 0 472,0 0-136,0 0-338,0 0 148,0 0 375,-31 2 6783,31 0-8151,1 0-1,0 0 1,-1 0-1,1 0 1,0 0-1,0 0 1,0 0-1,1-1 1,-1 1-1,0 0 0,1-1 1,-1 1-1,0-1 1,1 1-1,1 0-27,34 28 347,-14-13-121,85 84 321,-5 5 0,-4 4 0,58 87-547,-135-166 32,1-1 0,1-2 0,2 0 0,1-1 0,9 5-32,-35-31 18,1 1 0,0-1 0,-1 1 0,1-1-1,0 0 1,0 0 0,0 0 0,0 0 0,0 0 0,0-1 0,0 1 0,0 0 0,0-1 0,0 0 0,0 1 0,1-1 0,-1 0 0,0 0 0,0 0 0,0 0 0,2-1-18,-2 0 20,0 0 1,0 0-1,0 0 1,0-1-1,0 1 1,-1-1-1,1 1 1,-1-1-1,1 1 1,-1-1 0,0 0-1,1 0 1,-1 1-1,0-1 1,0 0-1,0 0 1,-1 0-1,1-1-20,4-13 78,-1 0 0,0-1 0,-1 1 0,-1-1-1,-1-6-77,1 4-33,9-137 90,-7-115-57,-5 179 23,-1 39 71,-3-1 1,-3 1-1,-9-36-94,2 17 31,15 76-6435,1 32 1136,5 6-347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18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106 115 2225,'0'0'4594,"0"0"-2137,0 0-813,0 0 26,0 0-360,-3 28-299,2-12-844,-9 191 1661,10 257 2003,0-540-3869,-2 0 0,-4-1-1,-4 2 1,-3-1-1,-7-16 39,9 52 47,1-1 0,3 0 0,1 0 0,2 0 0,1-16-47,4 54 8,0 0 1,-1 0-1,1 0 0,1 0 0,-1 0 1,0 0-1,1 0 0,-1 1 0,1-1 0,0 0 1,0 1-1,0-1 0,0 1 0,0 0 0,1 0 1,-1 0-1,1 0 0,-1 0 0,1 0 1,0 1-1,-1-1 0,1 1 0,0 0 0,0 0 1,2 0-9,13-6-22,0 0 1,1 2 0,13-2 21,7 2-29,-1 1 0,1 1 1,0 3-1,20 2 29,-52-1-14,0-1-1,-1 1 1,1 0 0,0 0-1,-1 1 1,1 0 0,-1 0-1,1 0 1,-1 1 0,0 0-1,0 1 1,0-1 0,4 5 14,-6-5-36,0 1 0,0 0 0,-1 0 0,1 1 0,-1-1 0,0 1 0,-1-1 0,1 1 1,-1 0-1,0 0 0,0 0 0,0 0 0,-1 0 0,0 1 0,0-1 0,0 0 0,-1 1 0,0 0 36,2 3-33,-1 0 0,-1 0-1,0 1 1,0-1 0,-1 0-1,0 1 1,-1-1 0,1 0-1,-2 0 1,0 0 0,0 0-1,0-1 1,-1 1 0,0-1-1,-1 0 1,0 0 0,0 0-1,-2 1 34,-27 26 12,-2-1 1,-1-2-1,-1-1 0,-1-3 1,-25 13-13,62-40 7,1 0 0,0 0 0,-1 0 0,1 0 0,0 0 0,0 0 0,0 0 0,0 0 0,0 1 0,0-1 1,0 0-1,0 1 0,0-1 0,1 1 0,-1-1 0,0 1 0,1-1 0,-1 1 0,1-1 0,0 1 0,-1-1 1,1 1-1,0 0 0,0-1 0,0 1 0,0-1 0,0 1 0,1 0 0,-1-1 0,0 1 0,1-1 0,-1 1 1,1-1-1,0 1 0,-1-1 0,1 1 0,0-1 0,0 0 0,0 1 0,0-1 0,0 0 0,0 0 1,1 1-9,6 7 33,0-1-1,1 0 0,0-1 1,0 0-1,6 4-31,17 8 49,1-1 0,0-2-1,18 5-48,-16-7 113,-1 2 1,0 1-1,14 12-113,-38-17-345,-2 0-5366,1-5-68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19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109 450 8260,'0'0'1102,"0"0"-483,0 0 672,-6-31-117,2 13-967,-13-66 3606,-24-70-3813,31 126 1750,1-1 0,1 0 1,2 0-1,-2-19-1750,13 97 119,1 0 0,2 0 1,3-1-1,1 0 0,9 17-119,12 48 183,-12-38-127,-11-46-95,-2 0 1,-1 0-1,-1 0 1,-2 1 0,1 24 38,-6-52-16,1-1 0,0 1 0,-1-1 0,0 1 0,1 0 0,-1-1 0,0 0 0,0 1 0,1-1 0,-1 1 0,0-1 0,0 0 0,-1 0 0,1 0 0,0 0 0,0 0 0,-1 0 0,1 0 0,0 0 0,-1 0 0,1 0 0,-1-1 1,1 1-1,-1 0 0,1-1 0,-1 0 0,1 1 0,-1-1 0,0 0 0,1 0 0,-2 0 16,-58 4-326,53-4 234,-4-1-28,-13 1-66,25 0 197,-1 0 0,1 0 0,-1 0 0,1 0 0,-1 0 0,1 0 0,-1 1 0,1-1 0,-1 0 0,1 0 0,-1 0 0,1 0 0,-1 1 1,1-1-1,-1 0 0,1 1 0,0-1 0,-1 0 0,1 1 0,-1-1 0,1 0 0,0 1 0,0-1 0,-1 1 0,1-1 0,0 0 0,-1 1 0,1-1 0,0 1 0,0-1 0,0 1 1,0-1-1,0 1 0,-1-1-11,2 2 10,0-1 1,0 0-1,0 0 1,0 0-1,0 0 1,0 0-1,1 0 1,-1 0-1,0-1 1,0 1 0,1 0-1,-1-1 1,0 1-1,1-1 1,-1 1-1,0-1 1,1 0-1,-1 1 1,1-1-1,-1 0 1,2 0-11,39 6 37,-40-6-21,80 4 983,50-4-999,-49-1 146,-82 1-714,3-4-9071,-2-4 763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19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5026,'0'0'8324,"0"0"-6675,0 0-913,0 0 1361,0 0-1008,187 55-657,-99-55-128,-10 0 16,-10 0-64,-27-12-208,-14-4-48,-17 4-64,-10-3-352,0-3-816,-3-7-1394,-38 4-1312,-20-13-2128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0.1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12934,'0'0'2022,"0"0"-723,0 0 478,43 10-509,-1-1-1065,2 2-65,1-2-1,1-2 1,0-2-1,-1-2 1,19-3-138,-35 0 75,0-2 0,0-2 0,0 0 0,-1-2 0,0-1 0,0-1 0,0-2 0,9-5-75,-35 14 251,-2 1 82,0 0-234,0 0-601,0 0-1184,0 0-1988,0 0-3006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1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48 239 5715,'0'0'3567,"0"0"-1310,0 0-451,0 0-216,0 0-13,12 39-179,36 127-433,-31-93-188,-3 0-1,-3 1 1,1 54-777,4 34 1083,-15-152-984,-1-6-73,0 0 0,0 0 0,1 0 0,-1 0 0,1 0 0,0 0 0,0-1 0,1 1 0,-1 0 0,1 0 0,0-1 0,-1 1 0,2 0-26,0-3 29,-2-1-77,-4-60-264,-2 1 0,-3 1 0,-2-1 0,-3 1 0,-2 1 0,-6-8 312,-23-61 9,23 70 65,2-1 1,3 0-1,-2-18-74,16 52 103,0 0 0,1 0 1,2-4-104,-1 2 20,0 22-24,1-1-1,-1 1 1,1 1 0,0-1-1,0 0 1,0 0-1,1 0 1,-1 0-1,1 1 1,-1-1-1,1 1 1,0-1-1,0 1 1,0 0-1,0-1 1,0 1-1,1 0 1,-1 0-1,1 1 1,-1-1-1,1 1 1,0-1-1,0 1 1,0-1 4,13-5-12,0 1 0,0 0-1,16-4 13,2 3 26,1 1 0,0 1 0,0 2 0,1 1 0,-1 2 0,0 1 0,26 6-26,-53-6-16,0 1 1,-1 0-1,0 0 0,1 1 1,-1-1-1,0 2 0,0-1 1,-1 1-1,1 0 1,-1 1-1,0-1 0,0 1 1,0 0-1,-1 1 0,1 0 1,-1-1-1,-1 2 1,1-1-1,-1 0 0,0 1 1,-1 0-1,1 0 0,-1 0 1,-1 0-1,1 0 1,0 6 15,0 0-29,-1-1 0,0 1 0,-1 0 0,0 0 0,-1-1 0,0 1 0,-1 0 0,-1 0 0,0-1 0,0 1 0,-2-1 0,1 1 0,-1-1 0,-1 0 0,-5 8 29,0-2-8,-1-1-1,-1 0 0,-1-1 0,0 0 0,-1-1 0,-1-1 0,0 0 0,-6 3 9,-17 10 89,-1-1 0,-1-1-1,-3-2-88,42-22 12,0-1-1,0 1 1,0 0-1,0 0 1,0 0-1,0 0 1,0 0 0,0 0-1,0 0 1,1 1-1,-1-1 1,0 0-1,1 0 1,-1 1-1,1-1 1,0 0 0,-1 0-1,1 1 1,0-1-1,0 1 1,-1-1-1,1 0 1,0 1-1,1-1 1,-1 0-1,0 1 1,0-1 0,0 0-1,1 1-11,0 2 3,0-1-1,0 1 1,0-1-1,0 1 1,1-1-1,0 1 1,0-1-1,0 0 1,0 0-1,1 2-2,6 3 11,-1 0 0,2 0 0,-1-1 0,1 0 0,0 0 0,0-1 0,1-1-1,1 1-10,98 37 133,-46-20-62,70 37 788,-127-55-1330,5 2-6899,3-6-92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1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20 362 5170,'0'0'3074,"0"0"-641,0 0 32,0 0-277,0 0-724,-2-24-498,-6-196 1038,10 189-1643,-1 23-166,0 0 1,-1 0-1,0-1 0,0 1 0,0 0 0,-1-1 1,-1 1-1,1 0 0,-2-4-195,-1 39 872,4 40-1000,-2-11 266,2-1 0,3 1-1,2 0 1,3-1 0,12 46-138,20 31 1582,-39-129-1281,-1-2-4118,0-1-4153,0 0-2464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2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14727,'0'0'2161,"0"0"-929,0 0 1,0 0 656,0 0-1841,0 0-48,-4 0-112,4 0-529,0 0-1183,0 0-1298,0 0-3521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2.7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2673,'0'0'4698,"0"0"-1435,0 0-800,0 0-97,0 0-370,4 1-940,61 8-235,22 2 861,77 1-1682,114-14 936,-212-2-919,0-3 0,0-3 0,10-5-17,-28 5-1734,-48 10 146,0 0-941,-5 0-2419,-15 3 1567,-9 9-2667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3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 1 3314,'0'0'4572,"0"0"-2678,0 0-402,0 0 394,0 0-835,0 13-485,-3 77 1477,4 1 0,5 9-2043,-1-54 344,2 0 1,1 0-1,3-1 0,2 0 1,8 16-345,-10-33 52,0-3-65,-1 0-1,-1 1 1,-1 0-1,-1 0 0,-2 1 1,-1 0-1,-1 0 1,-1 1 13,-2-25-32,0-1 0,0 0 0,0 0-1,-1 0 1,1 1 0,-1-1 0,0 0 0,0 0 0,1 0 0,-1 0 0,-1 0 0,1 0 0,0 0 0,0-1 0,-1 1 0,1 0 0,-1-1 0,1 1-1,-2 0 33,-1 1-87,-1 1-1,0-1 1,0 0-1,0-1 0,0 1 1,-1-1-1,-4 2 88,-11 1-390,0 0 0,0-1 0,-16 0 390,35-4-24,-74 5-1490,-65-4 1514,57-2 996,83 1-337,10 0 349,71 0-745,-10 2 168,0-3 0,1-4 0,28-6-431,-26-1 1017,56-2-1017,-85 12-2932,0 2-3352,-20 0-473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3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8932,'0'0'1078,"0"0"-195,0 0 696,0 0-349,0 0-421,4-13 39,-2 2-641,8-22 460,-10 33-661,0 0 1,0 0 0,0 0-1,0 0 1,-1 0-1,1 0 1,0 0 0,0 0-1,0 1 1,0-1-1,0 0 1,0 0 0,0 0-1,0 0 1,0 0-1,0 0 1,0 0 0,0 0-1,0 1 1,0-1-1,1 0 1,-1 0 0,0 0-1,0 0 1,0 0-1,0 0 1,0 0-1,0 0 1,0 1 0,0-1-1,0 0 1,0 0-1,0 0 1,0 0 0,0 0-1,1 0 1,-1 0-1,0 0 1,0 0 0,0 0-1,0 0 1,0 0-1,0 0 1,0 0 0,0 0-1,1 0 1,-1 0-1,0 0 1,0 0-1,0 0 1,0 0 0,0 0-1,0 0 1,0 0-1,0 0 1,1 0 0,-1 0-1,0 0 1,0 0-1,0 0 1,0 0 0,0 0-1,0 0-6,2 30 541,-4 70 1657,-1-45-1286,3-1 0,2 1 0,2-1 0,12 54-912,-8-88-32,-1-3 669,-7-17-846,0 0 0,0 1 1,0-1-1,0 1 1,0-1-1,0 0 0,0 1 1,0-1-1,0 0 1,0 1-1,0-1 1,-1 0-1,1 1 0,0-1 1,0 0-1,0 1 1,0-1-1,0 0 0,-1 1 1,1-1-1,0 0 1,0 0-1,0 1 1,-1-1-1,1 0 0,0 0 1,-1 1-1,1-1 1,0 0-1,0 0 0,-1 0 1,1 0-1,0 1 1,-1-1-1,1 0 1,0 0-1,-1 0 209,-18 3-6990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4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71 6099,'0'0'2337,"0"0"-544,0 0 450,0 0 1,0 0-496,-7 0 239,5 0-1828,5 0 832,69 6-66,1-3 0,-1-3 1,16-5-926,217-29 683,-156 14-1004,1 6 0,4 8 321,-152 6-443,-2 0-253,0 0-430,0 0-635,-6 0-976,-68 21-5531,18-6 1986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5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225 0 9893,'0'0'1880,"0"0"-866,0 0 624,0 0-362,0 0-791,2 24 19,-1 1-291,-1-8-16,1 1 0,1-1-1,1 1 1,0-1 0,1 0 0,1 0-1,4 9-196,18 45 1080,115 331 1071,-138-386-2280,0 1 0,-1 0 0,-1 0 0,-1 0 0,0 16 129,-2-31-55,0-1-1,1 1 1,-1 0 0,0-1 0,0 1 0,0 0 0,0-1 0,-1 1 0,1-1 0,0 0 0,-1 1 0,1-1 0,-1 0 0,1 0 0,-1 0 0,1 0 0,-1 0 0,0 0 0,0 0 0,1-1 0,-1 1 0,0-1 0,0 1-1,0-1 1,0 0 0,0 1 55,-61 10-731,58-11 663,-68 5-438,-1-3 0,-14-3 506,-8-1 580,96 2-174,0 0 135,10 0 9,144 2 85,-28 1-550,-1-5 1,0-6-1,29-9-85,-129 13 185,0 2 0,0 0 0,6 2-185,-30 0-126,10-1-12338,2-4 3908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5.5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42 358 7395,'0'0'1414,"0"0"-915,0 0 376,0 0 155,-3-30-491,-25-219 2871,18 172 1280,10 76-4165,2 28-79,19 57 553,15 34-999,-10-36 594,38 134 254,-56-201-1484,-9-16-1832,-9-8-1663,-4-10-3190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5.9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1 111 5250,'0'0'5299,"0"0"-3210,0 0-905,0 0 380,0 0-780,21 4-426,23 5 125,0-3 1,8 0-484,-30-5 222,0 0 0,0-1 0,0-1 0,0-1 0,0-2 0,12-3-222,-30 6 39,73-23 377,-71 22-421,0-1 0,0 1 0,-1-1-1,1 0 1,-1-1 0,1 1 0,-1-1 0,0 0-1,0 0 1,1-3 5,-5 7-103,0-1-1,0 0 1,-1 0-1,1 1 0,-1-1 1,1 0-1,-1 0 1,1 0-1,-1 0 1,1 1-1,-1-1 1,0 0-1,1 0 1,-1 0-1,0 0 1,0 0-1,0 0 1,0 0-1,0 0 1,0 0-1,0 0 0,0 0 1,0 0-1,0 0 1,0 0-1,-1 0 1,1 0-1,0 0 1,-1 0-1,1 0 1,-1 0-1,1 1 1,-1-1-1,1 0 1,-1 0-1,0 0 0,1 1 1,-1-1-1,0 0 1,0 0 103,-35-13-4103,-16 5-1248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6.3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1 113 10277,'0'0'4106,"0"0"-1919,0 0-631,0 0-308,40-4-495,13-2-555,41-4 569,45-12-767,60-19 563,-190 38-687,-7-7-4236,-2 8 3906,0-13-6066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7.2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78 525 6883,'0'0'2260,"0"0"-1164,0 0-341,-2-30 24,-6-227 766,7 237-985,0 0 0,-1 1-1,-1-1 1,-1 1 0,-1-1 0,-1 1-1,0 1 1,-1-1 0,-1 1 0,-1 0 0,-7-9-560,17 55 633,-2-10-642,6 39 50,2 0 1,14 50-42,3 23 349,37 256 2124,-61-385-2535,0-1-1,0 0 1,0 0 0,-1 1-1,1-1 1,0 1 0,0-1-1,0 0 1,0 1 0,0-1-1,0 0 1,1 1 0,-1-1-1,0 0 1,0 1 0,0-1-1,0 0 1,0 0 0,0 1-1,1-1 1,-1 0-1,0 1 1,0-1 0,0 0-1,1 0 1,-1 1 0,0-1-1,0 0 1,1 0 0,-1 1-1,0-1 1,0 0 0,1 0-1,-1 0 1,0 0 0,1 0-1,-1 1 1,0-1-1,1 0 1,-1 0 0,0 0-1,1 0 1,-1 0 0,0 0-1,1 0 1,-1 0 0,0 0-1,1 0 1,-1 0 0,0 0-1,1-1 1,-1 1 0,0 0-1,1 0 1,-1 0 0,0 0-1,1 0 1,-1-1-1,0 1 1,0 0 0,1 0-1,-1-1 1,0 1 0,0 0 62,16-22-6953,0-12-1155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7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500 123 8004,'0'0'2145,"0"0"-699,0 0 405,0 0-576,0 0-685,-10-7-75,-19-15 210,-1 2 0,-1 1-1,-13-4-724,35 18 115,-1 0-1,0 1 0,0 0 1,0 1-1,0 0 0,-1 0 1,1 1-1,-1 1 0,0 0 1,1 0-1,-1 1 0,0 0 1,0 1-1,-10 2-114,15 0 35,0-1 0,0 1 0,1 0 0,-1 0 0,0 1 0,1-1 0,0 1 0,0 0 0,0 1 0,1-1 0,-1 1 0,1 0 0,-1 1-35,-46 74 613,49-75-574,-8 12 59,1 0-1,1 1 1,1 0-1,0 0 1,2 0-1,0 1 1,1 0-1,0 0 1,2 0-1,0 1 1,2 0-98,0-18-5,0 0 0,1 0 0,-1 0 0,1 0 0,-1 0 0,1 0 0,0-1 0,0 1 0,0 0 0,0-1 0,0 1 0,0 0 0,0-1 0,0 1-1,1-1 1,-1 0 0,1 1 0,-1-1 0,1 0 0,-1 0 0,1 0 0,0 0 0,-1 0 0,1 0 0,0-1 0,0 1 0,0-1 0,0 1 0,0-1 0,-1 1 0,1-1 0,0 0 0,0 0 0,0 0 0,0 0 5,8 0-31,0 1 0,0-2 0,0 1-1,0-1 1,0-1 0,8-2 31,1-2-25,-1-1 0,0-1 0,0-1 0,-1-1 0,5-3 25,-11 5-10,1 0-1,1 1 1,-1 1-1,1 0 1,0 0-1,0 2 1,1-1-1,0 2 1,-1 0-1,1 0 1,9 1 10,-21 2-5,0 1 1,0-1 0,0 1-1,1-1 1,-1 1 0,0 0-1,0 0 1,0 0 0,0 0-1,0 0 1,0 1 0,-1-1-1,1 0 1,0 1 0,-1-1-1,1 1 1,-1 0 0,1 0 0,-1-1-1,0 1 1,1 0 0,-1 0-1,0 0 1,-1 0 0,1 1-1,0-1 5,18 66 100,-18-61-82,7 44 715,-3 0 1,-1 1-1,-4 39-733,-1-28-1929,0 30-8571,1-93-38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8.1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11157,'0'0'2225,"0"0"-1008,0 0 1472,44 171-1473,-30-119-767,-7-12 15,-7-3 48,0-10-512,0-6-80,0-8-1281,0-13-1984,0 0-2866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8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82 7347,'0'0'2135,"0"0"-783,0 0 532,0 0-331,0 0-678,0 0-735,-1-1 1,1 1 0,0-1-1,-1 1 1,1-1-1,0 1 1,-1-1 0,1 0-1,0 1 1,0-1 0,-1 0-1,1 1 1,0-1 0,0 0-1,0 1 1,0-1-1,0 0 1,0 1 0,0-1-1,0 0 1,0 1 0,0-1-1,1 1 1,-1-1 0,0 0-1,0 1 1,1-1-1,-1 0 1,0 1 0,1-1-1,-1 1 1,0-1 0,1 1-1,-1-1 1,1 0-141,7-5 142,0 0 0,1 0 0,0 1 0,-1 0 0,2 1 0,-1 0 0,0 0 0,1 1 0,0 0 0,0 0 0,0 1 0,0 1-142,8-2 31,1 1 1,-1 0-1,0 2 0,1 0 0,-1 1 0,8 2-31,-23-3-5,-1 1-1,1 0 1,0 0 0,-1 0-1,1 0 1,-1 0-1,1 1 1,-1-1-1,0 1 1,1-1-1,-1 1 1,0 0-1,0 0 1,0 0-1,0 0 1,-1 0-1,1 0 1,-1 1-1,1-1 1,-1 0 0,0 1-1,0-1 1,0 1-1,0 0 1,0-1-1,0 1 1,-1 0-1,1 0 6,1 12-52,0-1 0,-1 1 0,-1 0 0,-1 14 52,0-12-25,0-7-8,0 1 0,-1-1 0,0 0 0,0 1 0,-1-1 1,0 0-1,-1-1 0,0 1 0,-1-1 0,0 1 1,-1-1-1,1-1 0,-2 1 0,1-1 0,-1 0 0,0-1 1,-1 1-1,0-1 0,0-1 0,-1 1 33,18-12-143,1 1 0,0 0 0,0 1 0,0 0 0,1 0 0,-1 1 0,1 0 0,-1 1 0,1 1 0,3-1 143,-6 1 14,-1 0 0,1 0 1,0 1-1,-1-1 0,1 2 0,-1-1 0,1 1 0,-1 0 1,1 1-1,-1 0 0,0 0 0,0 0 0,-1 1 1,1 0-1,-1 0 0,2 2-14,-1 2 14,0 0 0,-1 1 1,0 0-1,0 0 0,-1 0 0,0 0 0,-1 1 0,0 0 1,0-1-1,-1 2 0,-1-1 0,1 0 0,-2 1 1,1-1-1,-1 4-14,-1-5 43,1 1 0,-1-1 0,-1 0 1,0 0-1,0 1 0,-1-1 0,0 0 0,0 0 1,-1 0-1,0-1 0,-1 1 0,0-1 0,0 1 1,-1-1-1,0-1 0,0 1 0,-3 2-43,-1-1 125,-1 1 0,-1-1 0,0-1-1,0 0 1,0 0 0,-1-1 0,0-1 0,-1 0 0,1-1-1,-1 0 1,0-1 0,0 0 0,-11 1-125,-18 1-240,-1-2 0,1-2 1,-34-3 239,25 1-1424,46 0 761,-1 0 0,1 0-1,-1 0 1,1 1 0,0 0 0,-1 0 0,1 1 0,0-1-1,0 1 1,0 0 0,0 0 0,0 1 0,1-1 0,-2 2 663,-31 27-8311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29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96 5587,'0'0'2529,"0"0"-1078,0 0 318,0 0 234,0 0-639,-5 2-214,4-2-1113,1 0 0,-1 0 0,1 0 0,0 0 0,-1 0 0,1 0 0,-1 1 0,1-1 0,0 0 0,-1 0 0,1 0 0,-1 0 0,1 1 0,0-1 0,-1 0 0,1 0 0,0 1 0,-1-1 0,1 0 0,0 1 0,-1-1 0,1 0 0,0 1 0,0-1 0,0 0 0,-1 1 0,1-1 0,0 1 0,0-1 0,0 0 0,0 1 0,0-1 0,0 1 0,0-1 0,-1 1 0,1-1 0,0 0 0,1 1 0,-1-1-37,19 6 1185,55-4 495,-60-2-1408,172-1 3085,138-21-3357,734-66-569,-1036 85 1049,-13 1-1411,-1 2-3983,-16 0-520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0.2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231 358 7363,'0'0'2145,"0"0"-352,0 0 168,0 0-416,0 0-473,-8 6 1468,7-5-2484,1-1 1,0 0 0,0 0-1,0 0 1,0 0-1,0 1 1,0-1 0,-1 0-1,1 0 1,0 0 0,0 0-1,0 0 1,0 0-1,-1 0 1,1 1 0,0-1-1,0 0 1,0 0-1,0 0 1,-1 0 0,1 0-1,0 0 1,0 0-1,0 0 1,-1 0 0,1 0-1,0 0 1,0 0-1,0 0 1,-1 0 0,1 0-1,0 0 1,0 0-1,0 0 1,0-1 0,-1 1-1,1 0 1,0 0 0,0 0-1,0 0 1,0 0-1,-1 0 1,1 0 0,0-1-1,0 1 1,0 0-1,0 0 1,0 0 0,0 0-1,-1-1 1,1 1-1,0 0 1,0 0 0,0 0-1,0 0 1,0-1-1,0 1 1,0 0 0,0 0-1,0 0-56,-1-46 173,0 20-140,1-1-1,1 0 1,1 1 0,1-1-1,6-19-32,-7 39-11,1-1-1,-1 1 0,1 0 0,1 0 1,-1 0-1,1 0 0,1 1 0,-1-1 1,1 1-1,0 0 0,0 1 0,1-1 0,0 1 1,0 0-1,0 0 0,0 1 0,1 0 1,0 0-1,0 0 0,0 1 0,0 0 1,2 0 11,-1 1-21,-1-1 0,1 1 0,0 1 0,0-1 0,0 2 0,1-1 0,-1 1-1,0 0 1,0 1 0,0-1 0,1 2 21,-5-1-14,0 0 0,1 0-1,-1 0 1,0 1 0,0-1-1,0 1 1,0 0-1,0 1 1,0-1 0,0 1-1,-1-1 1,1 1 0,-1 0-1,0 1 1,0-1 0,0 0-1,0 1 1,-1 0-1,1 0 15,7 18-26,-1 1-1,0 0 0,-2 0 1,-1 0-1,-1 1 0,-1 0 1,0 0-1,-2 0 0,-1 1 1,-2-1-1,0 0 0,-1 0 1,-2 8 26,1-20 28,-1 1 0,0-1 0,-1 0 0,0 0 0,-1-1 0,0 1 0,-1-1 0,0-1 0,-1 1 0,-3 2-28,-19 22 97,-2-1 1,-8 5-98,-12 5 134,-1-2 1,-3-3 0,-37 20-135,-15 10 999,102-65-907,5-4-37,-1 1 1,0 0-1,0 0 1,1 0-1,-1 0 0,1 1 1,-1-1-1,1 0 1,-1 1-1,1-1 0,0 1 1,0-1-1,-1 1 1,1-1-1,0 1 1,0 0-1,1 0 0,-1-1 1,0 1-1,1 0 1,-1 0-1,1 0 0,-1 0 1,1 0-56,2-1 3,-1 0 1,1 0 0,0 0-1,0 0 1,0-1-1,-1 1 1,1 0-1,0-1 1,0 0 0,0 1-1,0-1 1,0 0-1,0 0 1,0 0-1,0 0 1,0 0 0,0-1-1,1 0-3,5 1 19,107-1 566,0-5 1,55-13-586,7-12 885,-141 20-3339,-29 7 1182,0 0-1,0 0 1,-1-1-1,0 1 0,0-2 1,0 1-1,-1-1 0,1 1 1,-1-1-1,0-1 1273,25-34-7187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0.6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119 259 8852,'0'0'1756,"0"0"-431,0 0 116,0 0-619,0 0-222,10 32 641,5 21-551,39 124 1664,-47-158-2081,0-1 0,1 0 1,1-1-1,0 0 0,2 0 0,0-1 1,1 0-274,-6-8 66,0-1 1,1 0-1,0 0 1,0-1-1,1 0 1,-1 0-1,1-1 1,1 0-1,-1-1 1,1 1-1,0-2 1,0 1-1,0-1 1,0 0-1,3-1-66,2 1 46,1 0 0,1-2 0,-1 0 0,0 0 0,0-2 0,0 0 0,0 0 0,0-1 0,9-4-46,-13 3 29,0-1 0,-1 0 0,1-1 0,-1 0 0,0-1 1,-1 0-1,1 0 0,-1-1 0,0-1 0,-1 1 0,0-1 0,6-8-29,-2 1-7,-2 0 0,0-1-1,0 0 1,-2 0-1,0-1 1,-1 0-1,0-1 1,-2 1 0,0-1-1,-1 0 1,0-1-1,-2 1 1,0-1-1,-1 1 1,-1-1 0,-1 1-1,0-1 1,-2 1-1,0 0 1,-1-1 0,-1 1-1,0 1 1,-8-16 7,4 15-25,0 1 0,-2 0 0,0 1 1,-1 0-1,0 1 0,-2 0 0,1 1 1,-2 1-1,0 0 0,0 1 1,-3-1 24,10 8 12,0 1 1,0-1 0,0 1 0,0 0 0,-1 1 0,0 0 0,0 1 0,0-1 0,0 2 0,0-1 0,0 1-1,0 1 1,-1 0 0,1 0 0,0 0 0,0 1 0,0 1 0,-1 0 0,2 0 0,-1 1 0,0 0 0,0 0 0,1 1-1,0 0 1,-1 0-13,-17 13 30,0 1-1,1 1 0,1 1 0,1 1 0,1 1 1,-4 7-30,-14 18-1298,3 1 1,-24 40 1297,26-30-3786,11-7-3023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1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1889,'0'0'7243,"0"0"-3286,0 0-1636,0 0-6,0 0-810,21 0-841,240-3 2162,46-14-2826,-44-18 154,-262 35-7979,-23 2 3682,-11 11-1208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1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1 2753,'0'0'5976,"0"0"-2878,0 0-1065,0 0-355,0 0-688,1 20-478,0-6-374,0 10 227,1 1 0,1 0 0,2-1 0,0 0 0,2 1-365,36 114 2839,49 103-2839,-86-231-84,-1 0-1,0 1 1,0 0 0,-2 0 0,1 1-1,-1-1 1,-1 1 0,0-1 0,-1 1-1,-1 0 1,1 0 0,-2 0 84,0-10-52,0 0 0,-1-1 0,1 0 0,0 1 0,-1-1-1,0 0 1,0 0 0,1 0 0,-1 0 0,0 0 0,-1 0 0,1 0 0,0-1 0,0 1 0,-1-1 0,1 0 0,-1 1 0,1-1 0,-1 0-1,0-1 1,1 1 0,-1 0 0,0-1 0,0 0 0,-1 1 52,-18 2-295,0 0-1,0-1 0,0-2 296,6 1-228,-164 1-641,102-3 3170,77 1-1650,1 0-40,14 0-205,98-4 27,-1-4 0,-1-5 0,10-7-433,-55 10 55,1 3 0,33 3-55,2 3-5387,-46-6-2881,-22-2 3562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2.2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1 349 3666,'0'0'2540,"0"0"-614,3-29-3,7-63 2186,-3-52-4109,-6 127 405,-1-22 811,0 38-1060,0-1 0,0 1 1,0-1-1,0 1 0,0-1 0,0 1 0,-1 0 0,1-1 0,-1 1 0,1-1 0,-1 1 1,0 0-1,1-1 0,-1 1 0,0 0 0,0 0 0,0-1 0,0 1-156,-1 0 1078,2 1-352,-2 69-221,3 0 0,4-1 1,2 1-1,3-1 0,6 9-505,-9-43 174,16 55-345,-22-81-1778,-1-2 243,4-4-3598,5-2-3351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2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10053,'0'0'4386,"0"0"-2161,0 0-497,0 0 113,0 0-1264,0 0-81,149 28 96,-77-28-96,-1-3-256,0-22-48,-13-2-128,-14 6-64,-13-1-272,-18-2-992,-13 8-1057,0-2-1201,-17 9-3441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32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14375,'0'0'3185,"0"0"-2096,0 0-289,0 0 721,247 0-801,-155 0-512,-14-6-96,-27-6-112,-20 9-16,-21 3 0,-7 0-64,-3 0-240,0 0-801,0 0-1552,-3 0-3122,-21 0-5650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42 8356,'0'0'1625,"0"0"-686,0 0 315,0 0 133,0 0-814,0 0-372,0 0-183,0-1 0,0 1-1,-1 0 1,1-1 0,0 1 0,0 0 0,-1 0 0,1-1 0,0 1 0,0 0 0,-1 0 0,1-1 0,0 1 0,-1 0 0,1 0 0,0 0 0,-1 0 0,1 0 0,-1 0 0,1-1 0,0 1 0,-1 0 0,1 0 0,0 0 0,-1 0 0,1 0 0,-1 0 0,1 1 0,0-1 0,-1 0 0,1 0 0,0 0 0,-1 0 0,1 0-18,-1 5 161,0 0 0,0 1 0,0-1 1,1 0-1,0 0 0,0 1 0,0-1 1,0 0-1,2 4-161,-1 2 357,5 77 1803,17 81-2160,-16-135 249,1 0 0,2-1 1,1 0-1,2-1 0,1 0 0,8 13-249,-19-40-9,0 1 0,0 0-1,1-1 1,0 0 0,0 0-1,0 0 1,0 0 0,1-1-1,0 1 1,0-1 0,0 0-1,1-1 1,-1 1 0,1-1-1,0 0 1,-1-1 0,2 1-1,-1-1 1,0 0 0,0-1-1,1 1 1,-1-1 0,0-1-1,1 1 1,-1-1 0,1 0-1,-1 0 1,1-1 0,-1 0-1,4-1 10,-4 0 0,-1-1-1,1 1 1,-1-1-1,0 0 0,0-1 1,0 1-1,0-1 1,0 0-1,-1-1 1,1 1-1,-1-1 1,-1 1-1,1-1 0,0 0 1,-1-1-1,0 1 1,0-1 0,7-13-5,-1 0 1,-1-1 0,0 0 0,1-8 4,-1-9-39,-2-1 1,-1 0-1,-3-1 1,0 1-1,-3-13 39,1 44-8,0-3 17,-1-1 0,-1 0 0,1 1 0,-1-1-1,-1 1 1,0-1 0,-1 1 0,0 0-1,0 0 1,-1 1 0,0-1 0,-1 1 0,0 0-1,0 1 1,-1-1 0,0 1 0,-1 1-1,0-1 1,0 1 0,0 0 0,-5-2-9,2 2 80,-1 0 0,0 0 0,-1 1 0,0 1 0,0 0 0,0 0 0,0 1 0,0 1 0,-1 1 0,0 0 0,0 0 0,1 1 0,-1 1 0,0 0 0,0 1 0,-7 2-80,15-1 19,0 0-1,0 0 1,0 1-1,0-1 1,1 2-1,0-1 0,-1 0 1,1 1-1,1 0 1,-1 0-1,0 0 1,1 1-1,0 0 1,0-1-1,0 1 1,1 1-1,0-1 1,-1 1-19,-3 6-58,1 1-1,0-1 1,1 1 0,0 0 0,1 0 0,0 0-1,-1 14 59,-3 67-2828,8-86 1564,1 0 0,-1 0 0,1 0 0,1-1 0,-1 1 0,3 4 1264,18 23-9263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56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9236,'0'0'1953,"0"0"-1425,0 0 1745,-14 165-608,14-97-1073,0 5-367,0-12-97,0-12-128,0-6 0,0-10-369,0-5-1263,0-16-1922,0-12-2289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56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431 108 6227,'0'0'1723,"0"0"-559,0 0 607,0 0-338,0 0-585,-6-4-106,-35-27 292,33 24-800,0-1-1,0 2 1,-1-1 0,0 1-1,-1 0 1,1 1 0,-1 0 0,0 1-1,0 0 1,-1 0 0,1 1-1,-1 1 1,1-1 0,-7 1-234,10 2 52,0 0 1,0 0 0,0 1-1,0 0 1,0 0 0,0 1 0,0 0-1,0 0 1,0 1 0,1-1-1,-1 1 1,1 1 0,0-1-1,0 1 1,0 0 0,1 1-1,-1-1 1,1 1 0,0 0 0,0 1-1,1-1 1,-1 1 0,1 0-1,-2 4-52,-4 3 33,1 1 0,0 0 0,1 1 0,0 0-1,1 1 1,1-1 0,0 1 0,1 0 0,1 1 0,1-1-1,0 1 1,1 0 0,0 8-33,2-23-6,0 0 1,1 1-1,-1-1 0,0 0 1,1 0-1,-1 1 0,1-1 0,0 0 1,0 0-1,-1 0 0,2 0 1,-1 0-1,0 0 0,0 0 0,1 0 1,-1 0-1,1-1 0,-1 1 1,1 0-1,0-1 0,-1 1 6,4 0-24,-1 1-1,0-1 1,1 0-1,-1 0 1,1 0-1,-1 0 1,1-1-1,0 0 1,0 0-1,0 0 25,11 1-72,1-1 0,-1-1 0,0-1 0,0 0 0,1-1-1,-1 0 73,-8 0-1,0 0 0,-1 0 0,1-1 0,-1 0 0,0-1 0,0 1 0,0-1 0,0 0 0,-1-1 0,0 0 0,6-5 2,7-9 36,0-1 0,12-19-37,1 1 110,-16 24-74,-15 15-33,0 0-1,-1 0 0,1 0 1,-1 0-1,1 0 1,-1 0-1,0 1 1,1-1-1,-1 0 1,0 0-1,0 0 0,0 1 1,0-1-1,0 0 1,0 0-1,0 1 1,0-1-1,0 0 1,0 1-3,0 454 1731,-1-455-1762,1 1 1,0-1-1,0 0 1,0 1-1,0-1 0,0 0 1,0 1-1,1-1 0,-1 0 1,0 1-1,1-1 1,-1 0-1,1 1 0,-1-1 1,1 0-1,0 0 1,-1 0-1,1 0 0,0 1 1,0-1-1,0 0 1,0 0-1,0 0 0,0-1 1,0 1-1,0 0 31,23 3-4462,-7-4-2283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58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62 416,'0'0'3933,"0"0"-1876,0 0-417,0 0 70,0 0-448,-14 0 233,13 0 1781,34 0-2436,56 1-207,1-3-1,-1-4 0,0-4 0,47-13-632,-226 22-2707,23-1 2109,-32 3 598,65 3 226,0 1 0,1 2 0,-1 1 0,-7 4-226,41-12 31,-1 0 0,1 0-1,-1 0 1,1 0 0,0 0 0,-1 0 0,1 0-1,-1 0 1,1 0 0,0 0 0,-1 0 0,1 0-1,0 0 1,-1 0 0,1 0 0,-1 1 0,1-1 0,0 0-1,0 0 1,-1 1 0,1-1 0,0 0 0,-1 0-1,1 1 1,0-1 0,0 0 0,-1 0 0,1 1-1,0-1 1,0 0 0,0 1 0,-1-1 0,1 1-1,0-1 1,0 0 0,0 1 0,0-1 0,0 0-1,0 1 1,0-1 0,0 1 0,0-1 0,0 0-31,18 7 304,33 0-210,-14-5-41,0-2 0,0-1 0,-1-2 0,1-1-1,-1-2 1,0-2 0,0-1 0,-1-1-1,11-7-52,-27 9 8,-13 6 1,0-1 0,0 1-1,0 0 1,1 0 0,-1 1 0,0-1 0,1 1-9,-6 1 45,-1 0 24,0 0-15,0 0-4,0 0 7,0 0-12,0 0 32,0 0 38,-18 26 282,-97 204 1396,-63 184-1793,154-337 490,21-59-8805,-5-35 2868,-2-3-2352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5:58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8628,'0'0'3380,"0"0"-1603,0 0-48,0 0-337,0 0-669,36 0-202,117-1 114,-99-1-334,0-2 1,8-4-302,-6 0 104,-36 2 337,-3 1-4033,-17 5-2200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00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272 70 2801,'0'0'2359,"0"0"-1343,0 0 185,0 0 415,0 0-442,0 0-187,0 0 251,0 15 1041,1 27-1322,0-7-438,-1-1 0,-2 1 0,-1 0 0,-2-1 0,-1 0 0,-5 13-519,-24 47 761,-42 81-761,4-15 263,16-44-223,53-176-322,3 34 225,2 0 1,0 0 0,2-1-1,1 2 1,1-1 0,1 0-1,1 1 1,2 0 0,7-14 56,93-180 43,-55 116 9,-4-2-1,14-51-51,-64 155 7,0 1-1,0-1 0,0 1 1,0-1-1,0 1 1,0-1-1,0 1 0,1-1 1,-1 1-1,0 0 0,0-1 1,1 1-1,-1-1 0,0 1 1,0 0-1,1-1 0,-1 1 1,0 0-1,1-1 0,-1 1 1,0 0-1,1-1 0,-1 1 1,1 0-1,-1 0 0,0 0 1,1-1-1,-1 1 0,1 0 1,-1 0-1,1 0-6,8 11 46,3 28-59,-11-37 24,22 107 321,-4 1 0,-3 33-332,-2-25 1707,27 111-1707,-37-220 100,-3-8-90,0 1-1,-1-1 0,1 1 1,0 0-1,-1 0 0,1-1 1,-1 1-1,1 0 0,-1 0 1,0 0-1,0-1 0,0 1 1,0 0-1,0 0 0,0 1-9,0-3-413,0 0-516,-21 0-954,1-2 0,-1 0 0,1-1 0,0-1 0,0-1 0,-12-5 1883,-35-6-4749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00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0 101 1777,'0'0'4386,"0"0"-1777,0 0-240,0 0 576,0 0-1536,0 0-64,132-24 271,-54 9 97,1 2-480,-15-8-401,-13 9-448,-20 3-384,-21 2-96,-10 7-768,0 0-1185,-44 0-2481,-38 0-3906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03.0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0 178 6947,'0'0'1796,"0"0"-556,9 42 622,-4-13-1474,9 40 496,3-1 1,3 0 0,11 23-885,73 186 3223,5 62-3223,-74-209 687,-6 2 1,-5 0-1,4 113-687,-18 63 384,-10-307-365,0-1 21,0-6-67,0 1 1,-1-1-1,1 1 1,-1-1 0,0 1-1,0-1 1,-1 1-1,0-1 1,0 1-1,0 0 1,-1 0-1,1 0 1,-1 0 0,-3-3 26,-9-20-137,-3-20-185,1 0 1,3-1-1,-7-44 322,-16-156-363,15 92 312,2 29 20,-26-171-659,-51-152 690,94 441-61,-2-9 84,0 0 0,1 0 0,1 0 0,1 0 0,0-7-23,3 25 10,0 1 1,-1-1 0,1 1 0,0-1-1,-1 1 1,1-1 0,0 1 0,-1 0-1,1-1 1,0 1 0,0 0 0,0-1-1,-1 1 1,1 0 0,0 0 0,0 0-1,0 0 1,0 0 0,-1 0 0,1 0-1,0 0 1,0 0 0,0 0 0,0 0-1,0 1-10,1-1 36,493 15 593,-226-16-479,296 3-108,-522 1-50,0 2 0,0 2 0,8 4 8,83 13 38,44-13-20,145-11-18,-226-1 0,219-16-105,35 1-22,491 16-166,-742-5-28,0-4 0,20-7 321,133-13-316,148-8 146,127-40 170,33-3-19,-246 57-157,-94 9 125,470-74 46,-627 84-57,-62 6 52,-1-1 0,1 1 0,-1 0 0,0 0-1,0 0 1,1 0 0,-1 0 0,0 0 0,-1 1 0,1-1-1,0 0 1,-1 0 0,1 1 0,-1-1 0,0 0 0,1 3 10,-1-1-6,15 100 405,-5 1 0,-5 0 0,-8 105-399,3-191 6,-7 68 139,-3-1 0,-4 0 0,-5 3-145,2-2 211,-27 121 154,17-95-234,5 2 0,6 0 0,0 72-131,15 151 170,8-244-519,-4-83 278,-1-3-197,-17 2 204,-79 16-9,-1-4 1,-1-4-1,-1-4 0,-20-3 73,25-1-181,-891 76-300,81-10 885,514-28-767,-115 40 363,364-53-1538,57-5-2276,34-6-3349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12.3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0 231 2257,'0'0'4618,"0"0"-2409,0 0-843,0 0 11,0 0-198,0-1 2601,5 12-2971,38 117 1094,-6 1 1,17 115-1904,-51-229 16,2 5-34,-7-41-99,-9-42-159,-15-25-22,10 42 219,3-1 0,2 0 0,2-1 0,1-11 79,5-52 22,21 110 71,-3 1-70,2 0 14,0 0 0,-1-1-1,13-3-36,-23 3 9,0-1 0,0 1 0,0-1 0,-1-1 0,1 1 0,-1-1 0,1 0 0,-1 0-1,0-1 1,0 0 0,0 0 0,0 0-9,18-20-62,-1-1 0,-1-1 0,-1-1 1,-1-1-1,11-23 62,-39 110-833,-6-17 844,-1-1 0,-18 30-11,-20 50 141,54-120-122,0-27-75,0-1 42,2 1 0,1 0 0,2-1 0,0 2 0,1-1 0,2 1 1,1 0-1,0 0 0,2 1 0,10-16 14,-20 38-7,1-1-1,-1 1 1,1-1-1,-1 1 1,1 0-1,0 0 1,0 0-1,0 0 1,0 0-1,0 0 1,1 1 0,-1-1-1,1 1 1,-1-1-1,1 1 1,-1 0-1,1 0 1,-1 0-1,1 0 1,0 1 0,0-1-1,0 1 8,-1 0-6,1 0-1,-1 1 0,0-1 1,0 1-1,1 0 1,-1 0-1,0 0 1,0 0-1,0 0 0,0 0 1,0 0-1,0 1 1,0-1-1,0 1 1,-1-1-1,1 1 0,-1 0 1,1 0-1,-1 0 1,1 0-1,-1 0 1,0 0-1,0 0 0,0 0 1,0 1 6,25 58 177,10 37-177,18 46 463,-10-37-156,-41-104-220,-3-5-6126,0-14 1175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13.0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2 123 8132,'0'0'1766,"0"0"-232,0 0 307,0 0-481,0 0-591,0 0-158,0 0 261,0 0 105,0 0-68,0 0-71,0-31 1230,-1 14-2012,1 11-35,0 1 1,0-1-1,0 1 0,0-1 0,1 1 1,0-1-1,0 1 0,1-2-21,-1 5 6,0 0-1,0 1 0,0-1 1,0 1-1,0 0 0,0-1 1,1 1-1,-1 0 0,0 0 1,1-1-1,-1 1 0,1 0 1,-1 0-1,1 1 0,-1-1 1,1 0-1,0 1 0,-1-1 1,1 0-1,0 1 0,0 0 1,0-1-1,-1 1 0,1 0 1,0 0-1,0 0 0,0 0 1,0 1-6,3-1-3,-1 0 0,1 0 1,-1 0-1,1 1 0,0 0 1,-1 0-1,1 0 0,-1 0 1,0 1-1,1 0 0,-1 0 1,0 0-1,0 0 0,3 3 3,-2 0-5,-1-1 0,1 1-1,-1 0 1,0 0 0,-1 0-1,1 1 1,-1-1 0,0 1-1,0 0 1,1 5 5,1 6 16,0 1-1,-1 1 0,-1-1 1,-1 0-1,0 1 1,-1-1-1,-1 1 1,-1 0-1,-1-1 1,-2 9-16,0-12 22,0 0 1,-1 0 0,-1 0-1,-1-1 1,0 0 0,0 0-1,-8 10-22,3-5 140,1 0 1,1 1-1,-1 5-140,11-23 176,0-2-3,0 0-37,0 0-61,13-2-17,1 0 1,0-1 0,0-1-1,-1 0 1,0-1-1,0 0 1,0-1-1,-1 0 1,0-1-1,7-6-58,47-21 114,-20 13-83,-19 9-158,-59 29 52,-102 52 126,120-50-2654,10-10-146,-3 1-2848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1.5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1029 13 5699,'0'0'2446,"0"0"-960,0 0-155,0 0 155,0 0-240,0-1-1102,0 1 0,0-1 0,0 0 0,0 1 0,0-1 0,-1 1 0,1-1 0,0 1-1,0-1 1,0 1 0,-1-1 0,1 1 0,0-1 0,-1 1 0,1 0 0,0-1 0,-1 1 0,1-1 0,-1 1-1,1 0 1,-1-1 0,1 1 0,-1 0 0,1 0 0,-1-1 0,1 1 0,-1 0 0,1 0 0,-1 0 0,1 0-1,-1 0 1,1-1 0,-1 1 0,0 0-144,-16 3 98,0 0-1,0 0 1,1 2-1,-1 0 1,1 1-1,0 0 1,0 1-1,1 1 1,-6 5-98,-22 8 243,-10 5-72,2 1 0,0 3 0,2 2 0,2 2 0,0 2 0,3 2 1,1 2-1,2 2 0,2 2 0,2 1 0,2 2 0,2 1 0,2 2 0,-20 43-171,25-33 72,3 1 0,2 1-1,3 0 1,3 2 0,2 0-1,4 0 1,-1 43-72,6-53 16,-5 40 68,4 2-1,5-1 1,7 42-84,-1-99 31,1-1 1,3 1-1,0-2 1,11 21-32,65 138 293,-38-106-143,4-3 0,4-2-1,3-2 1,4-3 0,25 20-150,-49-48 110,-32-39-95,1-1-1,0-1 0,1 1 1,0-1-1,1-1 0,-1 0 1,2 0-1,-1-1 0,2 0 1,4 3-15,-52-50-1780,9 22 1254,-1 0 1,0 2-1,-19-6 526,-47-26-445,68 30 387,1-1 0,0-1 0,2-1-1,0-1 1,-8-10 58,30 29 49,0 1 0,0 0 0,-1 0 0,1 0 0,-1 0 0,1 0 0,-1 0-1,1 0 1,-1 0 0,1 1 0,-1-1 0,0 1 0,0-1 0,1 1 0,-1 0-49,-4 5 768,10 11-634,5-5-42,0 0 0,0-1 0,1 0 0,0 0 0,1-1 0,0-1 0,1 1 0,-1-2 0,4 2-92,16 12 209,2 4 66,1-2 0,1-1 0,1-2 0,1-1-1,33 11-274,-59-27 21,0-1-1,0 0 0,0-1 0,0-1 0,0 1 0,2-2-20,0 1 50,-12 0-42,0-1 0,0 1 0,0 0-1,1-1 1,-1 0 0,0 1 0,0-1-1,0 0 1,0 1 0,0-1 0,0 0-1,0 0 1,0 0 0,0 0 0,-1 0 0,1 0-1,0 0 1,0 0 0,-1 0 0,1 0-1,-1 0 1,1-1 0,-1 1 0,1 0 0,-1 0-1,0-2-7,9-40 130,-7 34-99,7-68 22,-4 1-1,-2-1 1,-5-17-53,1 4 426,1 89-162,0 1-45,0 0-32,0 5-48,0 226-2348,0-226 1531,0 0 1,0 0 0,0 0 0,-1-1 0,0 1-1,0 0 1,0 0 0,-1-1 0,0 1 0,0 0-1,0-1 1,-1 3 677,-19 23-9196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2.3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1 391 6243,'0'0'2734,"0"0"-834,0 0 42,0 0-93,0 0-414,11-9-226,-6 4-962,30-24 441,-33 28-623,0-1 1,1 1-1,-1 0 0,0 0 1,1 0-1,-1 0 1,0 1-1,1-1 1,-1 1-1,1-1 1,-1 1-1,1 0 1,-1 0-1,1 0 0,-1 0 1,1 1-1,-1-1 1,1 1-1,-1-1 1,1 1-66,9 5 267,-1-1 0,0 2 0,-1-1 0,0 2 1,0-1-1,0 2 0,2 2-267,65 70 1038,-56-58-828,43 51 260,-12-14-65,10 6-405,-59-63 4,0 0 0,-1-1 0,1 1 0,0 0 0,0-1-1,1 0 1,-1 0 0,0 0 0,1 0 0,-1 0 0,1-1-1,0 1 1,0-1 0,-1 0 0,1 0 0,2-1-4,-3-7 3,-2 1 4,7-160 260,-11-157-267,-4 257 271,-5-21-271,2 22 335,9 50-266,1 14-223,0 1-292,0 9-2038,0 44-4607,0-17 835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3.1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79 232 7828,'0'0'2481,"0"0"-803,0 0-125,0 0-126,0 0-136,11 21-146,94 157 1901,-83-138-2213,-2 0 0,-2 2 0,10 33-833,-22-59 87,-15-32-82,-1 0 0,0 1 1,-2 0-1,1 1 1,-12-10-7,-26-35-244,21 23 251,2-2 1,2-1-1,-14-29-6,30 49 20,0 0 0,1-1 0,1 1-1,0-2 1,2 1 0,0 0 0,2-1-1,0 0 1,1-6-20,1 23 6,0-1 0,0 1-1,0 0 1,0-1 0,1 1-1,0 0 1,0-1 0,0 1-1,0 0 1,1 0 0,0 0 0,-1 0-1,3-3-5,-1 4 4,0 1 0,0-1 0,0 1-1,0-1 1,0 1 0,1 0 0,-1 0-1,1 0 1,-1 1 0,1-1 0,0 1 0,0 0-1,0 0 1,-1 0 0,5 1-4,3-3-12,1 2 0,0 0 0,0 0 1,0 1-1,0 0 0,-1 1 0,1 1 0,0 0 0,0 0 1,-1 1-1,1 1 0,-1 0 0,0 0 0,0 1 0,-1 0 1,1 1-1,-1 0 0,-1 1 0,1 0 0,-1 1 0,0 0 1,-1 0-1,1 1 0,-2 0 0,1 0 0,-1 1 0,-1 0 1,0 0-1,0 1 0,-1 0 0,-1-1 0,1 2 0,-2-1 1,0 0-1,0 1 0,-1 0 0,0-1 0,-1 1 0,0 1 12,-1-5 1,-1 0-1,1 0 1,-1 0-1,-1 0 0,1-1 1,-1 1-1,-1-1 0,0 1 1,0-1-1,0 0 1,-1 0-1,-2 4 0,-4 3 2,-1-1 0,0 1-1,-1-2 1,-1 0 0,-3 2-2,-9 6 15,18-15 22,1-1-1,0 1 1,1 0-1,-1 0 1,1 0-1,0 1 1,0 0-1,1 0 1,-3 4-37,11-9 18,-1 1 1,1-1-1,-1 0 1,1 0-1,0-1 0,-1 1 1,1-1-1,0 1 1,0-1-1,0-1 1,0 1-19,266 0 1214,-270 0-1457,0 0 8,1 0 1,-1 0-1,0 0 1,0 0 0,0 0-1,1 0 1,-1 0-1,0 0 1,0-1 0,0 1-1,0 0 1,1 0-1,-1 0 1,0 0-1,0 0 1,0 0 0,0-1-1,0 1 1,1 0-1,-1 0 1,0 0 0,0 0-1,0-1 1,0 1-1,0 0 1,0 0-1,0 0 1,0-1 0,0 1-1,0 0 1,0 0-1,0 0 1,0-1 0,0 1-1,0 0 1,0 0-1,0 0 1,0-1-1,0 1 1,0 0 0,0 0-1,0 0 1,0-1-1,0 1 1,0 0 234,0-11-7006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3.7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39 134 5442,'0'0'2679,"0"0"-742,0 0-350,0 0 67,0 0-381,-3 1-547,0 0 0,0 0 0,1-1 0,-1 1 0,0-1-1,0 1 1,0-1 0,0 0 0,0 0 0,0-1 0,-2 1-726,4-20 210,1 11-152,-1 1 0,1-1 0,1 1 0,0-1 0,0 1 0,0 0 0,1-1 0,2-2-58,-3 8 1,1 1 1,-1-1 0,1 1 0,0-1 0,0 1 0,0 0 0,0 0 0,0 0 0,0 0 0,0 0 0,1 1 0,-1-1 0,1 1 0,-1 0-1,1-1 1,0 1 0,-1 0 0,1 0 0,0 1 0,0-1 0,0 1 0,0-1 0,0 1 0,-1 0 0,1 0 0,0 0 0,3 1-2,10-2 9,-13 1-5,1-1 0,0 1 0,-1 0 0,1 0 0,0 0-1,-1 0 1,1 0 0,0 1 0,-1 0 0,1 0 0,-1 0 0,1 0 0,-1 0-1,1 1 1,-1 0 0,0-1 0,0 1 0,0 1 0,0-1 0,0 0 0,0 1-1,0-1 1,1 3-4,1 2 1,0 1 0,0 0 0,-1 0-1,0 0 1,-1 0 0,1 0-1,-2 1 1,1 0 0,-1-1 0,1 8-1,0 13 12,-2-1 1,-1 22-13,0-24 10,-1-14 3,0-1 1,-1 0-1,0 0 0,-1 0 0,0 0 1,-1 0-1,0-1 0,-1 0 1,0 0-1,0 0 0,-1 0 0,-1 0-13,-9 17 236,16-26 65,0-1 33,7-1 434,6-4-574,-1-1 0,1-1 1,-1 0-1,-1 0 0,1-1 0,-1-1 0,-1 0 0,0 0 0,6-7-194,11-9 291,-16 16-407,5-4 217,-2 0 1,0-1-1,0 0 0,9-14-101,-19 23-224,-1 0-1,0 0 1,-1-1-1,1 1 1,-1 0 0,0-1-1,0 1 1,0-3 224,-2 4-451,1-1-1,-1 1 1,0 0 0,0 0 0,0-1 0,0 1 0,-1 0 0,0-1-1,1 1 1,-2 0 0,1 0 0,-1-1 451,-20-31-6830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5.2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836 0 8324,'0'0'1099,"0"0"40,0 0 286,0 0 88,0 0-612,0 0-247,0 0 192,-31 0 3390,-1 1-4090,0 1 0,1 2 1,-1 1-1,1 1 0,0 2 0,1 1 0,0 1 0,0 2 0,-13 8-146,5-2 264,1 1-1,1 2 1,1 1-1,1 2 1,1 2-1,-26 25-263,40-31 95,1 1 0,0 0 0,2 1-1,0 1 1,2 0 0,0 2 0,2-1 0,0 1 0,2 1 0,-6 24-95,3 2 218,2 1 1,3 0 0,-2 52-219,6 164 371,5-175-342,1-54-3,2 0-1,1-1 1,2 1-1,2-2 1,2 1-1,1-1 1,3 3-26,31 69 149,44 74-149,14-3 64,-103-180-50,-1-1-94,-16-2-307,-22-12 2,0-2 0,2-1 1,0-3-1,1 0 0,-30-24 385,59 40 6,-19-19 119,24 22-34,1 1 39,0 0-44,16 1 12,-7 1-26,0 1-1,0 0 1,0 1-1,-1 0 1,1 0 0,-1 1-1,0 0 1,0 0-1,3 5-71,-4-5 72,0 1 1,-1-2-1,2 1 1,-1-1-1,0 0 0,1 0 1,0-1-1,0 0 1,0 0-1,0-1 0,0 0 1,0 0-1,4-1-72,-6-37 379,-5 31-513,0-1 1,-1 0-1,0 1 1,0-1-1,0 0 1,-1 1-1,0-1 0,0-2 134,0 6-280,0 1-1,0-1 0,0 1 0,0-1 0,-1 1 0,1-1 0,0 1 0,-1 0 0,1-1 0,-1 1 0,1 0 0,-1 0 0,1 0 0,-1 0 0,0 0 0,1 1 0,-1-1 0,0 0 0,0 1 0,0 0 0,1-1 0,-1 1 0,0 0 0,-2 0 281,-30-7-6296,-9-4-2972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5.8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1 220 6659,'0'0'2366,"0"0"-893,0 0-350,0 0 281,0 0 284,29 14-271,94 47-208,-110-53-953,0 1-1,0 0 1,-1 1 0,-1 0 0,1 1 0,-2 0 0,0 1 0,0 0 0,-1 0 0,0 1 0,3 9-256,6 6 445,4 8 200,-2 1 1,-2 2-646,-6-14 256,0 1 0,2-2 0,1 0 1,1 0-1,9 8-256,-24-30 9,0-1 0,0 1 1,1-1-1,-1 1 1,0-1-1,1 0 0,-1 0 1,1 0-1,0 1 1,-1-1-1,1-1 0,0 1 1,-1 0-1,1 0 1,0-1-1,0 1 1,0-1-1,0 1 0,2-1-9,-1-21 288,1-110-116,-6-1 0,-6 1-1,-5-1-171,8 75 187,2 1-1,3-6-186,0 36-18,0 25-11,0 1-102,0 0-288,0 0-546,0 43-11759,0-24 4294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6.5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68 6707,'0'0'2014,"0"0"-317,0 0 648,0 0-50,26 32-439,82 103-351,-52-63 1764,7 18-3269,-7-10 1488,-56-80-1488,0-1 1,0 1-1,0 0 0,0 0 1,0 0-1,0 0 0,0-1 1,0 1-1,0 0 0,0 0 1,0 0-1,0-1 0,0 1 1,0 0-1,0 0 0,0 0 1,0 0-1,0-1 0,0 1 1,0 0-1,0 0 0,0 0 1,0-1-1,0 1 0,0 0 1,0 0-1,0 0 0,0 0 1,0-1-1,1 1 0,-1 0 1,0 0-1,0 0 0,0 0 1,0 0-1,0 0 0,1-1 1,-1 1-1,0 0 0,0 0 1,0 0-1,0 0 0,1 0 1,-1 0-1,0 0 0,0 0 1,0 0-1,1 0 0,-1 0 1,0 0-1,0 0 0,0 0 1,0 0-1,1 0 0,-1 0 1,0 0-1,0 0 0,0 0 1,1 0-1,-1 0 0,0 0 1,0 0-1,0 0 0,0 1 1,1-1-1,-1 0 0,0 0 1,0-22-305,0 18 262,-1-10-171,-1-1 0,0 1 0,-1 0 0,0-1 0,-1 1 0,-1 1 0,0-1 0,-5-7 213,-17-31-1077,-18-25 1077,27 46-196,-64-112 532,82 143-271,-1-1 0,1 0 0,-1 1 0,1-1 0,-1 1 0,1-1 0,-1 1-1,0-1 1,1 1 0,-1-1 0,0 1 0,1 0 0,-1-1 0,0 1 0,1 0 0,-1 0 0,0-1 0,0 1 0,1 0 0,-1 0 0,0 0 0,0 0 0,0 0 0,1 0-65,-1 0 1320,24 18-1328,2-1 0,1-2 0,0 0 0,0-2 0,2-1 0,-1-1 0,24 6 8,-13-4-87,0 2 0,-1 1 0,-1 2 1,-1 1 86,-31-16-8,-1-1 0,1 1 0,-1 0 0,0 0 0,0 0 0,0 1 0,0-1 1,0 1-1,-1 0 0,1-1 0,-1 1 0,0 0 0,0 0 0,-1 1 0,1-1 0,-1 0 1,0 1-1,0-1 0,-1 0 0,1 1 0,-1-1 0,0 1 0,0-1 0,0 1 0,-1-1 1,1 1-1,-1-1 0,-1 2 8,-1 6 49,0-1-1,-1 0 1,0 0 0,-1 0 0,-1 0-1,1-1 1,-2 1 0,1-2 0,-2 1-1,1-1-48,5-7 16,-12 16 229,0-2 0,-2 0 0,0 0 0,-1-1 1,0-2-1,-2 1-245,15-13 5,4-1-400,0-12-3776,0-11 1075,0-18-3235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47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35 306 7283,'0'0'2089,"0"0"-117,0 0 306,0 0-237,0 0-451,0 0-213,-1 0-1014,-1 1 0,1-1-1,-1 1 1,0-1 0,1 0 0,-1 0 0,1 0 0,-1 0-1,0 0 1,1 0 0,-1 0 0,0-1 0,0 0-363,-1-10 83,0 0 0,1 0-1,0 0 1,1 0 0,1-1 0,-1 1 0,2-1 0,0 1 0,0 0-83,1-30 17,-2 33-13,1 1 1,1-1-1,-1 0 1,1 1-1,0-1 1,1 1-1,0-1 1,0 1-1,1 0 1,-1 0-1,2 1 1,-1-1-1,1 1 1,0-1-5,-2 3 2,0 1 1,0-1 0,1 1 0,-1 0 0,1 0 0,-1 0-1,1 0 1,0 0 0,0 1 0,0 0 0,1 0 0,-1 0-1,1 0 1,-1 1 0,1 0 0,-1 0 0,1 0-1,-1 0 1,1 1 0,0-1 0,0 1 0,-1 1 0,1-1-1,2 1-2,-4 0-11,0 0-1,-1 1 1,1-1-1,-1 0 1,0 1-1,1 0 1,-1 0-1,0 0 1,0 0-1,0 0 0,0 0 1,0 0-1,-1 0 1,1 1-1,-1-1 1,1 1-1,-1-1 1,0 1-1,1 2 12,17 55-27,-18-55 25,5 33 4,-1 0 0,-2 0-1,-2 0 1,-1 0 0,-3 5-2,2-7 10,-1-16 20,-1-1-1,0 1 1,-2-1 0,0 0-1,-1-1 1,-1 1 0,-7 11-30,-7 23 454,21-52-438,0-1 0,0 0 1,-1 0-1,1 1 1,0-1-1,0 0 1,0 1-1,0-1 1,0 0-1,0 1 0,1-1 1,-1 0-1,0 1 1,0-1-1,0 0 1,0 1-1,0-1 0,0 0 1,1 1-1,-1-1 1,0 0-1,0 0 1,0 1-1,1-1 0,-1 0 1,0 0-1,0 1 1,1-1-1,-1 0 1,0 0-1,0 0 1,1 0-1,-1 1 0,0-1 1,1 0-1,-1 0 1,0 0-1,1 0 1,-1 0-1,0 0 0,1 0 1,-1 0-1,0 0 1,1 0-1,-1 0 1,0 0-1,1 0 1,-1 0-1,0 0 0,1 0 1,-1 0-1,0 0 1,1-1-1,-1 1 1,0 0-1,0 0 0,1 0 1,-1-1-1,0 1 1,0 0-1,1 0 1,-1 0-17,26-10 60,-26 10-54,56-28 433,-2-2 0,-1-3 0,22-19-439,-15 10 556,-73 56-7695,-7 1-1075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56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0 222 9316,'0'0'2076,"0"0"-534,0 0 48,0 0-259,0 0-426,5 34-188,25 208 340,-20-110 2324,-7 97-3381,-3-165 733,0-62-669,0-11-118,0-807-562,10 824 680,38 53 123,22 24 177,-64-78-342,1 0 1,0-1-1,0 0 1,0 0 0,1-1-1,0 0 1,0-1-1,1 1 1,-1-2-1,2 1-22,-5-2 2,0-1-1,0 0 0,0 0 0,0 0 0,0 0 1,0-1-1,0 0 0,0 0 0,1-1 0,-1 1 0,0-1 1,0 0-1,0 0 0,0-1 0,0 0 0,0 0 0,-1 0 1,1 0-1,-1-1 0,1 1 0,-1-1 0,0 0 1,0-1-1,0 1 0,0-1 0,-1 1 0,3-5-1,8-10-105,-1-1 0,-1 0-1,-1-1 1,-1 0 0,6-17 105,-7 18-194,-5 8 115,12-21-418,-16 32 493,0 0 0,0 0 0,0 0 0,0 0 0,0 0 0,0 0 0,0 0 0,1 0 0,-1 0 0,0 0 1,0 0-1,0 1 0,0-1 0,0 0 0,0 0 0,0 0 0,0 0 0,0 0 0,0 0 0,0 0 0,0 0 0,0 0 0,1 0 0,-1 0 1,0 0-1,0 0 0,0 0 0,0 0 0,0 0 0,0 0 0,0 0 0,0 0 0,0 0 0,0 0 0,1 0 0,-1 0 0,0 0 0,0 0 1,0 0-1,0 0 0,0 0 0,0 0 0,0 0 0,0 0 0,0-1 0,0 1 0,0 0 0,0 0 0,1 0 0,-1 0 0,0 0 0,0 0 1,0 0-1,0 0 0,0 0 0,0 0 0,0 0 0,0 0 0,0-1 0,0 1 0,0 0 0,0 0 4,-2 21-130,-8 14 102,-1 0 0,-2-2 0,-1 1 0,-2-2-1,-1 0 1,-4 3 28,-13 27-7,-13 29 58,52-146-867,21-23 751,4 1 1,3 1-1,7-5 65,-24 48 2,-11 22 9,-2 4-7,0 0 1,1 0 0,-1 1 0,1-1-1,0 1 1,1 0 0,0 0 0,0 1-1,0-1 1,1 1-5,-5 4 1,-1 0 0,1 1 0,0-1 0,0 1 0,0-1 0,0 1 0,0 0 0,0-1 0,-1 1 0,1 0 0,0-1 0,0 1 0,0 0 0,0 0 0,0 0 0,0 0 0,0 0 0,0 0 0,0 0 0,0 0 0,0 1 0,0-1 0,0 0 0,0 0 0,0 1 0,0-1 0,0 1 0,0-1 0,0 1 0,-1-1 0,1 1 0,0 0 0,0-1 0,-1 1 0,1 0 0,0-1 0,-1 1 0,1 0-1,19 35 35,-20-35-33,14 36 166,-3 0-1,0 1 1,-3 0-1,-1 1 1,-2 0 0,-1 12-168,1 83 976,-7 28-976,0-26 238,2-135-900,0-1-920,0 0-1457,0-4-2366,0-17-2417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57.4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4 320 7139,'0'0'2140,"0"0"-347,0 0 314,0 0-250,0 0-664,-3-12 2456,3 5-3503,0-18 409,0 0 0,2 0 0,2-7-555,-2 22 51,1 0-1,0 0 1,0 0 0,1 0 0,0 1 0,1 0 0,0 0-1,1 0 1,4-5-51,-3 3 25,1 1-1,1 0 1,-1 0 0,1 1-1,1 0 1,5-3-25,-10 9-3,0 0 0,-1 0 0,1 1 0,0 0 0,0 0 0,0 0-1,1 1 1,-1 0 0,0 0 0,1 0 0,-1 0 0,0 1 0,1 0 0,-1 0 0,1 0 0,-1 1 0,0 0 3,-2 0-2,0 0 0,0 0 1,0 1-1,0-1 0,0 1 0,-1-1 0,1 1 0,-1 0 0,1 0 0,-1 0 0,0 1 1,0-1-1,0 1 0,0-1 0,0 1 0,-1-1 0,1 1 0,-1 0 0,1 0 0,-1 0 1,0 0-1,0 0 2,3 9 9,0 0 0,-1 0 1,0 0-1,-1 0 1,0 3-10,0 7 24,0 0 1,-1 1 0,-1-1-1,-2 0 1,0 0 0,-1 0-1,-1 0 1,-1 0 0,-1 0-1,-1-1 1,-1 0 0,-7 14-25,-18 19 180,-1-2 1,-18 18-181,-23 34 770,74-103-736,0-1 0,1 1 1,-1 0-1,1-1 0,-1 1 1,1 0-1,-1-1 0,1 1 0,0 0 1,-1 0-1,1-1 0,0 1 1,0 0-1,-1 0 0,1 0 1,0-1-1,0 1 0,0 0 0,0 0 1,0 0-1,0-1 0,0 1 1,1 0-1,-1 0 0,0 0 0,0 0 1,0-1-1,1 1 0,-1 0 1,1 0-1,-1-1 0,1 1-34,0 0 20,1 0-1,-1 0 1,1 0-1,0 0 1,-1-1-1,1 1 1,0-1-1,0 1 1,-1-1-1,1 1 1,0-1-1,0 0 1,0 0-1,1 0-19,12-1 50,-1 0-1,1 0 1,-1-2 0,5-1-50,33-12 216,0-3 1,-1-1-1,-1-3 1,39-25-217,-14 9 193,58-22-193,-152 72-3450,1 0 1,1 1-1,0 1 0,1 0 1,-7 8 3449,-24 23-8447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6:57.9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0 537 8900,'0'0'3028,"0"0"-1102,0 0 281,0 0-300,0 0-824,24-4-445,11-2-364,-1-2-1,0-1 1,-1-2 0,0-1 0,23-13-274,176-99 1296,75-62-1296,-301 181-659,-18 4-2097,-15 3 1006,-1 2 0,1 1 0,0 1 0,-17 6 1750,-43 10-2668,-33 0 1078,-85 19 2534,158-30 1798,1 3 0,0 2-1,-12 8-2741,55-23 1212,9-1-519,11-1-561,1-1-1,-1 0 0,1-1 1,-1-1-1,0-1 0,-1-1 0,1 0 1,-1-1-1,4-2-131,34-21 771,51-35-771,-58 35 384,-20 13-79,25-15 1052,-2-3 1,39-34-1358,-83 67-1893,-10 12-3105,1-6 4803,-11 20-6410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0.8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39 563 1985,'0'0'5477,"0"0"-3078,0 0-767,0 0 86,0 0-634,0 0-487,-8-1 324,6-4 4406,1-33-5110,1 1-1,2-1 1,1 0-1,3 1 1,1 0-1,1 0 1,5-9-217,-5 24-5,1 1 1,0 0 0,2 1-1,0 0 1,2 0 0,0 1-1,5-4 5,-12 16-9,0 0-1,1 0 0,-1 1 1,1 0-1,1 0 0,-1 1 1,1 0-1,0 0 1,0 0-1,1 1 0,-1 1 1,1-1-1,0 1 0,0 1 1,0 0-1,0 0 1,1 1-1,-1 0 0,2 0 10,-2 1-8,2 0-31,0 0 0,0 1 0,-1 0 0,10 2 39,-16-2-5,0 0 1,-1 1-1,1-1 0,-1 1 1,1-1-1,-1 1 0,0 0 0,0 1 1,0-1-1,0 0 0,0 1 1,-1 0-1,1-1 0,-1 1 1,3 3 4,2 5 16,0 1 1,-1-1 0,0 1 0,-1 1 0,-1-1 0,0 1 0,0-1 0,-1 1 0,-1 0-1,1 4-16,0 25 91,-1 0-1,-3 25-90,0-58 3,0 10 9,-2-1 0,0 1 1,-1-1-1,-1 0 0,-1 0 1,-1 0-1,0-1 0,-1 1 0,-1-2 1,-8 12-13,-17 24 65,-2-2 0,-28 27-65,-47 43 223,67-76 203,1 3-1,3 1 0,-4 11-425,31-32 451,13-26-436,0-1-1,0 1 0,0-1 0,0 1 0,0 0 1,0-1-1,0 1 0,0-1 0,0 1 0,0-1 1,0 1-1,0-1 0,1 1 0,-1 0 0,0-1 1,0 1-1,1-1 0,-1 1 0,0-1 0,1 0 1,-1 1-1,0-1 0,1 1 0,-1-1 1,1 1-1,0-1-14,3 2 43,0-1 1,0 0 0,0 0 0,0 0-1,1-1 1,-1 0 0,0 1 0,0-1 0,5-1-44,-4 1 7,30-1 172,0-2-1,-1-2 0,1-1 0,-1-1 0,8-5-178,169-60 247,-192 64-208,15-7 92,-28 11-173,1 1 0,-1 0 1,1 0-1,0 0 0,0 1 1,0 0-1,1 0 0,6 0 42,-14 2-501,0 0-385,10-47-10392,-6 30 7149,6-20-4961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1.3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4 295 8932,'0'0'1275,"0"0"-10,0 0 568,0 0-662,0 0-632,-2 5-75,1 4-211,1 1 0,-1-1 0,1 1 0,1-1-1,0 1 1,0-1 0,1 1 0,1 1-253,23 84 1504,-19-72-1138,-1-5-185,1-1 1,0 1 0,1-1 0,0 0 0,2-1 0,0 0 0,1-1 0,0 0-1,1 0 1,1-1 0,6 4-182,-8-8 41,0-1 0,0-1-1,1 0 1,1-1 0,-1 0 0,1-1-1,0 0 1,0-1 0,1 0 0,-1-1-1,1-1 1,0 0 0,0-1 0,1-1-1,3 0-40,-5 0 1,0-1 0,0 0 1,0-1-1,0-1 0,0 0 0,0-1-1,-7 2-2,0-1 0,-1-1 0,1 1 1,-1-1-1,0 0 0,0 0 0,0-1 0,0 1 1,0-1-1,-1 0 0,0-1 0,0 1 1,0-1-1,1-1 2,5-8-17,-1-1 1,0 0 0,-1 0-1,0-1 1,-2 0-1,0 0 1,0-1 0,-2 0-1,0 1 1,1-14 16,-1-8-65,-1-1 0,-3 1 0,-1-1 0,-3-12 65,2 34-11,-2-1 0,0 1 0,-1 0 1,0 1-1,-1-1 0,-1 1 0,-1 0 1,-1 1-1,0 0 0,-8-11 11,8 14 40,0-1 0,-1 1 0,-1 1 0,0 0-1,0 0 1,-1 1 0,0 1 0,-1 0 0,0 1 0,-1 0 0,1 1-1,-5-2-39,9 6 88,0 0 0,0 1-1,0 0 1,-1 0 0,1 1-1,0 0 1,-1 0 0,1 1-1,-1 0 1,1 1 0,0 0-1,-1 1 1,1 0 0,0 0-1,-4 2-87,2 1 68,0 0-1,0 1 0,1 0 1,0 0-1,0 1 1,0 1-1,1-1 1,0 2-1,0-1 0,1 1 1,-1 3-68,-4 5 18,0 1 1,2 1-1,0 0 1,1 0-1,1 1 1,0 0-1,2 1 1,1 0-1,0 0 1,2 0-1,0 1 1,1-1-1,2 2-18,0-11-125,0-6-182,0-1 0,1 1 0,0 0 0,0-1 0,0 1 0,0-1 0,1 1 0,0 0 0,0-1 0,1 0 0,0 1 0,-1-1 0,2 0 0,-1 0 1,1 0-1,-1 0 0,2 0 307,27 19-5723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3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89 10517,'0'0'3463,"0"0"-547,0 0-472,0 0-724,0 0-805,6 0-248,38 0 87,163-4 1064,-168 1-1658,0-2 0,0-2 0,0-1 1,11-6-161,-37 11 9,11-4 24,-20 4 67,-12 2 102,8 1-314,0 0 32,0 0 50,0 0 12,0 0 26,0 0-40,0 0-6,0 0-4,0 0 4,0 0 9,0 0 58,0 0 9,0 0 2,0 0-24,0 0-38,0 0-50,0 0-8,0 0 40,0 0-8,0 0 83,0 0 18,0 0-120,0 0 9,0 0 12,0 0 14,0 0 14,0 0-9,0 0-32,0 0 25,0 0-28,0 0-18,0 0 48,0 0 59,0 0 34,0 0-13,0 0-93,0 0 37,0 0-37,0 0 53,0 0 50,0 0 4,0 0-57,0 0-8,0 0-42,0 0 5,0 0 11,0 0 55,0 0 4,0 0 26,0 0-14,0 0-84,0 0-6,0 0 48,0 0-32,0 0 45,0 0 14,0 0 21,0 0-30,0 0-23,0 0-6,0 0-63,0 0 42,0 0 21,0 0 22,0 0 13,0 0 26,0 0-23,0 0-56,0 0-25,0 0 57,0 0-16,0 0 26,0 0 30,0 0-1,0 0-28,0 0-44,0 0-20,0 0 23,0 0 8,0 0 43,0 0 19,0 0-11,0 0-19,0 0-23,0 0-14,0 0-11,0 0 54,0 0-67,0 0 29,0 0 86,0 0-11,0 0-14,0 0-26,0 0-21,0 0 2,0 0-29,0 0 46,0 0-30,0 0 50,0 0 22,0 0-29,0 0-51,0 0-16,0 0 16,0 0-8,-1 0 3,-1 0 61,1 0 18,1 0-34,0 1-1,0-1 1,-1 0-1,1 0 0,0 0 1,0 0-1,-1 0 0,1 0 1,0 0-1,0 0 1,-1 0-1,1 0 0,0 0 1,0 0-1,0-1 1,-1 1-1,1 0 0,0 0 1,0 0-1,0 0 1,-1 0-1,1 0 0,0 0 1,0-1-1,0 1 1,-1 0-1,1 0 0,0 0 1,0 0-1,0-1 1,0 1-1,0 0 0,0 0 1,-1 0-1,1-1 1,0 1-1,0 0 0,0 0 1,0-1-1,0 1 1,0 0-1,0 0 0,0-1 1,0 1-1,0 0 1,0 0-1,0 0 0,0-1 1,0 1-1,0 0-15,0-1 34,0 1 0,0 0 0,0-1 0,0 1 0,0 0 0,0-1 0,0 1 0,0-1 0,0 1 0,0 0 0,0-1 0,-1 1 0,1 0 0,0-1 0,0 1 0,0 0 0,-1-1 0,1 1 0,0 0 0,0 0 0,-1-1 0,1 1 0,0 0 0,0 0 0,-1-1 0,1 1 0,0 0 0,-1 0 0,1 0 0,0 0 0,-1-1 0,1 1 0,-1 0 0,1 0 0,0 0 0,-1 0 0,1 0 0,0 0 0,-1 0 0,1 0 0,-1 0 0,1 0 0,0 0 0,-1 0 0,1 0 0,0 1 0,-1-1 0,1 0 0,-1 0-34,1 0 43,0 0-99,0 0 48,0 0-27,0 0 38,0 0 15,0 0-20,0 0-129,0 0-96,0 0-285,0 0-464,0 0-753,0 0-1019,0-3-2156,0-12-3702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4.3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1 357 13430,'0'0'1684,"0"0"-1,0 0 243,0 0-749,29 11-481,-4-2-537,3 1 15,0 1 1,-1 1-1,0 1 1,-1 1-1,0 2 1,11 9-175,-1 4 158,-2 2-1,0 1 1,-3 1 0,-1 2-1,-1 1 1,-2 2 0,-1 0 0,-3 2-1,6 14-157,-23-41 94,16 28 24,-21-39-96,0-1 1,0 0-1,0 0 1,0 0-1,0 0 0,0 1 1,0-1-1,0-1 1,0 1-1,0 0 1,0 0-1,1 0 1,-1-1-1,0 1 0,1 0 1,-1-1-1,0 0 1,1 1-1,-1-1 1,1 0-1,-1 1 1,1-1-1,-1 0 0,0 0 1,1 0-1,0 0-22,0-2 12,-1 1 0,0 0-1,1-1 1,-1 1 0,0-1 0,0 1-1,0-1 1,0 0 0,0 1-1,0-1 1,-1 0 0,1 0 0,-1 1-1,1-1 1,-1 0 0,1 0-1,-1 0 1,0 0 0,0-1-12,2-8 55,12-47-53,-2-1 0,-4-1 0,-1 0 0,-4-3-2,-2-246-112,-3 151 133,1 78-265,-1 58-1992,2 56-2661,0 9-828,3 1-1878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5.1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1 9861,'0'0'1635,"0"0"363,0 0-208,0 0-789,-1 27-316,1 0-472,-2 19 514,2-1 1,7 42-728,1 12 2505,-6 99-2505,-2-117 379,0-77-359,-1-3-17,1-1-1,0 1 1,0 0-1,0-1 0,-1 1 1,1 0-1,0-1 1,0 1-1,0 0 0,0-1 1,0 1-1,0 0 0,1-1 1,-1 1-1,0 0 1,0 0-1,0-1 0,1 1 1,-1-1-1,0 1 1,1 0-1,-1-1 0,0 1 1,1-1-1,-1 1 1,1-1-1,-1 1 0,1-1 1,-1 1-1,1-1 1,0 1-1,-1-1 0,1 0 1,-1 1-1,1-1 1,0 0-3,0-25-158,-1 15 130,0-40-70,-2-1 1,-2 1 0,-3-11 97,-2 12 11,2-1-1,2 0 1,2-1 0,3-20-11,1 67 0,-1-1 0,1 1 0,1 0 0,-1 0 0,0 0 1,1 0-1,0 0 0,0 0 0,0 1 0,1-1 0,-1 0 0,1 1 1,0 0-1,0 0 0,0 0 0,0 0 0,0 0 0,1 0 0,-1 1 1,1 0-1,0-1 0,0 2 0,-1-1 0,1 0 0,1 1 0,-1-1 1,0 1-1,0 0 0,16-4 5,1 1 1,-1 0 0,0 1-1,1 2 1,7 0-6,-17 0-2,0 0-13,0 1 1,0 0-1,0 1 0,-1 0 0,1 1 1,3 0 14,-11-1-6,0 0 1,0 0-1,-1 1 1,1-1 0,0 1-1,-1-1 1,1 1 0,-1 0-1,1 0 1,-1 0 0,0 0-1,0 0 1,0 0 0,0 1-1,0-1 1,-1 1-1,1-1 1,-1 1 0,1 0-1,-1-1 1,0 1 0,0 0-1,0 0 1,0 2 5,2 7-31,-1 1 0,0-1 0,-1 1 0,0 0 0,-1 0 0,0-1 0,-1 1 0,-1 0 0,0-1 0,0 1 0,-4 9 31,-1-3-21,0-1 0,-2 0 0,0-1 0,0 0 0,-2 0 0,0-1 0,-4 3 21,-45 46-21,42-47 23,1-1 1,1 2-1,-2 4-2,17-21 14,0-1-1,-1 1 1,1-1-1,0 1 0,0-1 1,0 1-1,0 0 1,1 0-1,-1 0 1,0-1-1,1 1 0,-1 0 1,1 0-1,0 0 1,-1 0-1,1 0 0,0 0 1,0 0-1,0 0 1,1 0-1,-1-1 0,0 1 1,1 0-1,-1 0 1,1 0-1,0 0 1,-1 0-1,1-1 0,0 1 1,0 0-1,0-1 1,1 1-1,-1-1 0,0 1 1,0-1-1,1 0 1,-1 1-1,1-1 1,-1 0-1,1 0 0,0 0 1,-1 0-1,1 0 1,0 0-1,0 0-13,7 3 105,1-1 0,-1 0 0,0 0 0,1-1 0,0 0 0,-1 0 0,1-1 0,2-1-105,143 1 1427,-154-1-1987,-1-6-3335,1-15-1214,1-10-4141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5.6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1 220 5683,'0'0'2155,"0"0"-546,0 0 443,0 0-244,0 0-332,0-16 1256,1 9-2521,0 1 0,0 0 1,1 0-1,0 0 1,0 0-1,1 0 1,0 0-1,0 0 0,0 1 1,1 0-1,-1-1 1,1 1-1,1 0 0,-1 1 1,1-1-1,0 1-211,11-11 267,1 0 0,1 1 0,19-11-267,-26 18 7,0 1 1,0 1-1,1 0 1,0 0-1,8-1-7,-14 4-3,0 1 0,0 0 0,0 0 0,0 0 1,1 1-1,-1-1 0,0 2 0,0-1 0,1 1 0,-1 0 0,0 0 1,2 1 2,-5-1-6,0 1 1,-1 0 0,1 0 0,0 0-1,-1 0 1,1 0 0,-1 1 0,0-1-1,1 1 1,-1 0 0,-1-1 0,1 1 0,0 0-1,-1 0 1,1 0 0,-1 0 0,0 1-1,0-1 1,0 0 0,0 0 0,-1 1-1,1 1 6,1 12-5,0 1 0,0 0 0,-2 11 5,1-15 1,-1 0 1,0 0 0,-1 1-1,-1-1 1,0 0-1,0 0 1,-2-1-1,0 1 1,0-1-1,-1 1 1,-1-1 0,-7 12-2,-24 31 32,-2-1 0,-3-2 0,-41 39-32,82-92 40,1 1 0,-1 0-1,0-1 1,1 1 0,-1 0 0,0 0 0,1-1 0,-1 1 0,1 0 0,-1 0 0,1 0 0,0-1 0,-1 1 0,1 0 0,0 0 0,-1 0 0,1 0 0,0 0 0,0 0 0,0 0 0,0 0-40,12 7 468,34-5 44,-37-4-322,39 2 285,1 0-1,1-2 1,-1-3 0,7-2-475,-54 5-98,-1 1 1,1-1-1,-1 1 0,1-1 1,-1 0-1,1 1 0,-1-1 1,0 0-1,0 0 0,1 0 1,-1 0-1,0 0 0,0 0 1,0-1-1,0 1 1,0 0-1,0 0 0,0-1 1,0 1-1,-1-1 0,1 1 1,0-1 97,10-39-5812,-2 9-891,9 1-3619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5.9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61 11029,'0'0'1745,"0"0"-144,0 0 1024,0 0-1137,0 0-543,241-18 63,-153 6-95,-17 3-417,-13-4-224,-21 7-128,-23 3-128,-7 3-16,-7 0-112,0 0-336,0 0-1201,-7 0-1808,-10 0-2258,10 0-2977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6.3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9989,'0'0'936,"0"0"371,0 0 486,0 0-531,19 30-304,4 4-625,14 21 597,-3 1 0,9 24-930,28 56 1998,5-2 0,38 42-1998,-96-155-19,-9-14 142,-5-14 590,-4-659-519,1 632-115,1 0-1,2 1 1,1-1-1,2 1 1,1 1-1,2-1 1,7-15-79,-57 133-9007,13-30 2631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6.9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0 5987,'0'0'2726,"0"0"-1693,0 0 904,3 35 437,14 113-776,-11-106-591,3 0 0,1-1-1,3 3-1006,11 43 1291,-20-58-801,-3-22-337,0 1 0,0 0 0,0-1-1,1 1 1,1-1 0,-1 1 0,1-1 0,2 4-153,-4-39 448,-9-5-599,-3 1-1,-11-24 152,-6-19-198,16 43 285,2-1-1,2 0 1,1-1 0,1 0-1,2 0 1,1-22-87,11 55 248,18 1-238,-1 1 0,1 1 0,-1 1-1,0 1 1,0 1 0,0 2 0,-1 0 0,1 2-1,-2 0 1,1 2 0,-2 1 0,13 8-10,-23-12-41,0 0 1,-1 1 0,0 0-1,0 1 1,-1 1 0,0-1-1,-1 1 1,0 1-1,-1 0 1,2 5 40,-6-11-20,-1 1-1,0 0 1,0 0-1,0 0 1,-1 0 0,0 0-1,-1 0 1,0 1-1,0-1 1,0 0-1,-1 1 1,0-1 0,-1 1-1,1-1 1,-1 0-1,-1 1 1,0-1 0,0 0-1,0 0 1,-1 0-1,-1 2 21,-4 5 20,-1 0 1,0-1-1,-1 0 0,0-1 0,-1 0 1,-1 0-1,0-1 0,-2 1-20,-12 8 275,0 0 0,-2-2 0,-16 8-275,30-17 224,10-6-146,1-1 1,-1 1 0,0-1 0,0 0 0,-1 0-1,1 0 1,0-1 0,-1 0 0,1 0 0,-3 1-79,6-2-155,1 0-667,0 0-1208,6-2-1695,25-8-1712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7.5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1 283 6739,'0'0'2636,"0"0"-638,0 0 940,0 0-615,0 0-949,0-6-213,3-4-870,0-1 0,0 1 1,1 0-1,0 0 0,0 0 0,1 0 1,1 1-1,0 0 0,0 0 1,1 1-1,3-5-291,4-3 270,1 0 1,1 0-1,0 2 1,1 0 0,10-7-271,-10 11 45,0 0 1,0 1 0,1 0 0,3 0-46,-13 6-9,-1 1 1,1 0-1,-1 0 0,1 0 0,0 1 0,0 0 0,-1 1 0,1 0 0,0 0 0,0 1 0,7 1 9,-13-2-4,0 1-1,0 0 1,0 0 0,-1 0-1,1 0 1,0 0 0,-1 0-1,1 1 1,-1-1 0,1 0-1,-1 1 1,0-1 0,1 1-1,-1 0 1,0-1 0,0 1-1,0 0 1,0 0 0,-1 0-1,1 0 1,0-1 0,-1 1-1,1 0 1,-1 0 0,0 1 4,6 56-79,-6-50 66,1 8-17,0-1-1,-1 1 1,-1-1 0,0 1 0,-2-1-1,0 1 1,0-1 0,-2 0 0,0 0-1,-1-1 1,0 1 0,-4 4 30,-40 61-145,-3-3-1,-50 55 146,51-67 96,50-63-82,0-1 19,0 0 0,0 1 1,0-1-1,0 1 0,1-1 0,-1 1 1,1 0-1,-1 0 0,1-1 0,0 1 1,0 0-1,1 0 0,-1 0 0,1 0 0,-1 2-33,6-5 118,15 0 92,9 1 47,1-1 0,-1-2 0,0 0 0,0-3 1,-1 0-1,7-3-257,36-13 310,-10 4-3250,0-4-7178,-19 4-265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7.9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0 174 13350,'0'0'1265,"0"0"-625,0 0 1809,0 0-1184,0 0-881,225-6 608,-130-15 81,0-7-449,-10 4-80,-14 2-95,-24 4-369,-20 6-80,-20 6-209,-7 0-591,0 0-1249,-17-1-800,-30 1-865,-21-6-2929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08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0 721 10149,'0'0'2163,"0"0"-63,0 0-72,0 0-1084,39-15-669,128-47 80,-138 51-179,1 2 1,0 2 0,0 0 0,1 2-1,0 1 1,0 2 0,0 1 0,10 1-177,-37 0 14,-1 1 0,1-1 0,-1 0 0,1 1 0,-1 0 0,0 0 0,1 0 0,-1 0 0,0 0 0,0 1 0,0-1 0,0 1 0,0 0 0,0 0 0,0 0 0,-1 0 0,1 1 0,-1-1 0,1 1 0,-1 0 0,0-1 0,0 1 0,1 1-14,4 9 93,-1 1 0,0-1 0,-1 1 0,0 0 1,0 3-94,18 47 303,-18-55-280,-1 0 0,1-1 1,0 0-1,1 0 0,0 0 1,0-1-1,1 0 0,0 0 1,0 0-1,0-1 0,1 0 1,0-1-1,1 1 0,-1-2 0,1 1 1,-1-1-1,2 0 0,-1-1 1,0 0-1,0-1 0,1 0 1,0 0-1,6 0-23,-3-1-4,1-1 0,-1 0 0,0 0 0,0-2 0,0 1 0,0-2 0,0 0 0,0 0 0,-1-1 0,1-1 0,-1 0 0,0 0 0,0-1 0,-1-1 0,0 0 0,0-1 0,-1 0 0,1-1 4,23-21 42,-1-1 1,-2-2-1,-1-1 0,-2-2 0,23-36-42,-36 47 27,-1 0 0,-1 0-1,-1-1 1,-2-1-1,0 0 1,-2 0 0,0-1-1,-3 0 1,3-27-27,-5 29-96,-2 0 0,0-1 1,-2 1-1,-3-11 96,3 30-24,0 0-1,0 0 1,-1 0-1,0 0 1,-1 1 0,0-1-1,0 0 1,0 1 0,-1 0-1,0 0 1,0 0-1,0 0 1,-1 1 0,0-1-1,0 1 1,0 0-1,0 1 1,-3-2 24,-5-2 0,-1 0-1,0 1 1,-1 1-1,1 0 1,-1 1-1,0 1 1,-1 0-1,1 1 1,0 1-1,-1 0 1,0 1-1,1 1 1,-1 0-1,-1 1 1,-3 1 34,1 0 0,0 2 0,0 0 0,0 1 1,0 0-1,1 2 0,0 0 0,1 2 0,-1-1 0,1 2 0,-2 2-34,-20 17 170,1 2-1,1 1 1,2 2 0,-6 9-170,19-18 140,1 1 1,2 1 0,0 0 0,2 2 0,1 0 0,-7 18-141,19-34 100,0 0 1,1 0 0,0 1-1,1-1 1,1 1 0,0-1-1,1 1 1,1 7-101,-1 1 302,1-19-202,0-1 0,-1 1 1,1-1-1,0 0 0,0 1 0,1-1 0,-1 0 1,0 0-1,1 0 0,-1 1 0,1-1 1,0-1-1,0 1 0,-1 0 0,1 0 1,1-1-1,-1 1 0,0-1 0,0 0 1,0 1-1,1-1 0,-1 0 0,1-1 0,-1 1 1,0 0-1,1-1 0,0 1 0,1-1-100,-3 0 265,-2 1-495,1 0 0,0 0 1,0 0-1,-1 0 1,1 0-1,-1 0 0,1 0 1,-1-1-1,1 1 1,-1 0-1,1 0 0,-1-1 1,0 1-1,1 0 1,-1-1-1,0 1 0,0-1 1,0 1-1,1-1 1,-1 1-1,0-1 1,0 1-1,0-1 0,0 0 1,0 1-1,0-1 1,0 0-1,0 0 0,0 0 1,1 0-1,-1 0 1,0 0-1,0 0 0,0 0 1,0 0-1,-1-1 230,-5 2-936,-30 3-6027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0.0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44 431 1265,'0'0'1149,"0"0"-575,0 0 192,0 0 346,0 0 300,-5-7 340,-16-22 423,10 20 2604,6 13-1971,4 15-1338,2-11-1294,1 0-1,0 1 1,1-1 0,0 0-1,0 0 1,1-1-1,-1 1 1,2-1-1,0 2-175,51 66 950,-28-39-631,326 416 797,-346-442-1111,23 27 67,-29-35-65,0-1 0,0 1 0,0 0 1,0-1-1,0 1 0,0-1 0,0 1 0,1-1 0,-1 0 0,1 0 0,-1 0 0,0-1 1,1 1-1,-1 0 0,3-1-7,-2-6 122,12-75-124,-3 0-1,-4 0 1,-3-17 2,-5 91-3,6-532-149,-8 315 488,2 223-325,0 1-33,0 0-90,0 0-253,0 3-422,0 93-6828,0-48 1794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0.8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69 227 10373,'0'0'1622,"0"0"-198,0 0 361,0 0-699,0 0-251,-1 32 166,1 106 28,2-100-417,2-1-1,2 0 0,4 14-611,6 36 930,-14-60-681,-1-15-100,0-1-1,0 1 0,2 0 0,-1-1 0,2 3-148,-3-73-187,-10 12-95,-2 0-1,-2 1 1,-7-12 282,-19-75-145,29 87 206,2 0-1,3-1 1,1 1 0,3-20-61,1 62 7,0 1 0,0 0 0,1 0 0,-1-1 0,1 1 1,0 0-1,0 0 0,0 0 0,0 0 0,1 0 0,-1 0 0,1 0 1,0 0-1,0 1 0,0-1 0,0 1 0,0-1 0,0 1 0,2-2-7,2 0 11,0 0-1,0 0 1,0 1 0,0 0-1,1 0 1,0 0-1,-1 1 1,1 0-1,2-1-10,17-2 24,1 1 0,-1 2-1,1 0 1,14 2-24,-36 0-6,0 0 0,0 1 0,0 0 0,0-1 0,-1 2 0,1-1 0,0 1 0,0-1 0,-1 1 0,1 1 0,-1-1 0,0 1 0,1-1-1,-1 1 1,0 1 0,-1-1 0,1 0 0,-1 1 0,1 0 0,-1 0 0,0 0 0,0 0 0,-1 0 0,1 0 0,-1 1 0,0-1 0,0 1 0,-1 0 0,1 0 0,-1 0 0,0-1 0,0 5 6,1 3-12,0 1 0,-1-1 1,0 1-1,-1-1 0,-1 1 1,0-1-1,-1 1 0,0-1 1,-1 1-1,0-1 0,-1 0 1,-5 11 11,1-8-9,0 0 0,-2-1 0,0 0 0,0 0 1,-1-1-1,-9 8 9,-81 68-39,69-62 48,29-25 3,0 0 0,0 1 0,0-1-1,1 1 1,-1 0 0,1 0 0,-1 0 0,1 0 0,0 0 0,0 0-1,1 1 1,-1-1 0,1 0 0,0 1 0,-1 0 0,1-1-1,1 1 1,-1 0 0,1-1 0,-1 1 0,1 0 0,0 0 0,0 1-12,2-1 18,-1 0 1,0 0 0,1 0 0,0 0 0,0-1-1,0 1 1,0 0 0,1-1 0,-1 1 0,1-1-1,0 0 1,0 0 0,0 0 0,0 0-1,1-1 1,-1 1 0,1-1 0,-1 0 0,3 1-19,10 5 59,1 0 1,-1-1-1,2-1 1,-1-1-1,1 0 1,0-1-1,0-1 1,0-1-60,40 3 1717,52-3-1717,-110-1-468,0-3-10413,0-7 9717,0-23-6738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1.5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32 267 4402,'0'0'4530,"0"0"-2638,0 0-190,0 0 59,0 0-868,0 0-324,-1 1-395,0-1 0,0 1 1,0-1-1,1 0 0,-1 1 1,0-1-1,0 0 1,0 0-1,0 0 0,0 0 1,0 0-1,0 0 1,0 0-1,1 0 0,-1 0 1,0 0-1,0 0 0,0-1 1,0 1-1,0 0 1,1 0-1,-2-1-174,2-19 698,0 1-230,0-1 1,1 1 0,1 0 0,2-3-469,-3 15 51,2-1 0,-1 1 0,1 0 0,0 0 0,0 0 0,1 0 0,0 1 0,0-1 0,1 1 0,-1 0 0,1 0 0,3-1-51,-1 0 20,0 1 0,1 0 0,-1 1 0,2 0 0,-1 0 0,0 1-1,1 0 1,0 0 0,0 1 0,0 0 0,0 0 0,0 1 0,1 1-1,-1 0 1,1 0 0,-1 0 0,1 1 0,8 2-20,-16-2-4,1 1 0,-1-1 0,0 1 0,1 0 1,-1 0-1,0 0 0,0 0 0,0 1 0,0-1 0,0 0 0,0 1 0,0-1 0,0 1 1,-1 0-1,1 0 0,0 0 0,-1 0 0,0 0 0,1 0 0,-1 0 0,0 0 1,0 0-1,0 1 0,-1-1 0,1 0 0,0 3 4,3 8-16,0 0 0,-1 0 0,-1 1 0,1 4 16,-1-3 9,-1-1 0,0 0 1,-1 1-1,0-1 1,-1 1-1,-1-1 0,0 1 1,-1-1-1,0 0 1,-1 0-1,-1-1 1,0 1-1,-1-1 0,-1 0 1,0 0-1,0-1 1,-3 2-10,-33 42 185,-30 27-185,28-33 719,-28 42-719,72-91 30,0 0 1,0 0-1,0 1 0,0-1 1,0 0-1,1 1 0,-1-1 1,0 1-1,1-1 0,-1 1 1,1-1-1,0 1 0,-1-1 0,1 1 1,0-1-1,0 1 0,0-1 1,0 1-31,1-1 15,-1 0 0,0 0 0,1 0 1,-1-1-1,1 1 0,-1 0 0,1 0 1,-1-1-1,1 1 0,0 0 0,-1-1 0,1 1 1,0 0-1,0-1 0,-1 1 0,1-1 1,0 1-1,0-1 0,0 0 0,0 1 1,0-1-1,-1 0-15,8 2 71,0-1 1,0 0-1,0 0 0,-1 0 1,1-1-1,2-1-71,-1 1 92,15 0 71,-1 0 1,1-2 0,0-1-1,-1-1 1,0-1-1,0-1 1,0-1 0,0 0-1,1-3-163,-14 7 54,0 0-152,-1-5-3665,-8 8 1779,6 0-5233,9-3-1889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1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1 190 9076,'0'0'4205,"0"0"-1972,0 0 2,0 0-540,0 0-1127,9 0-325,14 0-19,0-2 0,0 0 0,0-2 0,0 0 0,-1-2 0,8-3-224,7-4 199,-13 6-182,-1-2 0,0 0 1,-1-1-1,0-2 1,11-7-18,-32 19-122,0-1 0,0 1 0,0-1 1,-1 1-1,1-1 0,0 1 0,0-1 1,0 1-1,-1-1 0,1 0 0,0 1 1,-1-1-1,1 0 0,-1 0 0,1 1 0,-1-1 1,1 0-1,-1 0 0,1 0 0,-1 0 1,0 0-1,0 0 0,1 1 0,-1-1 1,0 0-1,0 0 0,0 0 0,0 0 0,0 0 1,0 0-1,0 0 0,0 0 0,-1 0 1,1 0-1,0 0 0,0 0 0,-1 0 1,1 1-1,-1-1 0,1 0 0,-1 0 1,1 0-1,-1 0 0,1 1 0,-1-1 0,0 0 1,1 1-1,-1-1 0,0 0 0,0 1 1,1-1-1,-1 1 0,0-1 0,0 1 1,0 0-1,0-1 0,0 1 0,0 0 122,-9-5-1613,0 1 0,-1 0 0,0 0 0,-8 0 1613,12 2-847,-56-16-6228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2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 9012,'0'0'3684,"0"0"-1504,0 0-104,0 0-278,0 0-739,37 0-227,122 0-122,-137 0-572,32 1 674,0-3-1,1-1 0,5-5-811,-50 8 79,-6 6-5435,-4 0-852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3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1 563 8644,'0'0'2105,"0"0"-438,0 0 526,0 0-917,0 0-943,9-31-186,33-103 136,-31 93 323,-2 0 1,-1 0-1,-3-1 0,-1 1 1,-2-1-1,-3-42-606,0 21 1495,1 61-892,0 2-150,0 4-354,0 106-239,1 194 2155,18 76-2015,-5-314 160,-14-65-426,0-1-436,0 2-2185,0-1-2512,0-1-938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3.6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550 242 6755,'0'0'2612,"0"0"-1350,0 0 517,0 0-159,0 0-913,-2-19-134,-5-57 220,6 71-694,0 0 0,-1 0 0,1 1 0,-1-1 0,0 1 0,-1-1 0,1 1 1,-1 0-1,0 0 0,0 0 0,0 0 0,0 1 0,-1-1 0,1 1 0,-1 0 0,0 0 1,0 0-1,0 0 0,0 1-99,-7-6 243,0 0-94,-1 1 0,0 0 1,0 1-1,0 0 0,0 0 0,-1 2 0,0 0 1,0 0-1,-1 1 0,-5 0-149,10 1 84,0 1-1,1 1 1,-1 0-1,0 0 1,1 1-1,-1 0 1,1 0-1,-1 1 1,1 0-1,0 1 1,-1-1-1,1 2 1,1-1-1,-1 1 0,0 0 1,-6 6-84,-5 4 140,1 2 1,1 0-1,1 1 1,0 1-1,1 1 1,1 0-1,-3 6-140,10-14 77,1 0 1,0 1-1,0 0 0,1 0 0,0 1 1,1-1-1,1 1 0,0 0 0,1 0 1,0 0-1,1 0 0,0 1 1,2 10-78,-1-22 4,0 0 0,1 0 1,-1 0-1,1 0 0,0 0 1,-1 0-1,1-1 0,0 1 1,0 0-1,0 0 0,0-1 1,1 1-1,-1-1 0,0 1 1,1-1-1,-1 1 1,1-1-1,-1 0 0,1 0 1,-1 0-1,1 0 0,0 0 1,0 0-1,0 0 0,0 0 1,-1-1-1,1 1 0,0-1 1,1 1-5,7 0 8,1 1 1,0-1-1,0-1 0,-1 1 1,2-2-9,3 1 21,3 0-21,0-1-1,1 0 1,-1-1 0,0-1 0,0-1-1,0-1 1,0 0 0,-1-1 0,1-1-1,12-8 1,8-7-48,-30 15 49,0 2-1,1-1 1,-1 1 0,1 1 0,1 0-1,-1 0 1,1 0 0,-1 1 0,1 1 0,0 0-1,3 0 0,-12 2 0,0 0-1,0 0 1,0 0-1,0 1 0,0-1 1,0 0-1,0 1 1,0-1-1,0 0 1,0 1-1,0 0 0,0-1 1,-1 1-1,1-1 1,0 1-1,0 0 1,-1 0-1,1-1 0,0 1 1,-1 0-1,1 0 1,-1 0-1,1 0 1,-1 0-1,1 0 0,-1-1 1,0 1-1,1 0 1,6 34 65,-5-23-31,6 50 238,-4 0-1,-2 0 1,-4 37-272,0-1-9528,2-108 556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4.0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10549,'0'0'1729,"0"0"-1169,0 0 2865,0 0-943,0 0-1362,3 208-159,1-153-49,-4-9-416,0-3-464,0-3-32,0-10-640,-4-5-1553,1-19-2081,3-6-3266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4.8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1 193 7139,'0'0'2503,"0"0"-409,0 0 230,0 0-796,0 0-452,1-5 33,1 2-1016,0 0-1,0 0 0,1 0 0,-1 1 0,0-1 0,1 0 0,0 1 0,-1 0 0,1 0 0,0-1 0,0 2 0,1-1 0,-1 0 0,0 1 0,0-1 0,1 1 0,-1 0 0,1 0 0,-1 0 0,1 1 0,0-1-92,91-11 1146,-87 12-996,-5 0-128,29-3 224,0 1 0,0 3 0,0 0-1,5 2-245,-34-2-5,0 0-1,0 0 1,0 0-1,-1 0 1,1 0-1,-1 1 1,1-1-1,-1 1 1,1 0-1,-1-1 1,0 1-1,0 0 1,0 0-1,0 1 1,0-1-1,0 0 1,-1 1-1,1-1 1,-1 1-1,1-1 1,-1 1-1,0 0 1,0-1-1,0 1 1,-1 0-1,1 0 1,-1 0-1,1 0 1,-1 0-1,0 0 1,0 0-1,0-1 1,-1 2 5,1 4-16,0 0 1,-1 0 0,0-1-1,0 1 1,-1 0 0,0 0 0,-1-1-1,0 1 1,0-1 0,0 0-1,-1 0 1,-1 3 15,-12 9-53,-1-1 1,0 0-1,-1-1 1,-1-1-1,-1-1 1,0-1-1,-1-1 0,0 0 1,-1-2-1,-20 7 53,16-7-300,39-12-7,27-2 205,33 0 70,-33 0 91,0 2 1,0 1-1,15 4-59,-50-4 5,0 1-1,0 0 0,0 0 1,0 0-1,0 0 0,-1 0 1,1 1-1,-1 0 0,1 0 1,-1 0-1,1 0 0,-1 0 1,0 1-1,0 0 1,0-1-1,-1 1 0,1 0 1,-1 0-1,1 1 0,-1-1 1,0 0-1,0 1 0,0-1 1,-1 1-1,1 0 0,-1-1 1,0 1-1,0 0 0,-1 0 1,1 0-1,-1 0 0,1 0 1,-1 0-1,-1 3-4,1 1 13,0 1 1,-1-1-1,0 0 1,-1 1-1,0-1 1,0 0-1,-1 0 1,0-1-1,0 1 1,0 0-1,-1-1 0,-1 0 1,1 0-1,-1 0 1,0-1-1,-1 1-13,-8 6 51,0-1-1,-1-1 0,0 0 0,-1-1 1,0-1-1,0-1 0,-8 3-50,43-26-337,1-1 0,-2-2-1,4-4 338,23-22-228,8-5 294,2 1-1,2 3 1,45-26-66,-97 68 66,1 0 0,0 0 0,0 0-1,0 1 1,1-1 0,-1 1 0,0 1 0,1-1 0,-1 1-1,1 1 1,0-1 0,0 1-66,-6 0 3,0 0 1,0 1-1,0-1 0,0 0 0,0 1 1,0-1-1,0 1 0,0-1 1,0 1-1,0-1 0,0 1 1,0 0-1,-1 0 0,1-1 0,0 1 1,0 0-1,-1 0 0,1 0 1,0 0-1,-1 0 0,1 0 1,-1 0-1,1 0 0,-1 0 0,0 0 1,1 0-1,-1 0 0,0 0 1,0 0-1,0 0-3,6 41-3,-6-33 11,2 43 69,-2-36 28,0 1-1,1 0 1,1-1 0,0 1-1,5 14-104,-6-29 24,-1-1-1,0 0 0,0 0 0,0 1 0,1-1 1,-1 0-1,1 0 0,-1 0 0,1 0 1,-1 0-1,1 0 0,0 1 0,-1-1 0,1 0 1,0-1-1,0 1 0,0 0 0,0 0 1,0 0-1,0 0 0,0-1 0,0 1 0,0-1 1,0 1-1,0-1 0,0 1 0,1-1 1,-1 1-1,0-1 0,0 0 0,1 0 1,-1 0-1,0 1 0,0-1 0,1 0 0,-1-1 1,0 1-1,0 0 0,1 0 0,-1 0 1,0-1-1,0 1 0,0-1 0,0 1 0,1-1 1,-1 1-1,0-1 0,0 0 0,1 0-23,6-6 117,0 1 0,0-1 0,0 0 0,-1-1-1,5-6-116,-7 8 4,62-80 65,-3-2 0,-5-3-1,11-29-68,48-73 1921,-116 190-1841,6-10 409,0 1 1,1 0-1,0 1 1,12-11-490,-20 21 165,-1 1-85,0 0-120,0 0 3,0 0-32,0 0-49,0 0-221,-6 4-512,-148 98-9914,83-61 475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17.2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637 1 8452,'0'0'1441,"0"0"47,0 0 1159,0 0-681,0 0-672,0 2-104,-3 248 3441,-3-124-2232,-23 123-2399,24-223-765,2-17 353,2 0 0,-1 0 0,1 0 0,0 0 0,1 1 1,0 0 411,-21-6-56,-20 16-54,0 1 1,-27 20 109,-6 3 2,-10 2 26,16-9 195,1 2-1,-41 33-222,108-71 7,-1-1 1,0 0 0,0 0 0,1 1 0,-1-1 0,0 1 0,1-1-1,-1 1 1,0-1 0,1 1 0,-1-1 0,1 1 0,-1-1 0,0 1-1,1-1 1,0 1 0,-1 0 0,1 0 0,-1-1 0,1 1 0,0 0-1,-1-1 1,1 1 0,0 0 0,0 0 0,0 0 0,0-1 0,0 1-1,0 0 1,0 0 0,0 0 0,0-1-8,1 1 2,1 0 1,-1-1-1,1 1 1,-1-1-1,1 1 1,-1-1-1,1 0 1,0 0-1,-1 0 1,1 0-1,-1 0 1,1 0-1,0 0 1,0-1-3,69-13-20,9-15 89,-2-4-1,22-14-68,53-23 61,-87 42-53,-63 27-54,-26 13-138,-283 191 248,261-173-34,109-57-486,-27 7 1026,-18 10-2123,-14 8-4038,-18 2 186,-4 0-2967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25.6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11701,'0'0'2009,"0"0"-1134,0 0 507,38 4 430,-8 0-1532,85 7 712,42-3-992,299-7 55,-340-1-8820,-148 0 5195,-2 0-656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26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496 1 8100,'0'0'1686,"0"0"357,0 0 177,0 0-859,0 0-569,-1 19-16,-2 33 278,2 0 0,2 0 0,9 50-1054,0-33 655,-3 1 1,-3 0-1,-4 32-655,0-100-4,-1 1 0,0 0 0,0-1-1,1 0 1,-1 1 0,-1-1 0,1 1 0,0-1 0,-1 0 0,1 0-1,-1 0 1,1 0 0,-1 0 0,0 0 0,0 0 0,0-1-1,0 1 1,0-1 0,0 1 0,-1-1 0,1 0 0,0 0-1,-1 0 1,1 0 0,-1 0 0,1 0 0,-1-1 0,1 1-1,-3-1 5,-13 4-82,-1-1 0,1-1 0,-15 0 82,28-2-17,-249 2-609,135-3 956,117 1 17,2 0-65,14 0-148,115 2 167,-1 0 1017,23-7-1318,-77-6 350,-37-16-7175,-15 10 1212,4-6-2025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26.8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3 295 8036,'0'0'1939,"0"0"-141,0 0 590,0 0-870,0 0-725,0-1-687,0 1 1,-1-1-1,1 1 1,0 0-1,0-1 1,-1 1-1,1-1 1,0 1-1,0-1 1,0 1-1,-1-1 1,1 1-1,0-1 1,0 1-1,0-1 1,0 1-1,0-1 1,0 0-1,0 1 1,0-1-1,0 1 1,0-1-1,1 1 1,-1-1-1,0 1 1,0-1-1,0 1 1,1-1-1,-1 1 1,0-1-1,1 1 1,-1 0-1,0-1 1,1 1-1,-1-1 1,0 1-1,1 0 1,-1-1-107,12-23 196,2 1 1,0 0 0,2 1-1,0 0 1,1 1 0,1 1-1,12-9-196,-20 19 18,0 1-1,1 1 0,0 0 0,0 0 1,1 1-1,0 1 0,0 0 0,1 0 1,0 1-1,0 1 0,0 0 0,0 1 1,1 1-1,-1 0 0,12-1-17,-19 3-9,-1 0 0,1 0 0,-1 0 0,1 0 0,-1 1 0,1 0 0,-1 0 0,0 0 0,1 1-1,1 1 10,-5-1-10,1 0-1,-1 0 0,0 0 0,-1 1 0,1-1 1,0 0-1,-1 1 0,1 0 0,-1-1 0,0 1 1,0 0-1,0 0 0,0-1 0,0 1 0,-1 0 0,1 0 1,-1 0-1,0 0 0,0 2 11,3 11 2,-1-1-1,-1 1 1,-1 0-1,0 0 1,0 0-1,-2 0 1,0-1-1,-1 1 1,-1-1-1,0 1 1,-1-1-1,0 0 1,-1-1-1,-1 1 1,-1-1-1,-7 10-1,-12 16 182,-3-2 0,-1-1-1,-1-1 1,-2-2 0,-2-2 0,-1-1 0,-2-1-182,35-27 104,1-2-29,1 1-1,-1-1 1,1 1-1,0 0 1,-1 0-1,1-1 1,0 1-1,0 1 0,0-1 1,1 0-1,-1 0 1,0 1-1,1-1 1,-1 2-75,2-4 208,0 0-77,8 3 45,83 1 588,0-3 0,30-7-764,-40-7 119,-64 9-24,0 0-1,1 2 0,0 0 1,1 1-95,-18 1 29,-1 0-66,0 0-158,0 0-277,0 0-457,4 0-4478,10-3 500,6-10-3998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27.9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70 232 4866,'0'0'2796,"0"0"-355,0 0 251,0 0-435,0 0-899,0 0-440,8 0-80,77 1 459,1-4 1,-1-4-1,47-11-1297,-103 13-2,-14 3-65,0 0 1,-1-2-1,1 1 1,-1-2 0,0 0-1,0-1 1,0 0 0,6-5 66,-19 11-59,-1 0 1,0 0 0,1 0-1,-1-1 1,0 1 0,1 0 0,-1-1-1,0 1 1,1 0 0,-1-1-1,0 1 1,0 0 0,1-1 0,-1 1-1,0 0 1,0-1 0,0 1-1,1-1 1,-1 1 0,0 0 0,0-1-1,0 1 1,0-1 0,0 1-1,0-1 1,0 1 0,0 0 0,0-1-1,0 1 1,0-1 0,0 1-1,-1-1 1,1 1 0,0 0 0,0-1-1,0 1 1,0-1 0,-1 1-1,1 0 1,0-1 0,0 1 0,-1 0-1,1-1 1,0 1 0,-1 0-1,1 0 1,0-1 0,-1 1 0,1 0-1,0 0 1,-1 0 0,1-1 0,-1 1-1,1 0 1,0 0 0,-1 0-1,0 0 59,-25-10-1838,25 10 1769,-41-9-3694,1 2-1,-20 1 3764,-64-12-5113,-14-12 3202,42 8 4381,3 2 4348,136 23 774,53-5-5817,-13 0-732,-13 4-351,-40 0-330,1-1 0,-1-1 0,1-2 1,-1-1-1,0-1 0,7-3-362,-34 5 2438,-8 1-4219,-10 0-4508,16 1 6233,-14 0-7518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29.31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1 191 5491,'0'0'1880,"0"0"-506,0 0 200,0 0-218,0 0-487,0 0-116,0 0 15,3 0-61,5 1-459,0 0 1,-1 1-1,1 0 1,0 0-1,-1 0 0,1 1 1,-1 0-1,0 1 1,0-1-1,0 2 0,0-1 1,-1 1-1,0-1 1,0 2-1,1 0-248,20 20 785,-2 0-1,17 24-784,-29-35 257,99 129 1075,-50-64-881,2-2-1,30 23-450,-90-97 12,-2-1-4,0 0 0,1-1 0,0 1 0,-1-1 0,1 1 0,0-1 1,0 0-1,1 0 0,-1-1 0,0 1 0,0-1 0,3 1-8,-5-2 86,-1 0 42,3-10 187,3-43-274,-2-1 0,-2 0 1,-5-39-42,1-7 17,2-237 147,0 242-5498,0 128 1593,0 6-1480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0.0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11 153 6035,'0'0'1833,"0"0"77,0 0 91,0 0-414,0 0-333,0-5 752,0 5-1520,2 18 21,1-1 1,1 0-1,0 0 1,2 0 0,0-1-1,1 0 1,4 7-508,16 45 678,-17-38-497,-8-19-159,1-1 0,0 1 1,1-1-1,0 1 0,1-1 1,0 0-1,1-1 0,0 1 1,3 3-23,-7-10 53,-2-3 54,0 0 58,-2-8-178,0 0 0,0 0 0,0 0 0,-1 0 0,-1 0 0,1 0 0,-1 1 0,0-1 0,-1 1 0,0 0 0,0 1 1,-2-3 12,-23-36-93,19 22 92,2 1 1,0-1-1,1 0 1,1-1-1,2 0 1,0 0-1,2 0 1,0-1-1,2 1 1,0-3 0,1 24 4,0 0 1,1 1 0,-1-1 0,1 0-1,-1 1 1,1-1 0,0 1-1,-1-1 1,2 1 0,-1-1 0,0 1-1,0 0 1,1-1 0,-1 1-1,1 0 1,0 0 0,-1 0 0,1 0-1,1-1-4,2 0 1,-1 0-1,1 0 1,0 0 0,0 0-1,0 1 1,0 0-1,1 0 1,-1 1-1,3-2 0,15-1-25,0 1-1,0 1 1,0 1-1,9 1 26,-24 0-8,27-1-32,-19 0 19,-1 0 0,1 2-1,-1-1 1,0 2 0,11 2 21,-23-3-11,1 0-1,-1 0 1,0 0 0,1 0-1,-1 1 1,0-1 0,0 1-1,0 0 1,0 0 0,0 0-1,0 1 1,-1-1 0,1 1-1,-1-1 1,1 1 0,-1 0-1,0 0 1,0 0 0,0 0-1,-1 0 1,1 0 0,-1 0-1,0 1 1,1-1 0,-2 1-1,1 0 12,2 6-28,-2-1 0,1 1 1,-2 0-1,1 0 0,-1 0 0,-1-1 0,1 1 0,-2 0 0,1 0 0,-2-1 0,1 1 0,-1-1 0,0 0 0,-1 1 0,0-2 0,-1 1 0,-3 5 28,-9 10 20,-2-1-1,0-1 1,-1 0-1,-1-2 1,-4 2-20,-6 6 91,2 2 1,-8 11-92,33-36 47,0 0 1,1 0-1,-1 1 0,2-1 1,-1 1-1,-2 5-47,5-10 12,-1 1-1,1-1 0,-1 1 1,1 0-1,-1 0 0,1-1 1,0 1-1,0 0 1,0-1-1,0 1 0,0 0 1,0 0-1,0-1 0,1 1 1,-1 0-1,1-1 1,-1 1-1,1 0 0,0-1 1,-1 1-1,1-1 0,0 1 1,0-1-1,0 0 1,0 1-1,0-1 0,1 0 1,-1 1-12,7 3 96,1 0 0,0-1 0,0 0 1,0 0-1,0 0 0,1-2 0,-1 1 1,1-1-1,0 0 0,-1-1 0,2 0-96,113 4 1214,-122-5-1192,15 2 89,3 0-434,-10-4-7503,-4-3 1633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0.5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0 119 7235,'0'0'1916,"0"0"264,0 0 223,0 0-738,0 0-435,0 0-54,1-5 889,2 0-1894,-1 1-1,0 0 0,1 1 0,0-1 0,0 0 1,0 1-1,1-1 0,-1 1 0,1 0 0,-1 0 0,1 1 1,2-2-171,52-30 481,-48 29-388,2-1 0,-1 2 0,0 0 1,1 0-1,0 1 0,0 0 0,0 1 0,0 1 0,9-1-93,-21 2-3,1 0 1,0 0-1,0 0 0,0 0 1,0 1-1,0-1 0,-1 0 1,1 0-1,0 1 0,0-1 1,0 0-1,-1 1 0,1-1 1,0 1-1,-1-1 1,1 1-1,0-1 0,-1 1 1,1-1-1,-1 1 0,1 0 1,0-1-1,-1 1 0,0 0 1,1 0-1,-1-1 0,1 1 1,-1 0-1,0 0 0,0 0 1,1-1-1,-1 2 3,1 31-112,-1-22 101,0 3 13,-1-1 1,-1 1-1,0 0 1,-1-1-1,-1 1 1,0-1-1,0 0 1,-1 0 0,-1 0-1,-1 0-2,-14 23 40,-1 0 0,-20 21-40,14-18 250,-23 39-250,49-75 37,1 0 1,-1 1 0,1-1-1,-1 0 1,1 0-1,0 1 1,1-1 0,-1 1-1,0-1 1,1 1 0,0 0-38,0-3 24,0 0 0,0 0 0,1 1 0,-1-1 0,0 0 1,1 0-1,-1 0 0,0 0 0,1 0 0,0 0 0,-1 0 0,1-1 1,0 1-1,-1 0 0,1 0 0,0 0 0,0 0 0,0-1 0,-1 1 1,1 0-1,0-1 0,0 1 0,0-1 0,0 1 0,0-1 1,0 0-1,0 1 0,1-1 0,-1 0 0,0 0 0,0 1 0,0-1 1,0 0-1,0 0 0,1-1-24,32 4 268,1-2 0,-1-1 0,1-2 0,-1-1 0,0-2 0,0-1-1,15-6-267,-44 10-3259,-7 0 800,-18 2-939,-36 4-3464,2 6-2056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1.0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23 148 3922,'0'0'2270,"0"0"-21,0 0 326,0 0-409,0 0-493,-6 1-267,-10 1-552,17 0 1,42-1 34,74 0 715,1-6-1,94-16-1603,-46-8 246,505-69 95,-662 97 549,-17 0-1481,-33 2-3267,14 0 235,-6-1-2212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3.3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134 189 1088,'0'0'2287,"0"0"-1172,0 0-74,0 0 31,0 0-245,-3 24 2415,3-23-2357,0-1 4,0 0-73,-1 0-577,0 0 0,0 0 1,0 0-1,0 0 0,0 1 0,0-1 0,0 0 0,0 1 1,0-1-1,0 0 0,0 1 0,1-1 0,-1 1 0,0 0 1,0-1-1,0 1 0,1 0 0,-1-1 0,0 1 0,1 0 1,-1 0-1,0-1 0,1 1 0,-1 0-239,-7 30 1627,9 47-2782,0-55 1837,4 26-267,2 1 1,2-1-1,2-1 1,13 34-416,-9-30 224,-9-44 203,-7-22-400,-6-2-138,-1-1 1,0 1 0,-2 1 0,-9-14 110,-21-37-173,22 27 131,2-1 1,1 0-1,-7-35 42,17 55-4,1 0-1,1-1 1,1 0 0,0 0-1,2 0 1,0 0-1,2 0 1,3-17 4,-3 33-6,0 0-1,0 0 1,1 0 0,-1 0-1,1 0 1,0 1-1,1-1 1,-1 1 0,1 0-1,0 0 1,0 0 0,0 0-1,1 1 1,-1-1 0,1 1-1,0 1 1,0-1 0,0 0-1,0 1 1,0 0 0,0 1-1,1-1 7,20-7-12,1 2 0,0 1 0,22-2 12,-1 2-24,1 3 0,0 1 0,-1 3 0,2 2 24,-48-3-9,1 1 1,-1-1-1,0 0 1,0 1-1,1 0 0,-1-1 1,0 1-1,0 0 1,0 0-1,0 0 0,0 0 1,0 1-1,0-1 1,-1 0-1,1 1 1,0 0-1,-1-1 0,1 1 1,-1 0-1,1 0 1,-1 0 8,2 2-28,-1 1 1,0-1-1,-1 1 1,1-1-1,-1 1 0,0 0 1,0-1-1,0 1 1,-1 0-1,1 2 28,-1 5-43,0-1-1,-1 1 1,-1-1 0,1 0-1,-2 1 1,1-1-1,-2 0 1,-3 10 43,-3-3-34,0 0 1,-2 0-1,0-1 1,-1-1-1,0 0 0,-1 0 1,-1-1 33,-43 38-236,-15 9 236,52-45-33,-146 118 41,166-134 1,0 0 0,0-1 1,0 1-1,0 0 1,0 0-1,0 0 1,1 0-1,-1 0 0,0 0 1,1 0-1,-1 0 1,0 0-1,1 0 1,-1 0-1,1 0 1,0 1-1,-1-1 0,1 0 1,0 0-1,0 0 1,0 1-1,0-1 1,0 0-1,0 0 0,0 0 1,0 1-1,0-1 1,1 0-1,-1 0 1,0 0-1,1 0 0,-1 1 1,1-1-1,-1 0 1,1 0-1,0 0 1,-1 0-1,1 0 1,0 0-1,0-1 0,0 1 1,0 0-1,0 0 1,0 0-1,0-1 1,0 1-1,0 0 0,1-1-9,4 4 18,0 0-1,1 0 0,0-1 0,0 0 1,0-1-1,0 0 0,2 1-17,32 3 274,-1-2-1,1-1 1,0-2-1,31-4-273,20 1 355,-92 2-462,3 0-974,-2 0-7298,2 0 1055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3.7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4 340 5619,'0'0'2691,"0"0"-1303,0 0 719,0 0-28,0 0-849,0 0 37,0-10 227,-1 1-1210,0-5 14,0 1-1,0 0 1,2-1-1,-1 1 1,2-1 0,0 1-1,0 0 1,1 0-1,1 0 1,5-12-298,-2 13 73,0 1 0,1-1 0,1 1 1,0 1-1,0 0 0,1 0 0,0 1 0,1 0 0,0 0 0,1 2 0,-1-1 1,1 1-1,1 1 0,-1 0 0,1 1 0,0 1 0,1 0 0,-1 0 0,1 1 1,-1 1-1,1 0 0,9 1-73,-22 1-7,0 1 0,0-1-1,0 1 1,0 0 0,0-1 0,-1 1 0,1 0 0,0-1 0,-1 1 0,1 0 0,0 0-1,-1 0 1,1 0 0,-1 0 0,1 0 0,-1 0 0,0 0 0,1 0 0,-1 0-1,0 0 1,0 0 0,1 0 0,-1 0 0,0 0 0,0 0 0,0 0 0,0 0 0,-1 0-1,1 1 8,-1 44-150,1-34 112,-1 2 38,-1 0 1,0 0-1,-1 0 1,0-1-1,-1 1 1,-1-1-1,0 0 1,-1 0-1,0 0 0,-17 27 47,-1 0 0,-5 3-47,11-18 69,1 1 1,1 1-1,1 0 1,1 1-1,-8 25-69,21-49 26,0-1 0,0 0-1,1 1 1,-1-1 0,1 0-1,-1 1 1,1-1 0,0 1-1,1-1 1,-1 2-26,0-4 24,1 0 0,-1 0 0,0 1 0,1-1 0,-1 0-1,1 0 1,-1 0 0,1 0 0,0 0 0,0 0 0,-1 0 0,1 0 0,0-1 0,0 1 0,0 0 0,0 0 0,0-1 0,0 1 0,0 0-1,0-1-23,4 2 113,1 0 0,0-1 0,0 0 0,0 0 0,0-1 0,0 0 0,0 0-1,0 0 1,4-1-113,15 0 194,-4 0-35,0 0 1,0-2-1,0-1 0,-1 0 0,1-2 0,-1 0 0,10-5-159,5-5 46,0-1 0,0-1 0,20-16-46,-52 32-79,0 0 1,1-1 0,-1 1 0,0-1-1,0 0 1,0 0 0,-1 0 0,1 0-1,-1 0 1,1 0 0,-1-1 0,0 1 0,-1-1-1,2-3 79,-1 0-1173,0 0 1,-1 0-1,0 0 0,-1-1 0,0 1 0,0 0 0,-1-7 1173,-1-18-7529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4.3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1 309 12662,'0'0'1558,"0"0"-307,0 0 590,0 0-870,40-1-475,3 1-342,13 0 103,-1-3 1,0-1-1,41-11-257,80-23 213,-169 37-273,44-14-15,-49 14-8,0 1 1,-1-1-1,1 0 0,-1 0 1,1 1-1,-1-1 0,1 0 1,-1 0-1,0-1 1,1 1-1,-1 0 0,0 0 1,0-1-1,0 1 1,0 0-1,0-1 0,0 1 1,0-1-1,0 0 0,-1 1 1,1-1-1,-1 1 1,1-1-1,-1 0 0,0 0 1,1 1 82,-2-1-169,1 0 1,-1 0-1,0 1 1,0-1-1,1 0 1,-1 1-1,0-1 1,-1 1-1,1-1 1,0 1-1,0-1 1,0 1-1,-1 0 1,1 0-1,-1-1 1,1 1-1,-1 0 1,0 0-1,1 1 1,-1-1 0,0 0-1,1 0 1,-1 1-1,0-1 1,0 1-1,0 0 169,-62-15-2884,46 12 2014,-107-18-3593,-27-7 1212,55 0 4949,94 27-1354,-12-6 1112,6 0 2752,9 6-38,10-1-2748,300-29 3345,-112 13-4905,-162 15-2001,-16 3-3483,-14 0-4057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4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13 383 8196,'0'0'1131,"0"0"731,0 0 326,-2-26-1092,-9-86-650,11 95-335,0 0 0,2 0-1,-1 1 1,2-1 0,0 1 0,1-1 0,5-10-111,-5 13 645,0 1 0,0-1-1,-2 0 1,0 0 0,0 0 0,-1-2-645,-1 15 717,0 1-79,0 0-190,1 3-301,23 59 96,-2 0 1,-4 2-1,-2 0 1,3 35-244,-13-57 416,0 41-416,4 29 693,-7-87-1679,-3-18-1845,0 1-3337,0-7-2818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5.3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483 175 5394,'0'0'1921,"0"0"-531,0 0 846,0 0-427,0 0-630,-1-7-114,-2-2-871,0 0 0,-1 0 0,0 0 1,0 0-1,-1 0 0,0 1 0,0-1 1,-1 2-1,0-1 0,0 0 0,-1 1 1,0 1-1,0-1 0,-1 1 0,0 0 1,0 1-1,0-1 0,-1 2 1,0-1-1,0 1 0,0 1 0,0 0 1,0 0-1,-1 0 0,0 1 0,1 1 1,-5-1-195,1 2 47,0 0 1,0 0-1,0 1 1,1 1-1,-1 0 1,0 0-1,1 2 1,0-1-1,0 2 1,0-1 0,0 2-1,1 0 1,-1 0-1,1 1 1,1 0-1,0 1 1,0 0-1,0 1 1,1 0-1,0 0 1,1 1-1,-2 3-47,7-10 36,1 1 0,0-1 0,0 1-1,0 0 1,0 0 0,0 0 0,1 0-1,0 0 1,0 1 0,0-1 0,0 0-1,1 1 1,-1-1 0,1 0 0,1 4-36,-1-7 1,0 0 0,1 0 0,0 0 1,-1 0-1,1 0 0,-1 0 1,1 0-1,0 0 0,0 0 0,-1-1 1,1 1-1,0 0 0,0 0 1,0-1-1,0 1 0,0 0 0,0-1 1,0 1-1,0-1 0,0 0 0,0 1 1,0-1-1,1 0 0,-1 1 1,0-1-1,0 0 0,0 0 0,0 0 1,1 0-1,0 0-1,48 1 19,-38-1-15,10-2-18,1-1 1,-1 0-1,0-2 1,0-1-1,-1 0 1,11-6 13,-11 4-48,1 1-1,0 1 1,0 1 0,1 1-1,0 0 1,11 1 48,-32 4 0,0-1 0,0 0-1,0 1 1,0-1 0,-1 1 0,1 0 0,0 0-1,0-1 1,-1 1 0,1 0 0,0 0-1,-1 1 1,1-1 0,-1 0 0,0 0-1,1 1 1,-1-1 0,0 1 0,0-1-1,0 1 1,0 0 0,0-1 0,0 1-1,0 0 1,-1 0 0,1 0 0,-1-1 0,1 2 0,11 60 176,-11-53-124,6 76 762,-4 1 1,-4 22-815,0-15-3929,1-119-1031,0-13-3622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5.6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12342,'0'0'1040,"0"0"1457,0 0 48,0 0-1456,0 0-577,11 177-288,-8-149-224,-3-10-80,0-2-544,0-1-1457,0-9-2929,0-6-4691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6.0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21 5475,'0'0'3169,"0"0"-1011,0 0 596,0 0-521,0 0-750,-2-3 253,11-3-1452,11 2-24,0 1 1,1 0-1,-1 2 1,1 0-1,-1 2 1,17 2-261,19-1 285,-51-3-268,1 1 0,0 0-1,-1 1 1,1 0-1,0 0 1,-1 0 0,1 0-1,-1 1 1,0 0-1,0 0 1,1 0 0,-1 1-1,0 0 1,-1 0-1,1 0 1,3 3-17,-5-3-14,-1 0 0,0 1 0,1-1 0,-1 1 0,0 0-1,0 0 1,-1-1 0,1 1 0,-1 0 0,0 0 0,0 1 0,-1-1 0,1 0 0,-1 0-1,1 0 1,-1 0 0,-1 1 0,1-1 0,-1 0 0,1 0 0,-1 0 0,0 0 0,-1 2 14,-1 1-5,1 0 0,-1-1 1,-1 0-1,1 0 0,-1 0 0,0 0 1,0 0-1,-1-1 0,1 0 1,-1 0-1,-1 0 0,1 0 1,-1-1-1,-5 4 5,-3 1-63,-1 0 0,0-1-1,-1 0 1,0-1 0,-10 2 63,26-9-27,0 0-1,0 0 0,0 0 1,0 1-1,-1-1 1,1 0-1,0 0 0,0 0 1,0 0-1,0 0 1,0 0-1,0 0 1,-1 0-1,1 0 0,0 0 1,0 1-1,0-1 1,0 0-1,0 0 0,0 0 1,0 0-1,0 0 1,0 0-1,0 1 1,0-1-1,0 0 0,-1 0 1,1 0-1,0 0 1,0 0-1,0 0 0,0 1 1,0-1-1,0 0 1,0 0-1,0 0 1,0 0-1,1 1 0,-1-1 1,0 0-1,0 0 1,0 0-1,0 0 0,0 0 1,0 0-1,0 1 1,0-1-1,0 0 1,0 0-1,0 0 0,0 0 1,1 0 27,10 10-734,30 16 476,-12-9 224,-17-8 150,0 0 0,0 1-1,-1 0 1,0 1-1,0 0 1,-1 1-1,6 9-115,-12-14 100,0 0 0,0 0 0,-1 0-1,0 0 1,0 1 0,-1-1 0,0 1-1,0 0 1,-1 0 0,0-1-1,0 1 1,-1 0 0,0 0 0,-1 0-1,0 6-99,-1-8 94,0-1-1,0 0 0,0 0 0,-1 1 0,0-2 0,0 1 0,0 0 0,0-1 0,-1 1 0,0-1 1,0 0-1,0 0 0,0-1 0,-1 1 0,1-1 0,-1 0 0,0 0 0,0 0 0,0-1 0,0 0 1,-3 1-94,-6 3 129,1-1 0,-1-1 0,0 0 1,-1 0-1,1-2 0,-1 0 0,-13 1-129,-52-3-1703,27 0-3680,16 0-419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6.5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1 157 12870,'0'0'950,"0"0"-126,0 0 787,29 6-936,24 6-171,0-3-1,1-3 0,52 0-503,48-6 2025,131-18-2025,-251 13 88,178-20 348,-2-10 1,93-32-437,-246 47 94,-43 14-503,-1 1 1,1 0 0,1 2-1,12-3 409,-40 22-5856,-28 14 747,-14 6-1459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6.8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34 300 3954,'0'0'2006,"0"0"-523,0 0 366,0 0-333,0 0-383,-5-20 39,-4-12-587,2 0 0,2 0-1,1 0 1,0-24-585,4-39 3357,0 94-2642,0 1-363,0 7-235,1 75 673,2 1 0,5-1-1,7 24-789,-1-2 997,-9-59-530,2 0 1,1-1-468,-7-42-986,4 15 3186,-1-11-4943,1-7-8993,1-4 4981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82 281 8772,'0'0'2460,"0"0"-1430,0 0 245,0 0-325,0 0-318,14 30-5,50 98 237,-57-117-787,-1 0 1,2-1-1,0 0 0,0 0 0,0 0 0,1-1 0,1 0 0,0-1 0,0 0 1,0-1-1,1 0 0,0-1 0,0 0 0,1 0 0,0-1 0,0-1 1,0 0-1,0-1 0,1 0 0,0 0 0,-1-2 0,1 0 0,11 0-77,-13-1 8,0-1 0,-1 0 0,1-1 0,0-1 0,-1 1 0,1-1 0,-1-1 0,0 0 0,0-1-1,0 0 1,0 0 0,-1-1 0,0 0 0,0-1 0,-1 0 0,0 0 0,0-1 0,-1 0-1,0 0 1,0-1 0,0 1 0,-1-2 0,-1 1 0,0-1 0,0 0-8,1 0-8,-1 0 0,-1 0 0,1-1 0,-2 1 0,1-1 0,-1 0 0,-1 0 0,0-1 0,-1 1 0,0 0 0,-1 0 0,0-1 0,0 1 0,-2 0 0,1-1 0,-1 1 0,-1 0 0,0 0 0,0 0 0,-1 1 0,-1-1 0,0 1 0,0 0 0,-2-2 8,-4-1 105,0-1-1,0 1 1,-1 1 0,-1 0 0,0 1 0,-1 0-1,0 1 1,-1 0 0,0 1 0,0 1 0,-4-1-105,-2 1 250,0 1 0,0 0 1,0 2-1,-1 1 1,0 0-1,0 1 0,0 2 1,-13 0-251,25 2 42,-1 0 0,1 1-1,-1 0 1,1 0 0,-1 1 0,1 1 0,0 0 0,1 0-1,-1 1 1,1 0 0,-1 0 0,2 1 0,-1 0 0,1 1 0,-5 4-42,0 2-636,-1 0 1,2 1-1,0 1 1,1 0 0,0 0-1,1 1 1,1 1-1,-3 6 636,3 7-5949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38.3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48 196 4914,'0'0'9255,"0"0"-6526,0 0-722,0 0-132,0 0-1077,33 0-379,109 0-78,-127 0-331,-2 1-36,1-1-1,0 0 0,0-1 1,0 0-1,-1-1 1,1-1-1,-1 0 0,9-4 27,-22 7-70,0 0-1,1 1 0,-1-1 0,1 0 0,-1 0 0,1 0 0,-1-1 0,1 1 0,-1 0 0,0 0 0,1 0 0,-1 0 0,1 0 0,-1 0 0,0-1 0,1 1 0,-1 0 0,1 0 0,-1-1 0,0 1 0,1 0 0,-1 0 1,0-1-1,0 1 0,1 0 0,-1-1 0,0 1 0,0-1 0,1 1 0,-1 0 0,0-1 0,0 1 0,0-1 0,0 1 0,0 0 0,1-1 0,-1 1 0,0-1 0,0 1 0,0-1 0,0 1 0,0-1 0,0 1 1,0 0-1,-1-1 0,1 1 0,0-1 0,0 1 0,0 0 0,0-1 0,-1 1 0,1-1 0,0 1 0,0 0 0,0-1 0,-1 1 0,1 0 0,0-1 0,-1 1 0,1 0 0,0-1 0,-1 1 0,1 0 0,0 0 1,-1 0-1,1-1 0,-1 1 0,1 0 71,-31-14-2958,-48-5-5669,-29-2 8627,31 7-329,30 8 1370,17 5 4100,29 1-2612,1 0-792,32 0 538,37 1-201,-34 1-1108,0-2-1,0-1 1,0-1 0,-1-2-1,8-4-965,-38 8 145,1-6 967,-2 5-1080,-3 1-38,13-20 791,-10 18-1091,-1 1 1,1-1 0,-1 1-1,1 0 1,0 0 0,0 0-1,-1 0 1,1 0 0,0 1-1,0-1 1,0 1 0,3 0 305,8-3-1584,42-11-4806,16-4-3764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0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153 342 3762,'0'0'1670,"0"0"-272,0 0 661,0 0-231,0 0-382,-19 5 2272,19-5-3495,-1 0 0,0 0 0,1 1 1,-1-1-1,0 0 0,1 0 0,-1 0 0,0 0 0,1 0 0,-1 0 1,0 0-1,1 0 0,-1 0 0,0 0 0,0 0 0,1 0 1,-1 0-1,0 0 0,1-1 0,-1 1 0,1 0 0,-1-1 0,0 1 1,1 0-1,-1-1 0,1 1 0,-1-1-223,1-341-5,0 340 111,0 2-28,0 0-108,-3 27-68,2 0 0,2 0 0,0 1 98,1 28 172,0-27-55,2 0 1,1 0 0,1-1 0,2 0-1,1 0 1,2 1-118,4 19 81,4 9-32,-8-28-39,-2 1 1,0 1-1,-2 0 1,-1 0-1,-2 0 1,0 13-11,-32-33-64,10-6 133,-8 2 147,-1-1-1,1-1 0,-1-1 1,-25 1-216,51 1 699,53-6-649,-1-2-1,0-2 1,14-5-50,-48 8 15,-14 1-13,0 0-1,0 0 1,0 0-1,0-1 1,0 1-1,0-1 1,0 0-1,-1 0 1,1 0-1,0 0 1,0 0-1,-1 0 1,3-2-2,-4 2-101,-29 1-294,-262 0 528,289 0 43,1 0-101,26 0-259,-2 0 266,0-2 1,1-1 0,-1 0 0,0-2-1,-1-1 1,1-1 0,5-2-83,-25 8 26,-3 1-66,-1 0-82,0 0-214,0 0-465,0 0-930,0 0-1388,0 0-2102,0 0-1993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0.5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6403,'0'0'3778,"0"0"-1905,0 0 928,0 0-1024,0 0-945,0 0 321,34 116-129,-24-70-544,0-3-240,0-3-160,-3-7-80,7-11-688,-1-7-1281,-2-9-1857,2-6-2256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1.1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479 199 5539,'0'0'1710,"0"0"-238,0 0 615,0 0-489,0 0-491,-4-10-128,-6-10-314,0 0-1,-1 0 1,-1 2 0,-12-16-665,20 28 112,-1 0 1,-1 0-1,1 0 1,-1 0 0,0 1-1,0 0 1,-1 0-1,1 1 1,-1 0 0,0 0-1,0 0 1,-1 1-1,1 0 1,-1 1 0,1 0-1,-1 0 1,-2 0-113,1 1 19,1 1 0,-1 0 0,1 0 1,-1 1-1,0 0 0,1 1 0,-1-1 0,1 2 1,0-1-1,0 1 0,0 1 0,0-1 1,0 1-1,-6 5-19,0 2 17,0 0 1,2 0-1,-1 1 0,1 1 1,1 0-1,-9 14-17,13-18 12,0-1 0,1 1-1,0 1 1,1-1 0,0 1 0,1 0-1,-1 0 1,2 0 0,0 1 0,0 0-1,1-1 1,0 1 0,1 0 0,0 0-1,1 0-11,0-10-2,0 1 0,0-1-1,0 0 1,1 0 0,-1 1-1,1-1 1,-1 0 0,1 0-1,-1 0 1,1 0 0,-1 0-1,1 0 1,0 0 0,0 0 0,0 0-1,0 0 1,-1 0 0,1 0-1,0 0 1,1-1 0,-1 1-1,0 0 1,0-1 0,0 1-1,0-1 1,0 1 0,1-1-1,-1 1 1,0-1 0,0 0-1,1 0 1,-1 0 0,1 0 2,52 2-20,-38-2 10,-1-1 1,0 0 1,0 0 0,0-1 0,0-1 0,-1-1-1,1 0 1,7-4 8,13-7-113,0-2-1,9-7 114,-43 23-6,8-4-20,-4 2 21,1-1 1,-1 2-1,1-1 1,-1 0-1,1 1 0,0 0 1,0 1-1,0-1 0,0 1 1,5 0 4,-10 1 0,0 1 0,0-1 0,1 1 0,-1 0 0,0 0 0,0-1 0,0 1 0,0 0 0,0 0 0,0 0 0,0 0 0,-1 0 0,1 0 0,0 1 0,0-1 0,-1 0 0,1 0 0,-1 0 0,1 1 0,-1-1 0,1 0 0,-1 1 0,0-1 0,0 0 0,0 1 0,0-1 0,0 0 0,0 1 0,0-1 0,0 1 0,0-1 0,0 5 0,9 109 638,-5 0 1,-5 0-1,-5 2-638,2-69 635,4-46-656,0-2-302,-21 0-7833,8 0 1572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2.1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78 4338,'0'0'1350,"0"0"371,0 0 45,0 0-616,0 0-144,0-1-833,-1 1 0,1 0 1,0-1-1,0 1 0,-1 0 0,1-1 1,0 1-1,0-1 0,0 1 1,0 0-1,-1-1 0,1 1 1,0-1-1,0 1 0,0 0 1,0-1-1,0 1 0,0-1 1,0 1-1,0-1 0,0 1 1,0 0-1,1-1 0,-1 1 1,0-1-1,0 1 0,0 0 1,0-1-1,1 1 0,-1 0 1,0-1-174,7-3 240,-1 1 1,1 0-1,-1 0 1,1 1-1,0-1 1,0 2 0,0-1-1,1 1 1,2-1-241,18-4 468,13-4-301,0 2 1,0 1 0,0 2-1,1 2 1,0 2 0,10 2-168,-51-1-12,1 0 0,0 1 0,-1-1 1,1 1-1,-1 0 0,1-1 0,-1 1 0,1 0 1,-1 0-1,0 0 0,1 0 0,-1 0 0,0 0 1,0 0-1,1 1 0,-1-1 0,0 0 1,0 1-1,-1-1 0,1 0 0,0 1 0,0-1 1,-1 1-1,1 0 0,-1-1 0,1 1 1,-1-1-1,0 1 0,1 0 0,-1-1 0,0 1 1,0 0-1,0-1 0,-1 1 0,1 0 1,0 0 11,-1 5-49,1-1 0,-1 0 1,0 0-1,0 0 1,-1 0-1,0 0 1,0 0-1,0 0 0,-1 0 1,-1 2 48,-6 4-35,0 1-1,0-2 1,-1 0 0,0 0 0,-1-1-1,0 0 1,-9 5 35,-22 12-201,-33 16 201,68-38-11,0-1 0,0 0 0,0 0 0,0-1 0,-1 0 0,1 0 0,-1-1 0,0 0 0,0-1 0,-5 1 11,12-2 104,2 0 56,17-4 25,13-3-168,0 1 1,0 1 0,0 2 0,0 1 0,1 2 0,-1 1 0,29 4-18,-53-4 8,-1 1 1,1 0-1,0 0 1,-1 0-1,1 0 1,-1 1-1,0 0 1,0 0-1,0 1 1,0-1-1,-1 1 1,1 0 0,-1 0-1,0 1 1,0-1-1,0 1 1,-1 0-1,0 0 1,0 0-1,0 0 1,0 1-1,-1-1 1,0 1-1,0-1 1,-1 1-1,1 0 1,-1 2-9,1 1 3,-1 0 1,0 1 0,-1-1 0,0 0 0,0 1 0,-1-1 0,0 0 0,0 0 0,-1 0 0,-1 0 0,1 0-1,-1 0 1,-1-1 0,0 1 0,0-1 0,-1 0 0,-2 4-4,-4 1 114,-1-1-1,0 0 1,-1 0-1,0-1 1,0-1-1,-2 0 1,1-1-1,-1 0 1,0-1-1,-1-1 1,0-1-1,0 0 1,0-1-1,-1 0 1,0-2-1,0 0 1,0-1-1,0 0 1,0-2-1,-6 0-113,15 0 349,-26-1 2306,33 1-2597,0 0 0,1 0 0,-1 0 1,0 0-1,0 0 0,0 0 0,1 0 0,-1 0 1,0-1-1,0 1 0,1 0 0,-1-1 0,0 1 1,1 0-1,-1-1 0,0 1 0,1-1 0,-1 1 1,0-1-1,1 1 0,-1-1 0,1 0 0,-1 1 1,1-1-1,0 0 0,-1 1 0,1-1 0,0 0 1,-1 1-1,1-1 0,0-1-58,0 2-27,3-20-5140,1 3 580,2-4-3731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3.5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38 100 6403,'0'0'1345,"0"0"575,0 0 204,0 0-753,0 0-501,10-3 64,-9 2-893,1 0-1,0 0 1,0 0 0,0 0 0,-1 1 0,1-1-1,0 1 1,0 0 0,0-1 0,0 1 0,0 0 0,0 0-1,0 0 1,0 0 0,0 0 0,-1 1 0,1-1-1,0 1 1,0-1 0,0 1 0,0 0 0,-1-1-1,1 1 1,0 0 0,-1 0 0,1 0 0,0 1-1,-1-1 1,1 0 0,-1 1 0,0-1 0,0 0-1,1 1 1,-1 0 0,0-1 0,0 1 0,0 0 0,0-1-1,-1 1 1,1 0 0,0 0 0,-1 0 0,0-1-1,1 3-40,8 36 543,-1 0 0,-2 0 0,-2 1-1,-2-1 1,-2 1 0,-3 31-543,1-27 372,-1-3-214,-2-1 0,-1 0 1,-3 0-1,-1-1 1,-2 0-1,-2-1 1,-1 0-1,-4 4-158,18-43-2,1 1 0,0-1-1,0 1 1,0-1 0,0 1 0,0-1 0,-1 0-1,1 1 1,0-1 0,0 1 0,-1-1 0,1 1-1,0-1 1,-1 0 0,1 1 0,0-1 0,-1 0-1,1 1 1,0-1 0,-1 0 0,1 0 0,-1 0-1,1 1 1,-1-1 0,1 0 0,0 0 0,-1 0-1,1 0 1,-1 0 0,1 1 0,-1-1 2,-7-12-166,-1-26-229,9 36 362,-10-87-578,4 0 0,4-1 0,7-51 611,1 95 27,1 0-1,2 1 0,2 1 0,2 0 1,2 0-1,15-28-26,-27 65-10,-1 1 58,1-1 1,0 0-1,0 1 1,1-1-1,0 1 1,1-2-49,-4 8 8,-1-1 0,1 0 0,0 1 0,-1-1 0,1 1 0,-1-1 0,1 1 0,0-1 0,0 1 0,-1-1 0,1 1 0,0 0 0,0-1 1,-1 1-1,1 0 0,0 0 0,0 0 0,0-1 0,-1 1 0,1 0 0,0 0 0,0 0 0,0 0-8,0 1 4,1 0 0,-1-1 0,0 1 0,1 0 0,-1 0 0,0 0 0,0 0 0,0 0 0,0 0 0,1 0 0,-1 0 0,-1 0 0,1 0 0,0 1-1,0-1 1,0 0 0,0 2-4,46 89 606,-3 2 0,14 52-606,-17-40 923,5-2 0,8 6-923,-44-94-19,-8-14-156,0 0-1,-1 0 0,1 1 1,-1-1-1,0 0 0,0 1 1,0-1-1,0 1 0,0 0 0,0-1 1,-1 1-1,1-1 0,-1 1 176,-30-2-5450,-16-1 1421,-7 0-970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4.0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418 74 8932,'0'0'3274,"0"0"-1089,0 0 555,0 0-964,-84 0-1202,-249-1 589,500-5-285,-85 0 142,20-6-1020,-74 8 106,90-17 347,-76 13-153,1 1-1,0 2 1,35 1-300,-17 4 422,37 0 442,-98 0-800,-23 0-1907,7 1 106,0 0 0,0 0 0,0 1 1,0 1-1,-1 2 1737,-30 7-6003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5.2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1002 0 3169,'0'0'4384,"0"0"-3082,0 0-131,0 0 480,0 0-904,2 4-456,5 16 134,0 1-1,-1 0 1,-1 1-1,-1-1 1,1 21-425,-1-12 428,17 185 2029,-9 1 1,-9 22-2458,0-8 1389,-3-208-1208,2-1-1,0 1 1,2-1-1,3 13-180,-5-28 15,-1 1 0,2 0 1,-1-1-1,1 1 0,0-1 0,0 0 0,1 0 0,0 0 0,0 0 0,0-1 0,0 0 0,1 0 0,0 0 0,0 0 0,1-1 0,1 2-15,-6-6-50,2 3-653,-11 3 271,-249 129-1114,35-20 1791,22-3 862,6 8 0,-32 36-1107,216-149 75,4-3-54,0 0 0,1 0 1,0 1-1,0-1 0,0 1 1,1 0-1,-1 1 0,-1 2-21,5-7-26,1-1-22,0 0-126,0 0-215,12-9-2100,43-56-5713,-6 20 530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7:45.5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1079 1 9700,'0'0'2431,"-46"0"-1327,-139 0 1041,139 0-517,61 15-1105,-11-12-513,-1 0-1,1 0 1,-1 1 0,1 0 0,-1 0 0,0 0 0,-1 0 0,1 0 0,-1 0-1,0 1 1,0-1 0,0 1 0,0 0 0,0 4-10,-2-6 13,0-1-1,0 1 1,0 0-1,-1 0 1,1-1-1,-1 1 1,0 0 0,1-1-1,-1 1 1,-1-1-1,1 1 1,0-1-1,-1 1-12,-3 5 49,0-1 0,0-1 0,-1 1 0,0-1 0,0 0 0,-1 0-49,-119 95 1631,-5-6 1,-59 30-1632,-51 35 2238,213-140-1818,0 1-1,1 2 1,-3 5-420,23-22-27,10-2 310,15-2 1262,71-2-2175,-67 0-800,-22 0-1174,1 0-1963,1 0-3413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4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 10549,'0'0'1894,"0"0"-979,0 0 334,0 0 813,0 0-974,36 1-850,243 4 162,-146-3-214,147-4 444,-235-4-114,3 0-3491,-48 6 768,0 0-581,0 0-498,-1 0-393,-8 0 360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5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319 1 5843,'0'0'1830,"0"0"-558,0 0 580,0 0 87,0 0-514,3 19-88,2 15-530,2 0 0,1-1 0,2 0 0,5 10-807,4 12 272,-2 1-1,-2 1 1,-3 0 0,-3 1 0,-2 0-1,-3 0 1,-2 46-272,-2-99-10,0 0-1,-1 0 0,1 0 1,-1-1-1,0 1 1,0 0-1,-1 0 0,1 0 1,-1-1-1,0 1 1,0-1-1,-1 1 0,1-1 1,-1 0-1,0 0 1,0 0-1,-1 0 11,-1 1-40,-1 0-1,0-1 1,1 0-1,-2 0 1,1 0-1,0-1 1,-1 0 0,0 0-1,0 0 1,-6 1 40,-16 2-135,-1-1 1,1-2 0,-1 0 0,0-2 0,-8-2 134,21 1-9,-125 0 724,359 12 765,206-12-450,-422 0-1022,-1 0-115,0 0-234,0 0-468,0 0-647,0 0-1236,0 0-2326,0 0-2786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5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72 321 9268,'0'0'1996,"0"0"-652,0 0 460,0 0 448,0 0-393,39-1-605,126-2-419,-120 2-552,-1-2 0,1-2 0,-1-2 0,23-8-283,-48 11-41,-19 4-53,0 0-1,0 0 1,0 0 0,0 0-1,0 0 1,1 0-1,-1 0 1,0 0-1,0 0 1,0 0 0,0 0-1,0-1 1,0 1-1,1 0 1,-1 0-1,0 0 1,0 0 0,0 0-1,0 0 1,0 0-1,0 0 1,0 0-1,0 0 1,0-1-1,1 1 1,-1 0 0,0 0-1,0 0 1,0 0-1,0 0 1,0 0-1,0 0 1,0-1 0,0 1-1,0 0 1,0 0-1,0 0 1,0 0-1,0 0 1,0-1 0,0 1-1,0 0 1,0 0-1,0 0 1,0 0-1,0 0 1,0 0 0,0-1-1,0 1 1,0 0-1,-1 0 1,1 0-1,0 0 1,0 0 0,0 0-1,0 0 1,0 0-1,0-1 1,0 1-1,0 0 1,0 0 0,-1 0 94,-11-9-3008,-16-5-824,-14-4-2392</inkml:trace>
  <inkml:trace contextRef="#ctx0" brushRef="#br0" timeOffset="1">1 141 11445,'0'0'1985,"0"0"-1056,0 0 2320,0 0-816,0 0-1777,0 0-319,248-55 911,-160 39-656,-17 4-511,-23 3-81,-14 3-257,-14 3-127,-13 0-448,0 3-977,0-6-1505,3-7-1776,3-5-2881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6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0 3057,'0'0'4837,"0"0"-3041,0 0-412,0 0 868,0 0-817,13 3-816,88 21 865,0-4 0,2-5 0,0-4 0,3-4-1484,-13-7-186,-92 0-551,-1 0-442,0 0-587,-7-7-2536,-24-1 595,-26 3-289,18 6 4178,7-1 3733,32 0-2490,0 26 228,1 100 2964,1-76-3725,2 0 0,9 37-892,-6-38-10,-3 1-1,-1-1 0,-3 16 11,0-63-26,-1 0 0,1-1 0,0 1 0,-1 0 0,1 0 0,-1 0 0,1 0 0,-1 0 0,0-1 0,0 1 0,0 0 0,0-1 0,0 1 0,0 0 0,0-1-1,-1 0 1,1 1 0,-1-1 0,1 0 0,-1 1 0,1-1 0,-1 0 0,1 0 0,-1 0 0,0-1 0,0 1 26,-53 15-338,41-13 249,-72 11-385,-1-3 0,0-5 0,-16-3 474,50-1 99,38-2-36,-9 1 306,24 0-359,0-1 1,0 0-1,0 0 1,0 0-1,0 0 1,-1 0-1,1 1 1,0-1-1,0 0 1,0 0-1,0 0 1,0 0 0,0 1-1,0-1 1,0 0-1,0 0 1,0 0-1,0 1 1,0-1-1,0 0 1,0 0-1,0 0 1,0 0-1,0 1 1,0-1-1,0 0 1,0 0-1,0 0 1,0 1-1,0-1 1,0 0-1,0 0 1,0 0-1,0 0 1,0 1-1,1-1 1,-1 0 0,0 0-1,0 0 1,0 0-1,0 0 1,0 1-1,1-1 1,-1 0-1,0 0 1,0 0-1,0 0 1,0 0-1,1 0 1,-1 0-1,0 0 1,0 0-1,0 0 1,0 0-1,1 0 1,-1 0-1,0 0 1,0 0-1,0 0 1,1 0-1,-1 0 1,0 0-1,0 0 1,0 0 0,1 0-1,-1 0 1,0 0-1,0 0-10,18 4-35,104 6 1696,0-6 0,100-10-1661,-118-14 501,-93 17-8131,-1 3 952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6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14 123 8708,'0'0'854,"0"0"-99,0 0 136,-2-21 712,-9-81 2652,11 102-2953,2 85 1144,-2-65-2149,0-1-1,1 1 0,1 0 0,1 2-296,12 39 1184,2 0-1,17 34-1183,-33-92 336,2 3-3258,9-2-7720,3-4 304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8708,'0'0'1974,"0"0"-178,0 0 680,0 0-724,0 0-850,6 1-347,172 9 3940,94-9-4495,-203-13-1008,-69 10-3654,-10-5 408,-17 1-1549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7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11029,'0'0'1153,"0"0"175,0 0 1217,0 0-448,47 161-912,-23-103-417,-7-6-192,0 0-271,-7-9-273,0-6-32,-6-7 0,-1-8-224,4-10-513,-4-3-1168,11-9-1792,3 0-4499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7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6467,'0'0'2145,"0"0"-254,0 0 326,0 0-442,0 0-842,20 1-292,495 5 4555,-338-7-6871,-176 1-318,-3 0-2383,-11 0 1226,-20 0-1943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8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0 2209,'0'0'5053,"0"0"-2935,0 0-690,0 0 500,-2 29-423,2-22-1478,-4 42 849,3-1 0,2 1 0,2 0 1,2 0-1,7 28-876,5-23 848,3 0 1,2-1 0,14 23-849,-23-50 111,-9-17-248,1 1 0,-2 0 1,1 0-1,-1 0 0,-1 0 1,1 1-1,-2-1 1,0 1-1,0 5 137,-15-16-1918,-57 0-180,-87 0-533,53 0 4073,104 0-845,5 2-385,1 0 0,0-1-1,0 1 1,0-1-1,0-1 1,1 1 0,-1-1-1,0 0 1,1 0-212,0 1 222,107 3 2546,3-5-2768,-30 1 959,-76 0-755,0-1 0,0 0 1,0 0-1,0-1 0,9-2-204,6-2 473,-23 5-657,-2 1-486,0 0-789,0-6-6275,0-3-265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38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4 139 2209,'0'0'4378,"0"0"-2214,0 0-470,0 0 293,0 0-407,0 0-289,0 0-34,0 0-28,-1-3 2982,-1-16-3707,3 15-484,0 0 0,1 0 0,-1 0 0,1 0-1,0 0 1,0 0 0,1 1 0,-1-1 0,1 1 0,0 0 0,0-1 0,0 1 0,0 1 0,0-1 0,1 0 0,-1 1 0,1 0 0,1-1-20,8-5-11,-1 1 0,2 0 0,-1 1-1,14-3 12,-14 5-32,1 0 0,1 1 0,-1 1 0,0 0 0,0 1 0,1 1 0,11 1 32,-23 0-14,0 0 1,1 0-1,-1 0 0,0 1 0,0-1 0,0 1 0,0 0 0,0 0 0,0 0 0,0 0 0,-1 0 0,1 1 1,-1-1-1,0 1 0,1-1 0,-1 1 0,0 0 0,-1 0 0,1 1 14,5 7-45,-1 1-1,0-1 1,-1 1 0,3 10 45,-5-12-41,0 1 1,-1-1-1,1 1 1,-2-1-1,0 1 1,0 0-1,-1 0 1,0 0-1,-1 0 1,0-1-1,-1 1 1,0 0-1,-1-1 1,0 0-1,-1 1 1,0-1-1,0 0 1,-1-1-1,0 1 1,-1-1-1,0 0 1,0 0-1,-1-1 1,-1 0-1,1 0 0,-1-1 1,-3 3 40,-133 97 470,144-107-467,-1 0 1,1 0 0,-1 1 0,1-1-1,0 0 1,-1 0 0,1 1 0,-1-1 0,1 0-1,0 1 1,-1-1 0,1 1 0,0-1 0,-1 0-1,1 1 1,0-1 0,0 1 0,0-1 0,-1 1-1,1-1 1,0 1 0,0-1 0,0 1 0,0-1-1,0 1 1,0-1 0,0 1 0,0-1 0,0 1-1,0-1 1,0 1 0,0-1 0,0 0-1,0 1 1,0-1 0,0 1 0,1-1 0,-1 1-1,0-1 1,0 1 0,1-1 0,-1 1 0,0-1-1,1 0 1,-1 1 0,0-1 0,1 0 0,-1 1-1,0-1 1,1 0 0,-1 0 0,1 1-4,25 6 72,42-1 262,0-4 0,45-4-334,-101 1 10,10 0 390,1-1 1,-1-1 0,0-2 0,19-5-401,-41 10-62,0 0-1,-1 0 1,1 0 0,0 0-1,0 0 1,0 0 0,0-1-1,0 1 1,0 0 0,0 0-1,0 0 1,0 0 0,0 0-1,0 0 1,0 0 0,0 0-1,1 0 1,-1 0-1,0 0 1,0 0 0,0 0-1,0-1 1,0 1 0,0 0-1,0 0 1,0 0 0,0 0-1,0 0 1,0 0 0,0 0-1,0 0 1,0 0 0,0 0-1,0 0 1,0 0 0,0 0-1,1 0 63,-10-1-3477,-7 1-2072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5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7171,'0'0'1334,"0"0"-421,0 0 335,0 0-205,0 0-509,0 0-238,2 0 4046,19 0-3039,-1 1-930,0 2-1,0 0 0,-1 1 0,1 1 1,18 7-373,61 14 398,4-14-229,1-6 0,71-5-169,-114-1 132,-61 0-68,0 0-11,0 0 43,0 0-40,0 0-224,0 0-259,0 0-216,0 0-507,-6 1-3086,-1 2 2507,-1-1 19,-15 4-3583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5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0 5811,'0'0'4167,"0"0"-2481,0 0 43,0 0-126,0 0-749,-1 3-414,-2 1-349,1 1 0,1 0 0,-1 0-1,1 0 1,0 0 0,0 0 0,0 0 0,1 0 0,-1 0-1,1 1 1,0-1 0,1 0 0,0 2-91,13 77 1248,-9-63-908,41 171 1012,-28-129-1321,-3 0 1,-2 1 0,-4 1-1,2 63-31,-11-127-26,0-1-1,0 1 0,-1 0 1,1-1-1,0 1 0,-1 0 0,1-1 1,0 1-1,-1-1 0,1 1 1,-1 0-1,1-1 0,-1 1 0,1-1 1,-1 1-1,1-1 0,-1 0 1,0 1-1,1-1 0,-1 0 0,0 1 1,1-1-1,-1 0 0,0 1 0,1-1 1,-1 0-1,0 0 0,0 0 27,-25 4-278,21-3 192,-61 4-1522,-42-4 1608,66-2 234,0 2 0,0 2 0,-1 1 0,2 2 0,-26 8-234,82-8 1500,55-3-1268,0-4 1,0-2 0,-1-4-1,1-2 1,64-19-233,92-29 227,-218 53 103,-1 2-816,0 1-6532,-1 1 1551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6.4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50 4018,'0'0'2529,"0"0"-395,0 0 110,0 0 24,0 0-321,-4 0-423,-12 0-236,12 0-191,3 1 1,8 1-668,60-1-233,1-3 0,-1-2 0,0-4 0,0-2 0,11-6-197,-59 5-483,-18 10-3325,0 0-3867,-24 1 2609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8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12614,'0'0'1248,"0"0"484,0 0 271,0 0-925,0 0-827,19 0-176,60-3 269,0-4 0,42-10-344,4-8 691,-125 25 481,-5 1 1185,-19 4-13487,10 1 4770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8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1 220 8116,'0'0'1502,"0"0"325,0 0 185,0 0-817,0 0-661,2 12-180,6 26 246,2 1 0,1-2-1,3 0 1,0 0-1,3-1 1,1-1 0,1 0-1,18 21-599,-31-48 5,1 0-1,1-1 1,-1 0-1,1 0 1,1-1-1,-1 0 1,1 0-1,0-1 1,0 0-1,0-1 1,1 0-1,0 0 1,4 0-5,-8-3-32,0 1 1,0-1-1,0 0 1,0-1 0,0 0-1,0 0 1,0 0-1,0 0 1,0-1 0,0 0-1,0 0 1,0-1-1,0 0 1,0 0-1,-1 0 1,1-1 0,-1 0-1,0 0 1,1 0-1,-1 0 1,-1-1-1,1 0 1,0-1 31,5-5-58,0-1-1,-1 0 1,0-1 0,-1 0 0,0 0-1,-1-1 1,0 0 0,-1 0-1,-1-1 1,0 0 0,2-10 58,-1-1-44,-2 0 1,-1-1 0,-1 0-1,-1 0 1,-1 0-1,-2-5 44,1 18-29,-1 0-1,-1 0 1,-1 0-1,1 1 1,-2-1-1,0 1 1,0 0-1,-1 1 0,-1-1 1,0 1-1,0 0 1,-1 1-1,-1 0 1,1 0-1,-2 1 1,1 0-1,-5-3 30,3 3 111,0 1 0,0 0-1,0 1 1,-1 0 0,-1 0 0,1 1-1,-1 1 1,0 0 0,0 1 0,0 1-1,-1 0 1,1 0 0,-1 1 0,0 1-1,1 0 1,-7 2-111,18-1 22,-1 1-1,1-1 0,0 1 1,-1 0-1,1 0 0,0 0 1,0 1-1,-1-1 1,1 0-1,0 1 0,1-1 1,-1 1-1,0 0 1,0-1-1,1 1 0,-1 0 1,1 0-1,-1 0 0,1 1 1,0-1-1,-1 1-21,-21 54 9,20-46 3,-4 9-319,2 1 0,0 0 0,1 1 0,1 12 307,-1 48-6821,4-48-775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6371,'0'0'1729,"0"0"-1,0 0 241,0 0-576,0 0-577,0 0 689,0 79 544,4-30-560,-1 3-433,-3 0-287,0-6-529,0-9-192,0-13-96,4-6-385,2-9-911,5-9-1698,6 0-2256,3-21-3938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49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479 32 8228,'0'0'1630,"0"0"-371,0 0 331,0 0-587,0 0-733,-15-5-11,-3-1 22,0 0 1,0 2 0,-1 0 0,0 2 0,0 0 0,-1 0-282,6 2 336,0 0 0,-1 1 1,1 1-1,0 0 0,0 0 0,0 2 1,-10 3-337,15-3 92,0 1 0,0 0 0,1 0 0,-1 1 0,1 0 0,0 1 0,1-1 1,0 2-1,0-1 0,0 1 0,-3 5-92,-3 4 89,1 1 0,1 1 0,0 0-1,2 1 1,0 0 0,1 0 0,1 0 0,-1 8-89,0 6 177,2 0 0,2 0 0,1 0 0,1 32-177,2-63 0,0 1-1,1-1 0,0 1 1,-1 0-1,1-1 1,0 1-1,1-1 0,-1 0 1,1 1-1,-1-1 1,1 0-1,0 0 1,0 0-1,1 0 0,-1 0 1,1 0-1,-1-1 1,1 1-1,0-1 0,0 0 1,0 0-1,0 0 1,0 0-1,0 0 1,0-1-1,1 1 0,-1-1 1,1 0-1,-1 0 1,1 0-1,0-1 0,1 1 1,6 1-40,0-1-1,0 0 0,0-1 0,0 0 1,0 0-1,0-1 0,0-1 0,0 0 1,-1 0-1,1-1 0,-1 0 41,4-3-27,-2 0 0,1-1-1,-1-1 1,0 0 0,0 0-1,-1-1 1,-1 0 0,1-1 0,-1-1-1,4-6 28,20-26 11,-2-2 0,3-8-11,-7 11 57,-28 41-45,0-1 1,1 1-1,-1 0 1,1 0 0,-1 0-1,1 0 1,0 0 0,-1 0-1,1 0 1,0 0-1,0 0 1,0 0 0,0 1-1,0-1 1,0 0 0,0 0-1,0 1 1,0-1 0,0 1-1,0-1 1,0 1-1,1-1-12,5 32 200,7 171 909,5 40 191,-13-184-1750,-5-21-6631,-1-33 539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0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98 96,'0'0'8137,"0"0"-5042,0 0-817,0 0-95,0 0-732,7 0-456,17-2-624,-1-1 1,0-1-1,0-2 0,0 0 1,-1-1-1,0-1 1,0-2-1,16-8-371,-35 16 17,14-6 20,-10 5-25,0-1 0,0 1 0,1 0 0,0 0-1,-1 1 1,1 0 0,0 1 0,0 0 0,3-1-12,-10 3-2,0 0 0,0-1-1,0 1 1,-1 0 0,1-1 0,0 1-1,0 0 1,0 0 0,-1 0 0,1-1-1,0 1 1,-1 0 0,1 0 0,-1 0-1,1 0 1,-1 0 0,0 0 0,1 1-1,-1-1 1,0 0 0,0 0 0,0 0 0,0 0-1,0 0 1,0 0 0,0 0 0,0 1 2,1 6-9,9 58 107,-3 1 0,-4 1 1,-3 41-99,1 20 366,-1-53 118,0-35-435,1 0 1,1-1 0,8 35-50,-7-71-231,-3-4-4194,0-1-4664,0-12 2291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0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12118,'0'0'3153,"0"0"-1616,0 0 1680,0 0-2112,0 0-945,0 0 480,210-15-144,-142-1-240,-13 1-240,-15 3-32,-13 6 0,-13 3-16,-7 3-144,-7 0-368,0 0-881,3 0-1856,-3 0-1793,7 0-2946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1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6467,'0'0'2753,"0"0"-1440,0 0 1088,0 0-1377,0 0 113,0 0 224,170 0-113,-102 0-255,0 0-241,-4-9-224,-13-1-368,-13 7-160,-15 0-80,-6 0-576,-10 0-689,-7-3-1792,0-6-1889,0 3-1970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1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10069,'0'0'2187,"0"0"-359,0 0 754,10 29-1029,24 56-993,43 75-560,-15-20 1147,-59-134-362,1 9-971,-22-6-4242,12-7 3610,-14 5-6217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2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316 381 5090,'0'0'2135,"0"0"-351,0 0 207,0 0-25,0 0-488,0-11-259,-3-29 409,-1-1-1,-2 1 0,-9-32-1627,4 31 345,7 24-231,0-1-1,-1 1 0,-2 1 0,1-1 0,-2 1 0,0 0 0,-3-2-113,11 18 31,-1 1 0,0 0 0,1 0 0,-1 0 0,0 0 0,1 0 0,-1 0 0,1 1 1,0-1-1,-1 0 0,1 0 0,0 0 0,0 0 0,-1 0 0,1 1 0,0-1 0,0 0 0,0 0 0,1 0 0,-1 0 0,0 1 0,0-1 0,1 0-31,-2 46-23,3-29 90,0-1 1,2 0-1,0 0 0,1 0 1,1 0-1,0-1 0,1 0 1,9 13-68,6 19 61,0 2-17,-11-27-75,0 1 0,-1 0-1,-1 1 1,-1 0 0,-2 0 0,0 0 0,-2 1 0,1 24 31,-4-45-35,-1 1 0,0 0 0,0 0 1,0-1-1,-1 1 0,0 0 0,0-1 1,0 1-1,-1 0 0,0-1 0,0 0 0,0 1 1,0-1-1,-1 0 0,0 0 0,0 0 0,-1-1 1,1 1-1,-1-1 0,0 0 0,0 0 1,-1 0-1,1 0 0,-1-1 0,1 0 0,-1 0 1,-4 2 34,-7 4-234,-1 0 0,0-1 0,0-1 0,-1-1 1,0 0-1,0-1 0,-10 0 234,-10 1-329,1-2-1,-1-1 0,-10-2 330,47-1 105,1 0-25,20 0 101,36-4 247,0-2 0,-1-2 0,0-3 0,0-2 0,36-15-428,-70 18 553,-2 1-1327,-9 6-6070,-10 3 780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3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11925,'0'0'1905,"0"0"-1825,0 0 1729,0 0-384,16 162-993,-5-104-96,-8 0 80,-3-9-224,0 0-192,0-10-272,0-5-432,-3-16-1633,-1-15-2609,4-3-3666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3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333 140 7507,'0'0'1820,"0"0"-620,0 0-84,0 0-431,0 0-533,-4-13-104,-14-43 147,17 52-82,-1 0-1,1 0 1,-1 1-1,0-1 1,-1 1-1,1-1 1,-1 1-1,1 0 1,-1-1-1,0 2 1,0-1-1,-1 0 1,1 0-1,0 1 1,-1 0-1,0 0 1,1 0-1,-1 0 1,0 0-1,0 1 1,0 0-1,-1-1-112,-9 0 57,0 0-1,0 0 0,0 1 1,0 1-1,-10 1-56,1-1 282,20 1-243,0-1 0,1 1-1,-1-1 1,0 1 0,0 0 0,0 0 0,1 1 0,-1-1-1,0 0 1,1 1 0,0 0 0,-1-1 0,1 1 0,0 0-1,0 0 1,0 0 0,0 1 0,0-1 0,0 0 0,0 1-1,0 1-38,-30 62 447,27-55-346,-3 8 107,2 1-1,0-1 0,2 1 1,0 0-1,1 0 1,0 0-1,2 0 1,1 20-208,0-37 17,0-1 0,1 1 0,-1-1 1,0 1-1,1-1 0,-1 1 0,1-1 1,0 1-1,0-1 0,0 0 0,0 1 0,1-1 1,-1 0-1,0 0 0,1 0 0,0 0 1,-1 0-1,1 0 0,0 0 0,0 0 1,0-1-1,0 1 0,1-1-17,2 2 4,1 0 1,0 0-1,0-1 0,0 0 1,0-1-1,0 1 0,0-1 0,0 0 1,0 0-1,3-1-4,3 0-45,0 0 0,1 0 0,-1-1 0,1-1 0,-1 0 0,0-1 0,0 0 0,0-1 0,-1 0 0,8-4 45,-6-1-60,-1 0 0,0-1 0,-1 0-1,3-4 61,-6 5 3,0 1-1,0 1 1,1 0-1,0 0 0,0 0 1,1 1-1,0 1 0,2-1-2,-12 5 7,1 1 0,0 0 0,0 0-1,0 0 1,0 0 0,-1 0-1,1-1 1,0 2 0,0-1 0,0 0-1,0 0 1,-1 0 0,1 0-1,0 0 1,0 1 0,0-1-1,-1 0 1,1 1 0,0-1 0,0 1-1,-1-1 1,1 1 0,0-1-1,-1 1 1,1-1 0,0 1-1,-1-1 1,1 1 0,-1 0 0,1-1-1,-1 1 1,0 0 0,1 0-1,-1-1 1,0 1 0,1 0-1,-1 0 1,0 0 0,0 0 0,0-1-1,1 1-6,5 43 151,-6-34-62,8 100 3263,-7 103-3352,-3-93-1508,2-119-2482,-3-1 815,3 0 2478,-4 0-6845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4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43 2497,'0'0'3636,"0"0"-1354,0 0-391,0 0-31,0 0-526,-1 0-1039,1-1 1,-1 0 0,1 0 0,-1 1 0,1-1-1,-1 0 1,1 0 0,0 1 0,-1-1 0,1 0-1,0 0 1,0 0 0,-1 0 0,1 1 0,0-1 0,0 0-1,0 0 1,0 0 0,0 0 0,0 0 0,1 0-1,-1 1 1,0-1 0,0 0 0,1 0-296,14-4 194,1 0 0,0 2 1,0 0-1,0 0 0,0 2 1,1 0-1,-1 1 0,0 0 0,4 2-194,16-2 130,-27 0-122,1 0-1,-1 1 1,0 0-1,0 0 1,0 1-1,0 0 1,2 1-8,-8-2-8,0 0 0,-1 1 0,1-1 0,0 1 0,-1-1 0,1 1 0,-1 0 0,0 0 0,1 0 0,-1 0 0,0 1 0,0-1 0,-1 1 0,1-1 0,0 1 0,-1-1 0,1 1 0,-1 0 0,0 0 0,0 0 0,0 0 0,0 0 0,0 2 8,0 5-67,0 0-1,-1-1 1,1 1-1,-2 0 1,1-1-1,-2 1 1,1 0-1,-1-1 1,-1 1-1,1-1 1,-2 0-1,1 0 0,-1 0 1,-5 8 67,5-11-94,0 1 0,0-1-1,-1 0 1,1 0 0,-1 0 0,0-1 0,-1 0 0,0 0-1,0 0 1,0-1 0,0 0 0,0 0 0,-1 0 0,0-1-1,0 0 1,0 0 0,0-1 0,0 0 0,-6 1 94,-2-1-2688,41 0 1435,-15 0 1239,-1 2 0,0 0 0,0 0-1,0 1 1,0 0 0,-1 0 0,1 1-1,-1 1 1,-1-1 0,1 1 0,-1 1-1,-1 0 1,1 0 0,-1 0 0,-1 1-1,1 1 15,-1-2 89,-1 0 0,-1 0-1,1 1 1,-1-1-1,-1 1 1,1 0-1,-1 1 1,-1-1-1,0 0 1,0 1-1,-1-1 1,0 1 0,-1-1-1,0 1 1,0-1-1,-1 1 1,-1-1-1,-1 8-88,1-12 76,0-1-1,0 1 1,-1-1 0,0 0-1,0 0 1,0 0-1,0 0 1,0 0-1,-1-1 1,0 1 0,1-1-1,-1 0 1,-1 0-1,1-1 1,0 1-1,-1-1 1,1 0 0,-1 0-1,1 0 1,-1-1-1,0 0 1,0 0-1,0 0 1,0 0 0,0-1-1,0 0 1,-2 0-76,-3 1 78,0-1 0,0 0 0,0 0 0,1-1 0,-1-1 0,0 0 0,1 0 0,-1 0 0,1-1 0,0-1 0,0 0 0,0 0 0,-5-4-78,-13-13-158,-31-20-630,53 39 134,0 0 1,-1 0-1,1 0 0,-1 0 0,1 1 0,-1 0 0,-2 0 654,-22 0-7566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5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0 150 768,'0'0'8956,"0"0"-4706,0 0-2105,0 0-245,0 0-515,17-7-433,114-34-62,2 5 0,1 7 1,19 2-891,-85 18-302,-39 8-2336,-28 1 250,-1 1-2957,-9 9 1304,-20 7-2015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5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1 9925,'0'0'1979,"0"0"-600,0 0 158,1 31 141,7 103-915,-3-102-645,1 0 0,1 0 1,2-1-1,1-1 0,5 10-118,15 49 156,-23-66-28,-1 0-1,-1 0 0,-1 1 1,-2 0-1,0 0 1,-1 0-1,-2-1 0,-1 16-127,1-36-17,0 0-1,-1 0 0,1 0 1,0 0-1,-1-1 1,0 1-1,0 0 0,1-1 1,-1 1-1,-1-1 0,1 0 1,0 0-1,-1 0 0,1 0 1,-1 0-1,1 0 1,-1 0-1,0-1 0,0 0 1,0 1-1,-1-1 18,-70 22-759,70-22 696,-50 9-688,0-2 0,-28 0 751,18-3 728,116-7 3253,38 3-3981,-35 2 507,-1-4-1,44-5-506,3-15 482,-72 13-364,1 2 1,1 1-1,-1 1 1,14 1-119,-14-5 751,-22 1-9693,-4 0 2062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6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1 150 14343,'0'0'2016,"0"0"-1391,0 0 1184,0 0-1297,0 0-480,0 0-16,217-18-16,-160 0 0,-12 2-400,-18 1-401,-14 0-623,-13-1-145,0 1-256,-13-3-1120,-31-1-2466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8:56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1 242 11157,'50'-198'3218,"-50"198"-1153,0 0 144,28 0-961,23 0-512,3-6-271,0-1-129,-6-2-336,-11 0-48,-13 3-384,-7 3-161,-7 0-479,-7 3-193,1 0-816,-4 0-1008,0 0-2001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3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1 271 8228,'0'0'1563,"0"0"-285,0 0 141,0 0-85,0 0-645,0 0-260,0 0 177,0 0 61,0-8 4447,0 4-5104,1 0 0,-1 0-1,1 0 1,0 0 0,0 0 0,0 0 0,0 0-1,1 0 1,1-2-10,14-17-19,0 2-1,2 0 1,1 1-1,0 1 1,1 0-1,1 2 1,1 1-1,0 0 1,1 2-1,10-4 20,-27 15-37,1 0 0,-1 1 0,1 0 0,-1 0-1,1 0 1,0 1 0,0 0 0,0 1 0,-1 0 0,1 0-1,0 1 1,0-1 0,0 2 0,1 0 37,-5-1-29,0 0 1,0 0 0,0 1-1,0 0 1,0-1-1,0 2 1,-1-1 0,1 0-1,-1 1 1,1 0-1,-1-1 1,0 1-1,0 1 1,0-1 0,0 0-1,-1 1 1,0-1-1,1 1 1,-1 0 0,0 0-1,-1 0 1,1 0-1,-1 0 1,0 0 0,0 0-1,0 1 29,2 10-22,-1 1 0,-1 0-1,-1 0 1,0 0 0,-1 0 0,-1 0 0,0-1-1,-1 1 1,-1 0 0,0-1 0,-1 0-1,-1 0 1,0 0 0,-1-1 0,-4 6 22,-18 26 63,-2-2 0,-2-1 0,-36 37-63,-24 30 72,91-108-58,0 0 1,1 0-1,-1 0 0,1 0 1,0 0-1,-1 0 1,1 0-1,0 0 0,0 1 1,1-1-1,-1 1 0,0-1 1,1 0-1,-1 1 0,1-1 1,0 2-15,0-3 4,1 0 0,0 1 0,0-1 0,0 0 0,0 0 0,0 0 0,0 0 0,0 1 0,0-1 0,0-1 0,0 1 0,1 0 0,-1 0 0,0 0 0,1-1 0,-1 1 0,0-1 0,1 1 1,-1-1-1,1 1 0,-1-1 0,1 0 0,-1 0 0,1 0 0,-1 0 0,1 0 0,1 0-4,65 5 608,1-3 0,68-6-608,-113 1 201,1-1 0,-1-1 0,0-1 0,17-7-201,-8 2 434,-29 11 137,-1-4-12139,-3-4 3997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4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8100,'0'0'1440,"0"0"-671,0 0 976,0 0-81,0 0-1023,0 162-129,0-125 144,0-4-48,0-5-448,0-7 161,0-5-273,0-1 96,0-6-144,0-3-176,0 0-737,0-6-2064,0 0-1313,0-6-2481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4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455 117 6707,'0'0'1550,"0"0"-323,0 0 166,0 0-128,0 0-449,-7-7-128,-10-9 35,-1 0-1,-1 2 0,-13-9-722,24 18 187,-1 0-1,0 0 0,0 0 1,0 1-1,0 1 1,-1 0-1,0 0 1,0 1-1,1 0 1,-1 0-1,-5 1-186,7 1 22,0 0-1,-1 0 0,1 1 1,0 0-1,0 1 0,0 0 1,0 0-1,0 1 0,1 0 1,-1 0-1,1 1 0,0 0 1,0 0-1,0 0 0,0 1 1,1 0-1,0 1 0,0-1 1,0 1-1,1 1 0,0-1 1,0 1-22,-6 6 33,1 0 1,1 1-1,0 0 0,1 0 1,0 1-1,-4 15-33,8-21 31,1 0 0,1 0-1,0 0 1,0 1 0,1-1-1,0 1 1,0-1-1,1 1 1,1-1 0,-1 1-1,1-1 1,3 8-31,-3-15-1,0 0 0,0 0-1,0 0 1,1 0 0,-1 0 0,1 0 0,0 0 0,-1-1-1,1 1 1,0-1 0,0 1 0,0-1 0,0 0-1,0 0 1,0 0 0,1 0 0,-1 0 0,0 0 0,0 0-1,1-1 1,-1 0 0,0 1 0,1-1 0,-1 0-1,1 0 1,1 0 1,8 1 14,1-1 0,-1-1-1,0 0 1,9-2-14,-16 2 14,1-1-1,-1 1 1,1-1 0,-1-1 0,0 1-1,0-1 1,0 0 0,0 0 0,0 0-1,-1 0 1,1-1 0,-1 0-14,48-56 76,3-2 49,-54 61 40,-1 1-18,0 17-94,5 81 205,4 0 1,13 45-259,-3-23 166,-18-108-64,-1-5 10,1 1-1,0 0 1,0-1-1,1 1 0,0-1 1,0 0-1,1 0 1,-1 0-1,2 0 1,3 6-112,-7-12 266,0-1 161,0 0-112,0 0 40,0 0-56,0 0-70,0 0-101,0 0-99,0 0-82,0 0-214,1 0-769,1 0 333,-1-2-6674,2-9 139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5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122 132 7860,'0'0'1688,"0"0"-284,0 0 108,0 0-407,0 0-865,0 0-107,-1 24 460,-6 55 998,-4 0 0,-14 50-1591,-9-13 967,18-68-602,2 1 0,1 6-365,14-180-381,10 55 247,3 1 0,17-48 134,14-61-36,-33 126 100,-7 35 50,-1-1 0,-1 0 0,0 0 0,0-10-114,-3 27 165,1 2-161,1-1 0,0 1 0,0-1 0,-1 1 1,1 0-1,-1-1 0,1 1 0,0 0 0,-1 0 0,1 0 0,-1 0 0,0 0 0,1 1 0,-1-1 0,0 0 0,0 1 0,0-1 0,0 0 0,0 1 1,0-1-1,0 1 0,0 0-4,20 44 77,-16-32-25,100 263 346,21 51 866,-117-315-1012,-4-4-1870,-21-6-996,3-5 1460,0 0 1,0-1-1,0-1 1,0 0 0,0 0-1,-6-5 1154,-45-18-5800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6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0 113 4578,'0'0'2775,"0"0"-897,0 0-205,0 0-497,0 0-26,32-1 109,5-1-806,41-1 1736,37-9-2189,-19-5 1608,-56 9-1180,0 1 0,0 3-1,15 0-427,-53 4-376,1-1 0,-1 0-1,0 0 1,0 0-1,0 0 1,0 0 0,1 0-1,-2 0 1,1-1-1,0 1 1,0-1 0,0 1-1,-1-1 1,1 0-1,-1 0 1,1 1 0,-1-1-1,1-1 377,0 0-777,18-23-5146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6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977 25 10005,'0'0'1630,"0"0"-718,0 0 785,0 0 101,0 0-886,-1-6-463,-4-13 63,9 21 352,17 42 91,180 445 2442,-95-214-2850,-41-98 21,-63-173-531,40 93 402,-37-88-412,0 0 0,1 0 1,0 0-1,0 0 0,1-1 0,0 0 0,0-1 0,7 6-27,-2 0-585,-26-6-224,5-4 950,-712 263-339,535-193 460,-16 6 714,-120 28-976,292-97 239,30-10-246,0 0 1,1 0 0,-1 0-1,0 0 1,0 0 0,0 0-1,0 0 1,0 0 0,0 0 0,0 1-1,0-1 1,0 0 0,0 0-1,0 0 1,0 0 0,0 0-1,0 0 1,0 0 0,0 1 0,0-1-1,0 0 1,0 0 0,0 0-1,0 0 1,0 0 0,0 0-1,0 1 1,0-1 0,0 0 0,0 0-1,0 0 1,0 0 0,0 0-1,0 0 1,0 0 0,0 0 0,0 1-1,0-1 1,0 0 0,0 0-1,0 0 1,0 0 0,-1 0-1,1 0 1,0 0 0,0 0 0,0 0-1,0 0 1,0 0 0,0 0-1,0 0 1,-1 1 0,1-1-1,0 0 1,0 0 0,0 0 0,0 0-1,0 0 1,0 0 0,0 0-1,-1 0 1,1 0 0,0 0-1,0 0 1,0-1 6,45 3-1743,-24-2 1141,13-2-1301,-1 0 1,1-3-1,-1 0 0,0-2 0,26-10 1903,38-12-5445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49:27.2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815 19 6867,'0'0'1518,"0"0"-467,0 0-141,0 0-48,0 0-318,10-4-333,31-11 112,-41 16-314,-1-1 1,1 0 0,0 0-1,0 0 1,0 0 0,0 1 0,0-1-1,-1 0 1,1 0 0,0 1-1,0-1 1,0 0 0,0 0 0,0 0-1,0 1 1,0-1 0,0 0-1,0 0 1,0 1 0,0-1 0,0 0-1,0 0 1,0 1 0,0-1-1,0 0 1,0 0 0,0 1 0,0-1-1,0 0 1,1 0 0,-1 0-1,0 1 1,0-1 0,0 0 0,0 0-1,0 0 1,1 1 0,-1-1-1,0 0 1,0 0 0,0 0 0,1 0-1,-1 0 1,0 1 0,0-1-1,0 0 1,1 0 0,-1 0 0,0 0-1,0 0 1,1 0 0,-1 0-1,0 0 1,0 0 0,1 0 0,-1 0-1,0 0 1,0 0 0,1 0-1,-1 0 1,0 0 0,0 0 0,1 0-1,-1 0-9,-7 9 337,0 1-1,0-1 0,-1 0 1,0 0-1,0-1 1,-1 0-1,0-1 0,-6 4-336,-90 55 1561,74-47-1077,-223 125 2339,-93 58-158,291-168-2391,55-33-282,1-1-61,0 0 56,0 0-1,0 0 49,0 0 64,0 0-14,0 0-109,0 0-43,3-5-131,-3 4-64,1 0 0,-1 1-1,1-1 1,-1 0 0,1 0 0,-1 0 0,1 0-1,-1 0 1,1 0 0,0 1 0,-1-1 0,1 0-1,0 0 1,0 1 0,0-1 0,-1 1 0,1-1-1,0 1 1,0-1 0,1 1 262,7-2-5653,1-3-3864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20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1496 81 352,'0'0'526,"0"0"162,0 0 219,0 0 3,0 0-262,0 0 59,-8-13 4853,-9 3-5420,-2 1 0,1 1 1,-1 0-1,-1 2 0,1 0 0,-1 1 1,0 2-1,-13-2-140,-33 0 238,1 2 0,-4 4-238,16-1 219,36 1-220,-1 1 0,0 0 0,1 1 0,-1 1 0,1 1 0,0 0 0,-6 4 1,-34 15-40,-26 18 40,-1-1-4,29-15 33,-73 32 513,-108 69-542,220-117 34,0 1-1,1 0 1,0 1 0,1 0-1,0 1 1,1 1 0,0 0-1,2 1 1,0 1 0,0-1-1,1 2 1,1-1 0,1 1-1,0 1 1,1-1-1,1 1 1,1 0 0,-1 9-34,-13 77 61,4 0 0,5 1 1,4 27-62,3-51 120,6 47-120,-1-95 23,2-1-1,1-1 0,2 1 1,1-1-1,6 13-22,-3-13 49,2-2 1,1 1 0,1-2-1,1 0 1,2-1-1,0-1 1,2 0-1,2-1-49,-4-6 55,2 0 0,0-1 0,1-2 0,1 0 0,0-1 0,1-1 0,1-1 0,0-1 0,24 8-55,2-3 84,2-2 1,0-3-1,1-2 0,0-2 1,26-1-85,89 0 233,14-8-233,-126 0 63,-14-1-28,-1-2 1,1-2 0,-1-1-1,0-3 1,-1-1-1,0-1 1,-1-3 0,0-1-1,-2-2 1,0-2 0,-1-1-1,0-1 1,-2-2-1,-1-2 1,13-14-36,-17 13 94,-2 0-1,0-2 1,-2-1 0,-2-1-1,-1-1 1,-1-1 0,-1-1-1,-2 0 1,-2-2 0,-1 0-1,-2 0 1,-1-2 0,-2 1-1,-2-2 1,-1 1 0,0-30-94,-4 6 643,-2-1 1,-8-51-644,3 79 192,-2 0-1,-1 0 1,-2 1 0,-1 0 0,-12-24-192,3 13-68,-3 1 0,-1 0 1,-2 2-1,-2 1 0,-2 1 0,-2 1 1,-33-33 67,38 47-45,-2 1 0,0 1 0,-1 2 0,-1 1 0,-1 1 0,-1 2 0,0 0 0,-1 3 0,-1 1 0,0 1 1,-7 0 44,-37-4-87,1 3 0,-2 4 0,0 3 0,0 4 0,-5 3 87,34 2-406,0 1 1,1 3 0,0 1 0,0 3-1,1 2 1,1 2 0,0 3-1,1 1 1,1 2 0,0 2 0,-29 22 405,-48 36-3738,14-4-2414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9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1 592,'0'0'80,"0"171"-80,0-85 0,0 2-208,-7-2 208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08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85 4034,'0'0'1491,"0"0"-501,0 0-158,0 0-175,0 0-238,0 0-38,-5 15 6375,3-7-6487,0 2-152,-4 17 133,2 0 0,1 1 0,1 9-250,3-36 5,0 0 1,0-1-1,0 1 1,0 0 0,0 0-1,1-1 1,-1 1-1,0-1 1,0 1-1,1-1 1,-1 1 0,0-1-1,0 0 1,1 1-1,-1-1 1,0 0-1,1 0 1,-1 0 0,0 0-1,1 0 1,-1-1-1,0 1-5,35-3 627,-34 2-565,0 0-1,0 0 1,0-1 0,-1 1-1,1-1 1,0 1-1,0-1 1,-1 0-1,1 0 1,-1 0 0,0 0-1,1 0 1,-1 0-1,0 0 1,0 0-1,0-1 1,-1 1 0,1 0-1,0 0 1,-1-1-1,0 1 1,1 0-1,-1-2-61,3-62 326,-4 53-323,1-5-10,1 12 23,-1 0 0,0 0 1,0 0-1,-1 0 0,0 0 0,0 0 0,0 0 0,-1-1-16,1 4 19,-1 1 1,0-1-1,1 1 0,-1 0 1,0 0-1,0 0 1,0 0-1,0 0 1,0 0-1,0 0 0,-1 1 1,1-1-1,-1 1 1,1 0-1,-1 0 1,0-1-1,1 2 1,-1-1-1,-1 0-19,-1-1 15,0 0 1,0 1-1,-1 0 1,1 0-1,0 0 1,-1 0-1,1 1 1,-1 0-1,1 0 1,0 1-1,-1-1 0,1 1 1,0 1-1,0-1 1,-3 1-16,5 0 4,0 0 0,0 0 0,0-1 0,0 2 0,0-1 0,1 0 0,-1 1 0,1-1 0,0 1 0,0-1 0,0 1 0,0 0 0,0 0 0,0 0 0,1 0 0,0 0 0,-1 1 0,1-1 0,0 0 0,1 1 0,-1-1 0,1 1 0,-1-1 0,1 0-4,-1 8 9,-1-1 0,2 0 0,0 0 1,0 0-1,1 0 0,0 1 0,2 7-9,-2-14 2,0 0-1,1-1 1,0 1 0,0 0 0,0-1-1,0 0 1,0 1 0,0-1 0,1 0-1,0 0 1,0 0 0,0 0 0,0-1-1,0 1 1,0-1 0,1 0 0,-1 0-1,1 0 1,-1 0 0,5 1-2,-4-1 27,1 0 1,-1-1-1,1 1 0,0-1 1,0 0-1,0 0 0,0 0 1,0-1-1,0 1 0,0-1 1,0-1-1,0 1 0,0-1 1,3 0-28,-6 0 15,1-1 1,0 1-1,0 0 1,-1-1 0,1 1-1,-1-1 1,1 0-1,-1 0 1,0 0 0,0 0-1,0-1 1,0 1 0,0 0-1,0-1 1,-1 0-1,1 1 1,-1-1 0,1 0-1,-1 1 1,0-1-1,0 0 1,-1 0 0,1-2-16,2-5 19,-1-1 1,0 1 0,-1-1-1,0 0 1,-1 1 0,0-1-1,-1 0 1,-1-5-20,-1 14 35,0 1 0,0 0 0,0 0 0,0 0 0,-1 1 0,1-1 0,0 1 1,-1 0-1,1 0 0,-1 0 0,1 0 0,0 1 0,-1 0-35,-4-1 35,5 0-31,-1 1 0,0 0 0,1-1 0,-1 1 1,1 1-1,0-1 0,-1 0 0,1 1 0,0 0 0,0 0 0,0 0 1,0 0-1,0 0 0,0 0 0,1 1 0,-1 0 0,1-1 1,0 1-1,-1 0 0,1 0 0,1 0 0,-1 0 0,0 1 0,1-1 1,-1 0-1,1 1 0,0-1 0,0 1-4,-3 10 7,0 0 0,1 1 0,1-1-1,0 0 1,1 1 0,0 7-7,1-20 0,1 0 0,-1 0-1,1 0 1,-1 0 0,1-1 0,0 1-1,0 0 1,0 0 0,0 0 0,0-1-1,0 1 1,0 0 0,1-1 0,-1 1-1,1-1 1,-1 1 0,1-1-1,-1 0 1,1 0 0,0 0 0,0 0-1,-1 0 1,1 0 0,0 0 0,0 0-1,0-1 1,0 1 0,0-1-1,0 0 1,0 1 0,0-1 0,0 0 0,6 1 11,-1 0 1,1 0-1,-1-1 0,1 0 1,0-1-1,-1 1 1,1-1-1,3-2-11,-9 2 15,0 1 0,0-1 0,0 0 0,0-1 0,-1 1 0,1 0 0,0-1 0,0 1 0,-1-1 1,1 1-1,-1-1 0,0 0 0,1 1 0,-1-1 0,0 0 0,0 0 0,0 0 0,0 0 0,0 0 0,-1 0 0,1 0 0,0 0 0,-1-1 0,0 1 0,1-1-15,1-63 253,-2 50-204,0 14-50,-1 0 1,1 1 0,0-1 0,-1 0 0,1 1-1,-1-1 1,1 1 0,-1-1 0,0 1 0,0-1 0,0 1-1,0 0 1,0-1 0,0 1 0,0 0 0,0 0-1,0 0 1,-1-1 0,1 1 0,0 1 0,-1-1 0,1 0-1,-1 0 1,1 0 0,-1 1 0,1-1 0,-1 1-1,0-1 1,1 1 0,-1 0 0,1 0 0,-1-1 0,0 1-1,1 0 1,-1 0 0,0 1 0,1-1 0,-1 0-1,0 1 1,0-1 0,-3 1 3,-1-1-1,1 1 0,-1 0 1,1 1-1,0-1 1,0 1-1,0 0 0,0 0 1,0 1-1,0 0 1,1-1-1,-3 3-2,1 1 19,0 1 0,1-1 0,0 1 0,1-1-1,-1 1 1,1 1 0,-2 4-19,4-8-8,1 0 0,-1 0 0,1 0 0,0 0 0,0 0 0,0 0-1,0 0 1,1 0 0,0 1 0,0-1 0,0 0 0,0 0 0,1 0 0,-1 1 0,1-1 0,1 1 8,-1-4-14,0 0 0,1 0 0,-1 0 0,0 0 0,1-1 0,-1 1 0,1 0 0,0-1 0,-1 1 0,1-1 0,-1 1 0,1-1 0,0 0 0,-1 0 0,1 0 0,0 0 0,-1 0 0,1 0 0,1 0 14,-2 0 9,1 0 0,-1 0 0,0 0 0,0 0 1,1 0-1,-1 0 0,0 0 0,0 0 0,0-1 0,1 1 0,-1 0 0,0-1 0,0 1 0,0-1 0,0 1 0,0-1 0,0 0 0,0 1 0,0-1 0,0 0 0,0 0 0,0 0 0,0 0 0,0 1 0,0-1 0,-1 0 0,1-1-9,0-4 53,1-6 14,-1-1 1,0 0-1,-1 0 1,0 0-1,-1 0 1,0 0-1,-1 0 1,-3-8-68,3 19 6,-1 0 0,1-1 0,-1 1 0,1 0 0,-1 1 1,0-1-1,0 0 0,1 1 0,-1-1 0,0 1 0,-1 0 1,1 0-1,0 0 0,0 1 0,0-1 0,-1 1 0,1-1 0,0 1 1,0 0-1,-1 0 0,1 1 0,0-1 0,0 1 0,-1 0 1,1-1-1,0 1 0,0 1 0,0-1 0,0 0-6,-6 11-772,2 0-1,-1 1 1,1-1-1,1 1 0,0 1 1,1-1-1,0 1 1,1 0-1,0 6 773,0-8-1443,-9 34-5538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10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149 102 4722,'0'0'1574,"0"0"-235,0 0 91,0 0-298,0 0-4,11 0 7385,0 4-8024,-1 1-477,1 0-1,0 0 1,0-1 0,0 0 0,0-1 0,1-1 0,-1 1 0,1-2 0,-1 0 0,1 0-1,0-1 1,0 0 0,3-2-12,4 2-202,-18 0 192,0 0 1,-1 0 0,1 0 0,0 0-1,0-1 1,-1 1 0,1 0-1,0 0 1,-1-1 0,1 1 0,0-1-1,-1 1 1,1-1 0,-1 1-1,1-1 1,0 1 0,-1-1 0,1 1-1,-1-1 1,0 0 0,1 1 0,-1-1-1,1 0 1,-1 1 0,0-1-1,0 0 1,1 1 0,-1-1 9,4-30 66,-3 25-43,-2 1 1,1-1-1,-1 1 0,0-1 1,0 1-1,0 0 0,-1-1 0,1 1 1,-3-5-24,1 8 14,0-1 0,1 0 0,-1 1 1,0-1-1,0 1 0,0 0 0,-1 0 1,1 0-1,0 0 0,-1 1 0,1-1 1,-1 1-1,0 0 0,1 0 0,-1 0 0,-3 0-14,-66-2 394,57 3-292,7 1-59,0 1 1,0 0-1,0 0 1,0 1 0,0 0-1,0 1 1,1 0-1,0 0 1,-1 1-1,2 0 1,-1 0 0,0 1-1,1 0 1,0 0-1,1 1 1,-1 0-1,1 0 1,0 2-44,-1-2 43,0 2 0,1-1 0,1 1 0,-1 0 0,1 0 0,1 0 0,-1 1 0,2-1 0,-1 1 0,1 0 0,1 0 0,0 1 0,0-1 0,1 0 0,1 1 0,0 6-43,0-16 0,1 1 0,-1-1-1,1 0 1,0 0-1,-1 0 1,1 0 0,0 1-1,0-1 1,0 0 0,0 0-1,0-1 1,0 1 0,0 0-1,0 0 1,0 0-1,0-1 1,1 1 0,-1 0-1,0-1 1,0 1 0,1-1-1,-1 0 1,0 1 0,1-1 0,39 8-20,-32-6 14,13 2-11,0-1 0,0-1 1,0-1-1,0 0 0,0-2 1,0 0-1,0-2 0,17-4 17,-36 5 5,1 0-1,-1 0 0,0 0 1,0 0-1,0-1 0,-1 1 1,1-1-1,0 0 1,-1 0-1,0 0 0,0 0 1,0 0-1,0-1 0,0 1 1,0-1-1,-1 1 0,0-1 1,0 1-1,0-1 1,0 0-1,0 1 0,-1-1 1,0 0-1,0 0 0,0 0 1,0 1-1,0-1 0,-1 0 1,0 0-1,1 1 1,-1-1-1,-1 0 0,1 0-4,0 3 17,0 0 1,0 1-1,0-1 0,0 0 0,0 0 0,0 1 0,0-1 1,0 1-1,0-1 0,0 1 0,0 0 0,0-1 1,0 1-1,-1 0 0,1-1 0,0 1 0,0 0 0,0 0 1,0 0-1,-1 0 0,1 1-17,-33 0 243,28-1-196,2 1-44,1 0 0,-1 1 0,0-1-1,0 1 1,1 0 0,-1 0 0,1 0-1,-1 0 1,1 0 0,0 1 0,0-1 0,0 1-1,0 0 1,1 0 0,-1 0 0,1 0-1,0 1 1,0-1 0,-1 1-3,1 0-13,-1 0-1,1 0 1,0 0 0,0 1-1,0-1 1,1 1 0,-1-1 0,1 1-1,0-1 1,0 1 0,1 0-1,-1-1 1,1 1 0,0 0-1,1 0 1,-1 2 13,2-6-10,-1 0 0,0-1 0,0 1 0,1-1 0,-1 1 0,0-1 0,0 1 0,1-1 1,-1 0-1,1 1 0,-1-1 0,0 0 0,1 0 0,-1 0 0,0 0 0,1-1 0,-1 1 0,1 0 0,-1 0 10,3-1-24,3 1 17,1 0 1,-1 0 0,1-1-1,-1 0 1,0 0-1,1-1 1,-1 0 0,0 0-1,0-1 1,3-2 6,-7 3 0,0 0 1,0 0-1,0 0 0,-1 0 1,1-1-1,0 1 0,-1-1 1,0 0-1,0 0 0,0 0 1,0 0-1,0 0 0,0 0 1,-1-1-1,0 1 0,1 0 1,-1-1-1,-1 1 0,1-1 1,0 0-1,-1 1 0,0-1 1,0 0-1,1-1 13,0 0 0,-1 0 0,1 0 0,-2 0 0,1 0 0,0 0 1,-1 0-1,0 0 0,0 0 0,0 0 0,-1 1 0,0-1 0,0 0 0,0 1 0,0-1 1,-1 1-1,1 0 0,-1 0 0,0 0 0,-1 0 0,1 0 0,-1 1 0,1-1 1,-1 1-1,0 0 0,0 0 0,-1 1 0,1-1 0,0 1 0,-1 0 0,0 0 0,1 0 1,-1 1-1,0-1 0,0 1 0,-1 0-13,0 0 29,0 0-1,1 0 1,-1 0 0,0 1 0,0-1 0,1 1-1,-1 1 1,0-1 0,1 1 0,-1 0-1,0 1 1,1-1 0,-1 1 0,1 0-1,0 0 1,-1 1 0,1-1 0,0 1-1,-1 2-28,1-1 4,1 1 0,-1 0 0,1 0 0,0 0 0,0 1 0,0-1-1,1 1 1,0 0 0,0 0 0,1 0 0,-1 1 0,1-1 0,1 0-1,-1 1 1,1 0 0,0 1-4,1-7 1,-1 6-11,0-1 0,0 1 1,0 0-1,1-1 0,0 1 0,1 2 10,-1-8-9,1 1-1,-1-1 1,0 0-1,1 1 1,-1-1 0,1 0-1,-1 0 1,1 0-1,0 1 1,0-1 0,-1 0-1,1 0 1,0 0-1,0 0 1,0 0 0,0 0-1,0-1 1,0 1-1,0 0 1,0 0 0,1-1-1,-1 1 1,0-1 0,0 1-1,1-1 1,-1 1-1,0-1 1,1 0 0,-1 1-1,0-1 1,1 0 9,5 1-25,0 0 0,1-1 1,-1 0-1,0 0 0,0 0 1,0-1-1,0 0 0,0-1 1,0 1-1,0-1 0,-1-1 1,1 1-1,1-2 25,-4 2-7,-1 0 1,0-1-1,0 1 0,0-1 1,0 0-1,-1 0 1,1 0-1,-1 0 0,1 0 1,-1 0-1,0-1 0,-1 1 1,1-1-1,0 0 0,-1 1 1,0-1-1,0 0 0,0 0 1,0 0-1,-1 1 0,1-1 1,-1 0-1,0 0 0,-1-3 8,2 6 4,-1-1 0,0 0 0,0 0 1,0 0-1,0 0 0,0 0 1,0 1-1,-1-1 0,1 0 1,-1 0-1,1 0 0,-1 1 0,0-1 1,0 0-1,1 1 0,-1-1 1,0 0-1,0 1 0,-1-1 1,1 1-6,-2 0 35,1 0-1,-1 0 1,1 0 0,-1 1 0,1-1 0,-1 1 0,0 0 0,1 0 0,-1 0 0,0 0 0,1 0-1,-1 0 1,1 1 0,-1-1 0,0 1-35,-1 1 12,-1-1 0,1 1-1,-1 0 1,1 0 0,0 1 0,0-1 0,0 1-1,0 0 1,0 0 0,0 1 0,1-1 0,0 1-1,-1-1 1,2 1 0,-1 0 0,0 0-1,0 2-11,-1 1-15,0-1 0,0 1 0,1 0 0,0 0-1,0 0 1,1 1 0,0-1 0,0 1-1,1-1 1,-1 8 15,2-13-101,27-2-409,-18 0 1502,9 1-4733,-18-1 3355,1 0 1,-1 1-1,1-1 1,-1 0-1,1 1 1,-1-1-1,1 0 0,-1 1 1,0-1-1,1 1 1,-1-1-1,0 1 1,1-1-1,-1 1 1,0-1-1,0 1 0,1-1 1,-1 1-1,0-1 1,0 1-1,0-1 1,0 1-1,0-1 1,0 1-1,0-1 0,0 1 1,0 0-1,0 0 386,0 8-8339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32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1454 80,'0'0'176,"0"0"-107,0 0 60,0 0 49,0 0 70,0 0 182,0 4 208,0 7-2072,0 12 8271,0-16 179,0-28-5509,0-571 1222,1 581-2704,1 1-1,-1-1 0,2 1 1,-1 0-1,1 0 0,1 0 1,3-6-25,14-51 248,3-22 132,0 3-130,6-73 377,-28 140-433,0 0 1,-1-1-1,-2-5-194,1 5-18,0 19 53,361-2-358,-342 2 342,0-1 0,-1-1 0,1-1 0,15-5-19,52-9 1,-13 3 27,-57 11-26,0 0 1,0 1-1,1 1 1,12 0-3,-13 1 0,0-1 0,0-1 0,0 0 0,2-1 0,35-7 18,106 0-160,-89 8 124,35-8 18,-60 7-74,1 2 0,35 4 74,-16-1-254,187 2 51,-69 3 13,-17 0-244,204-3 44,-250-21 419,90 6-37,-131 6-26,0 3-1,49 6 35,-1 0-35,-127-3 32,0 0 1,0-1-1,1 1 0,-1 0 0,0 0 0,0 0 0,1 0 0,-1 0 1,0 0-1,0 0 0,1-1 0,-1 1 0,0 0 0,0 0 0,0 0 1,1-1-1,-1 1 0,0 0 0,0 0 0,0 0 0,0-1 0,0 1 1,1 0-1,-1 0 0,0-1 0,0 1 0,0 0 0,0-1 0,0 1 1,0 0-1,0 0 0,0-1 0,0 1 0,0 0 0,0 0 0,0-1 1,0 1-1,0 0 0,0-1 0,0 1 0,0 0 0,-1 0 1,1-1-1,0 1 0,0 0 0,0 0 0,0 0 0,0-1 0,-1 1 1,1 0 2,-14-25-33,-21-19 86,25 33 26,-6-5 105,16 16-186,-1 0-1,1-1 1,0 1-1,-1 0 0,1 0 1,-1 0-1,1 0 1,-1 0-1,1 0 0,0 0 1,-1 0-1,1 0 1,-1 1-1,1-1 0,-1 0 1,1 0-1,0 0 1,-1 0-1,1 1 0,0-1 1,-1 0-1,1 0 1,-1 1-1,1-1 0,0 0 1,0 1-1,-1-1 0,1 0 1,0 1-1,0-1 1,-1 0-1,1 1 0,0-1 1,0 1-1,0-1 1,0 0-1,-1 1 0,1-1 1,0 1-1,0-1 1,0 0-1,0 1 0,0-1 1,0 1-1,0-1 1,0 1 2,-9 44 67,2 0 1,2 1 0,2-1-1,2 1 1,3 14-68,-2-7 118,0-53-78,0 0 8,0 0-19,0 0 30,0 0 61,0 0 0,0 0 43,0 0-16,-2-19 146,-10-24-171,-2 0 1,-10-17-123,11 30 88,1-1 1,1-1 0,2 0 0,1 0-1,0-12-88,7 34 19,-1-7 40,2 16-53,0 1-1,0 0 1,0 0-1,0 0 0,0-1 1,0 1-1,0 0 0,0 0 1,0 0-1,0-1 1,0 1-1,0 0 0,0 0 1,0 0-1,0-1 0,0 1 1,0 0-1,0 0 1,0 0-1,0 0 0,0-1 1,1 1-1,-1 0 0,0 0 1,0 0-1,0 0 1,0-1-1,0 1 0,0 0 1,1 0-1,-1 0 0,0 0 1,0 0-1,0 0 1,1 0-1,-1 0 0,0-1 1,0 1-1,0 0 0,1 0 1,-1 0-1,0 0 1,0 0-1,0 0 0,1 0 1,-1 0-1,0 0 0,0 0-5,148 33 127,-71-18-171,52 19 44,-124-32-14,0-1 0,-1 1 0,1 0 0,-1 0 0,0 0 0,0 1 0,0-1 0,0 1 0,0 0 0,0 0 0,-1 0 0,1 1 0,-1-1 0,0 1 0,1 1 14,-3-2-6,0-1 0,0 1-1,-1-1 1,1 1 0,0-1 0,-1 1 0,0 0 0,0-1-1,1 1 1,-1 0 0,-1-1 0,1 1 0,0-1-1,-1 1 1,1 0 0,-1-1 0,0 1 0,0-1-1,0 1 1,0-1 0,0 0 0,-1 1 0,1-1 0,-1 0-1,1 0 1,-1 0 0,0 0 0,0 0 0,0 0 6,-14 14-6,-1 0 0,0-2 0,-1 0 1,-1 0-1,0-2 0,-1 0 1,0-2-1,-1 0 0,0-1 0,0-1 1,-1-1-1,0-1 0,0-1 1,-6 0 5,27-5-411,-9 0 288,6-5-4346,4-23-1838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34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0 203 4306,'0'0'1790,"0"0"-26,0 0-145,0 0-408,0 0-445,0 0-144,11 6 290,0 2-605,1-1 0,1 0 0,-1-1 0,1-1 0,0 0 1,0 0-1,1-2 0,0 1 0,13 0-307,41-4 752,-66-1-739,0 0-1,0-1 1,0 1-1,-1-1 1,1 1 0,0-1-1,-1 0 1,1 0-1,-1 0 1,0 0-1,0 0 1,1 0-1,-1 0 1,-1 0 0,1 0-1,0 0 1,0-1-1,-1 1 1,1-2-13,10-48 73,-11 48-12,1-1 0,-1 1 0,0-1-1,0 1 1,-1-1 0,1 1 0,-1-1-1,0 1 1,0 0 0,-1-1-1,1 1 1,-1 0 0,0 0 0,0 0-1,0 0 1,-1 0 0,1 1 0,-3-3-61,-1 0 135,-1 1-1,1-1 1,-1 2 0,-1-1 0,1 1 0,0 0 0,-1 0 0,0 1 0,-6-2-135,11 3 26,0 1 1,-1-1-1,0 1 0,1 0 1,-1 0-1,0 0 0,0 0 1,0 1-1,0-1 0,1 1 1,-1 0-1,0 0 0,0 1 1,0-1-1,0 1 0,0 0 1,1 0-1,-1 0 0,0 0 1,1 1-1,-1-1 0,1 1 1,-1 0-1,1 0 0,0 0 1,0 1-1,0-1 0,0 1 1,0 0-1,1-1 0,-3 4-26,0 3 2,1-1-1,0 1 1,0 0 0,1 0-1,0 0 1,0 0-1,1 1 1,1-1-1,0 1 1,0-1 0,0 1-1,2 4-1,-2 0 24,1-5-11,0 0 1,0-1 0,1 1-1,0 0 1,2 3-14,-2-9 1,0 0 0,0 0 1,0 0-1,0-1 0,1 1 0,-1-1 0,1 1 1,0-1-1,0 1 0,0-1 0,0 0 0,0 0 0,1 0 1,-1 0-1,0 0 0,1 0 0,1 0-1,7 4-21,0-1-1,1 0 1,-1 0-1,1-1 1,0-1-1,0 0 0,1-1 1,2 0 21,100 3-414,-100-5 368,-11 0 41,-1 0 1,1-1-1,0 0 1,-1 0-1,1 0 1,-1 0-1,1 0 1,-1-1-1,1 1 1,-1-1-1,0 0 1,0 0-1,0 0 1,0-1-1,0 1 1,0-1-1,-1 1 1,1-1 0,-1 0-1,0 0 1,0 0-1,0 0 1,0-1-1,0 1 1,-1 0-1,1-1 1,-1 0-1,0 1 1,0-1-1,0 1 1,0-3 4,3-17 25,-1 1 0,-1-1 0,0 1 0,-2-20-25,0 30 7,-1 7 11,1 0 0,-1 0 0,0 0 0,-1 0 0,1 0 1,-1 0-1,0 0 0,0 1 0,0-1 0,-1 0 0,0 1 0,1 0 0,-2 0 0,1 0 1,0 0-1,-1 0 0,0 1 0,0-1 0,0 1 0,0 0 0,0 0 0,-1 1 0,1-1 1,-1 1-1,0 0 0,1 0 0,-1 1 0,-4-2-18,-5-1 53,1 1 1,-1 0-1,0 0 0,-1 1 1,1 1-1,0 1 0,0 0 1,-1 1-1,1 0 0,-4 2-53,14-2 7,-1 1-1,1-1 1,-1 1-1,1 1 1,0-1-1,0 1 0,0-1 1,0 1-1,0 0 1,0 0-1,1 1 1,-1-1-1,1 1 0,0 0 1,0 0-1,1 0 1,-1 0-1,1 0 1,0 1-1,0-1 0,0 1 1,1-1-1,0 1 1,-1 0-1,1 0-6,-2 12-2,-1 0 0,2 1 0,0-1 1,1 1-1,1-1 0,1 7 2,-1-20 1,1-1 0,-1 1 1,1-1-1,0 0 1,0 1-1,0-1 0,0 0 1,1 0-1,-1 0 0,1 0 1,0 0-1,0 0 0,0-1 1,0 1-1,0 0 1,0-1-1,1 0 0,0 1-1,2 1 7,1 0-1,0-1 0,0 1 1,0-1-1,0 0 1,0-1-1,1 0 0,-1 0 1,1 0-7,17 3-47,0-2 1,0 0-1,0-1 1,16-2 46,-34 0-12,0 0 0,1 0-1,-1 0 1,0-1 0,0 0 0,0 0 0,0-1 0,0 1 0,0-1 0,0-1 0,5-1 12,-9 1 12,1 1 1,-1 0-1,0-1 1,1 1 0,-1-1-1,0 0 1,-1 1-1,1-1 1,0 0 0,-1 0-1,1 0 1,-1-1-1,0 1 1,0 0 0,-1 0-1,1-1 1,0 1-1,-1 0 1,0-1 0,0 1-1,0 0 1,-1-3-13,2-3 11,-1 0-1,-1 1 1,1-1 0,-1 1 0,-1-1-1,0 1 1,0-1 0,-1 1 0,0 0-1,0 0-10,0 3 8,1 1-1,-2 0 0,1 0 1,0 0-1,-1 0 0,1 1 1,-1 0-1,0-1 0,-1 1 1,1 1-1,0-1 0,-1 0 1,1 1-1,-1 0 0,0 0 1,0 1-1,-3-1-7,-3-2 49,0 1 1,0 0-1,-1 1 0,1 0 1,-1 1-1,0 0 0,1 1 1,-1 0-1,1 1 0,-1 0 1,0 1-1,-7 2-49,14-2-3,0 0 0,1 0 0,-1 0 0,0 1-1,1-1 1,0 1 0,-1 0 0,1 0 0,0 1 0,1-1 0,-1 1-1,1 0 1,-1 0 0,1 0 0,0 0 0,1 1 0,-1-1 0,1 1-1,0 0 1,0 0 0,0-1 0,0 1 0,1 1 0,0-1 0,0 0-1,1 0 1,-1 0 0,1 3 3,0-3-3,-1 0 0,1 0-1,0 0 1,0 0 0,1-1-1,0 1 1,-1 0 0,2 0-1,-1 0 1,0-1 0,1 1 0,0 0-1,0-1 1,1 0 0,-1 1-1,1-1 1,1 1 3,1 1-10,1-1 1,0-1-1,0 1 0,0-1 1,1 0-1,-1 0 0,1-1 0,0 0 1,0 0-1,0 0 0,1-1 10,6 1-31,-1 0 0,1-1 0,0 0-1,0-1 1,0-1 0,0 0 0,0-1 31,14 1-118,-26 0 120,-1 0 0,1-1 0,0 1-1,-1-1 1,1 1 0,-1-1 0,1 0-1,-1 0 1,1 1 0,-1-1 0,0 0-1,1 0 1,-1 0 0,0 0 0,0-1-1,0 1 1,0 0 0,0 0 0,0-1 0,0 1-1,0-1 1,0 1 0,-1-1 0,1 1-1,0-1 1,-1 1 0,0-1 0,1 0-1,-1 1 1,0-1 0,0 1 0,0-1-1,0 0-1,2-67 47,-2 52-45,0 10-18,0 1 1,0 0-1,-1-1 1,0 1-1,0 0 1,0 0-1,-1-1 1,0 1-1,0 0 1,0 0-1,-1 1 1,0-2 15,1 5 9,0-1 1,-1 0 0,1 1-1,-1-1 1,0 1-1,0 0 1,1 0-1,-1 0 1,-1 0-1,1 1 1,0-1-1,0 1 1,0 0 0,-1 0-1,1 0 1,-1 0-1,1 0 1,-1 1-1,1-1 1,-1 1-1,1 0 1,-4 1-10,-2-1 14,0 0 0,0 0 0,0 1-1,0 1 1,0 0 0,0 0 0,1 0 0,-9 5-14,13-6 2,0 1-1,1 0 1,-1 1-1,1-1 1,0 1-1,0 0 1,0-1-1,0 1 1,0 0-1,0 1 1,1-1-1,0 0 1,-1 1-1,1 0 1,0-1-1,1 1 1,-1 0-1,1 0 1,0 0-1,-1 4-1,0 6-2082,2-13 1620,0 1 0,0-1 0,-1 0 0,1 1 0,0-1 1,0 0-1,-1 0 0,1 1 0,-1-1 0,1 0 0,-1 0 1,0 0-1,1 0 0,-1 0 0,0 0 0,0 0 0,1 0 0,-1 0 1,0 0-1,0 0 0,-1 0 462,-18 12-9367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35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1457,'0'0'603,"0"0"-104,0 0-102,0 0-58,0 0-78,-2 1-595,1 2 8374,4-1-6990,20 4-788,0-2 0,0 0-1,0-1 1,1-2 0,-1 0-1,1-2 1,4-1-262,25 1 201,178 1 477,-231 0-550,0 0 35,0 0 34,0 0 201,0 0 90,0 0-53,0 0-128,0 0-134,0 0-117,0 0-35,0 0-39,0 0-14,0 0-64,0 0-91,0 0-155,0 0-250,0 0-350,0 0-688,0 0-952,0 0-1177,0 0-777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37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0 2209,'0'0'1403,"0"0"-271,0 0-76,0 0-152,0 0-242,0 0-99,0 0-5,0 0-46,0 0 19,0 0 82,0 0-23,0 0-115,0 0-75,0 0-19,0 0-39,0 0 61,0 0-24,0 0-59,0 0 0,0 0 13,0 0-15,0 0-94,0 0-88,0 0-3,0 0-10,0 0 0,0 0-40,0 0 55,0 0 17,0 0 27,0 0-25,0 0-48,0 0 99,4 32 419,10 12-369,-1 1-1,-3 1 0,-2 0 0,-1 0 0,-2 16-257,-1-17 242,1 0 0,3 0 0,3 3-242,-7-12 171,-4-35-167,0-1-1,-1 1 1,1 0-1,0 0 0,-1-1 1,1 1-1,0 0 1,-1-1-1,1 1 0,-1-1 1,1 1-1,-1 0 1,1-1-1,-1 1 1,1-1-1,-1 1 0,0-1 1,1 0-1,-1 1 1,0-1-1,1 0 0,-1 1 1,0-1-1,0 0 1,1 0-1,-1 0 0,0 1 1,0-1-1,1 0 1,-1 0-1,0 0 1,0 0-1,0 0 0,1 0 1,-1-1-4,-270-8 205,270 9-146,1 0-24,0 0-51,0 0 2,0 0 30,0 0 22,29 0 82,30 0-32,-4 2-68,-1-3 0,1-2 0,-1-2 0,50-12-20,-86 9 34,-15 7-8464,-3 1 2056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38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61 150 5410,'0'0'1553,"0"0"-256,0 0-139,0 0-331,0 0-243,0-5-176,0-5-22,0 1-1,-1 0 1,-1 0 0,1-1-1,-1 1 1,-1 0-1,0 0 1,0 1 0,-1-1-1,0 1 1,0 0-1,-1 0 1,0 0 0,-1 0-1,-4-5-385,9 13 382,1 0-54,-1 0-300,1 1 0,-1 0 0,1 0 0,0 0 0,-1 0 0,1 0 0,0 0 0,-1 0 0,1 0 0,0 0 0,0 0 0,0 0 0,0 0-1,0 0 1,0-1 0,0 1 0,0 0 0,0 0 0,0 0 0,1 0 0,-1 0 0,0 0 0,1 0 0,-1 0 0,1 0 0,-1 0 0,1 0 0,-1-1 0,1 1 0,0 0-28,17 38 225,7 0 232,-7-11-243,-1 1 0,3 10-214,-15-28 46,-1-1-1,0 1 0,-1 0 1,0 0-1,-1 0 1,0 0-1,-1 0 1,1 11-46,-3-21 2,0 0 0,1-1 0,-1 1 0,0 0 0,1-1 0,-1 1 0,0 0 0,0-1 0,1 1 0,-1-1 0,0 1 0,0-1 0,0 0 0,0 1 0,0-1 0,0 0 0,0 0 0,1 0 0,-1 1 0,0-1 0,0 0 0,0 0 0,-1 0-2,-30 3 31,26-3-9,-67 6 178,72-6-91,1 0-58,0 0 18,0 0-29,0 0 53,0 0 94,0 0-35,0 0-42,9 0 55,68-1-118,0-2-1,56-12-46,-75 12-447,-49 3-419,-40 0 296,-11 0 282,2-1 393,0 2 0,-8 3-105,35-3 39,0 2 0,0-1-1,0 2 1,1 0 0,-1 0 0,1 1-1,0 0 1,-8 6-39,148-8 568,-70-3-477,-57 0 5,-1 0 123,0 0 40,0 0-43,0 0-91,0 0-77,0 0 27,0 0-19,0 0-11,0 0-5,0 0 27,0 0 48,0 0 42,0 0-32,0 0-55,0 0-36,0 0-20,0 0-25,0 0-8,0 0-13,0 0-21,0 0-54,0 0-151,0 0-396,0 0-616,0 0-1011,0 0-2078,0 0-3143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0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6403,'0'0'1694,"0"0"-152,0 0-360,0 0-291,0 0-400,0 0-203,1 14 3975,2-10-10391,6-4-464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4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0 179 672,'0'0'673,"0"0"167,0 0 150,0 0-59,0 0 195,4 0 6700,6 0-3932,52 0-2899,94 19 910,-34-11-1579,0-6 1,0-5-1,64-11-326,-116 3 23,-12 2 19,1 2 0,43 0-42,92 10-238,-193-2 207,0-1 0,-1 0 0,1 0 0,0 0 0,0 0 0,-1 0 0,1 0-1,0 0 1,-1 0 0,1 0 0,0-1 0,0 1 0,-1 0 0,1 0 0,0-1 0,-1 1 0,1 0 0,0-1-1,-1 1 1,1 0 0,-1-1 0,1 1 0,-1-1 31,-1-19-742,-1 13 905,1 0-183,-1-6 36,-1-1-1,-1 1 1,0 0 0,0 0 0,-5-8-16,3 17 64,3 15-54,2 22-25,1-29 25,0 255 972,5-243-644,-5-16-323,1 0-1,-1-1 1,1 1-1,-1 0 1,0 0-1,1 0 1,-1-1-1,0 1 1,1 0-1,-1 0 1,0-1-1,0 1 1,1 0-1,-1 0 1,0-1-1,0 1 1,1 0-1,-1-1 1,0 1-1,0-1 1,0 1-1,0 0 1,1-1-1,-1 1 1,0-1-1,0 1 1,0 0-1,0-1 1,0 1-1,0-1 1,0 1-1,0 0 1,0-1-1,0 1 1,0 0-1,-1-1 1,1 1-1,0-1 1,0 1-1,0 0 1,0-1-1,-1 1-14,-3-121 37,-6 1-37,8 90 9,1-34 175,1 64-182,0 0 1,0 0 0,0 0 0,0-1 0,0 1 0,0 0 0,0 0 0,0 0 0,0 0-1,0 0 1,0 0 0,0-1 0,0 1 0,0 0 0,0 0 0,0 0 0,0 0 0,0 0-1,0 0 1,0-1 0,0 1 0,0 0 0,0 0 0,0 0 0,0 0 0,-1 0 0,1 0-1,0 0 1,0 0 0,0 0 0,0-1 0,0 1 0,0 0 0,0 0 0,-1 0 0,1 0-1,0 0 1,0 0 0,0 0 0,0 0 0,0 0 0,0 0 0,-1 0 0,1 0 0,0 0-1,0 0 1,0 0 0,0 0 0,0 0 0,0 0 0,-1 0 0,1 0 0,0 0 0,0 0-1,0 0 1,0 0 0,0 1 0,0-1 0,-1 0 0,1 0 0,0 0 0,0 0 0,0 0-3,-5 10-169,22 251 289,-17-261-144,0 0 37,0 0-45,0 0 38,0 0 20,0 0-12,0 0-25,0-29 91,-2-14-49,-2 0 0,-9-37-31,5 35 13,8 44-8,1 0-2,-1 0 1,0 0-1,0 0 0,0 0 1,0 0-1,0 0 0,0-1 1,0 1-1,0 0 0,0 0 1,0 0-1,-1 0 0,1 0 1,0 0-1,-1 0 0,1 0 1,-1 0-1,1 0 0,-1 0 1,1 1-1,-1-1 0,0 0 1,1 0-1,-1 0 0,0 1 1,0-1-1,0 0 0,0 1-3,1 0 32,0 0-18,0 0-25,0 0-5,0 0-11,4 1-34,344 86 80,-277-71-385,-70-16 330,0 1 0,-1-1-1,0 1 1,1-1 0,-1 1-1,1-1 1,-1 1 0,1-1-1,-1 1 1,0-1 0,1 1-1,-1-1 1,0 1 0,0 0-1,0-1 1,1 1 0,-1-1-1,0 1 1,0 0 0,0-1-1,0 1 1,0 0 0,0-1-1,0 1 1,0 0-1,0-1 1,0 1 0,0-1-1,-1 1 1,1 0 0,0-1-1,0 1 1,-1-1 0,1 1-1,0 0 1,-1-1 0,1 1-1,-1-1 37,-13 25-123,1-12 118,0-1 0,-1-1 0,0 0 1,0 0-1,-1-2 0,0 0 0,-4 1 5,-120 52 152,58-29 212,78-31-274,-35 15-124,28-14 230,25-11 620,29-17-811,37-30-5,2 0-107,-65 42-3,-12 9 38,-1 0-1,1 0 1,0 0-1,0 0 1,0 1-1,0 0 0,1 1 1,-1-1-1,3 1 73,-8 2-141,-1 0 39,0 0-15,0 0 2,0 0-10,0 0-48,-35 0 34,26 0 135,-1 2 1,1-1-1,-1 1 1,1 1-1,0 0 1,0 0-1,-7 4 4,7-3 35,0 0-1,0-1 1,0 0-1,0-1 0,0 0 1,-1 0-1,-6-1-34,15-1 131,1 0-1,0 0 65,0 0-51,1-3-107,0 0 0,-1-1 0,2 1 0,-1 0 0,0-1 0,1 1-1,-1 0 1,1 0 0,0 0 0,0 0 0,0 1 0,1-1 0,-1 0 0,1 1 0,-1 0 0,1-1-37,46-35-12,-35 29-140,0 1 0,1 0 0,0 1 0,1 0 0,0 1 0,0 1 0,0 1 0,0 0 152,-38 8-132,0 1 0,0 1 0,0 1 0,0 1 0,-17 10 132,-58 19-7,52-28 220,44-9-186,1 0 7,18 0 49,-1-1-152,0-1-1,-1-1 1,1 0 0,-1-1-1,0-1 1,6-3 69,-12 8-1958,-15 11 1458,-15 11 535,4-13-6,-1 1-1,0-2 0,-1 0 1,-7 1-29,-21 10 295,44-18-207,16-2 5,-1-1-71,1 0 0,-1-1 0,0 0 0,0-1 0,11-5-22,37-13 63,-59 22-1,-2 0 7,0 0 73,0 0 71,0 0 11,0 0-48,0 0 6,0 0 47,0 0 62,0 0-19,0 0-112,0 0 27,0 0-8,0 0-30,0 0-58,0 0-41,0 0-63,0 0-6,0 0 11,0 0 30,0 0-4,0 0-20,0 0-84,0 0-90,0 0-267,0 0-634,-8 0-5444,-5 0 68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7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4322,'0'0'4063,"0"0"-2121,0 0-802,0 0-257,0 0-243,0 0-445,0 0-134,0 0-24,0 0 86,0 0 240,0 0 320,0 0 104,0 0-56,0 0-96,0 0-238,0 0-79,0 0-139,0 19-49,1 1-21,2-1-1,0 0 0,1 0 1,3 7-109,8 50 489,-11-46-232,17 211 828,-18-206-1019,2-1 0,5 20-66,-3-23 96,-2-1-1,-1 1 1,-1 17-96,-3-47-1,0-1 0,0 1 0,0-1 0,0 0 0,0 1-1,0-1 1,0 1 0,0-1 0,0 0 0,-1 1 0,1-1 0,0 1-1,0-1 1,0 0 0,0 1 0,-1-1 0,1 0 0,0 1 0,0-1-1,-1 0 1,1 0 0,0 1 0,-1-1 0,1 0 0,0 0 0,-1 1-1,1-1 1,0 0 0,-1 0 0,1 0 0,-1 0 0,1 0 0,0 1-1,-1-1 1,1 0 0,-1 0 0,1 0 0,0 0 0,-1 0 0,1 0-1,-1 0 1,1 0 0,0 0 0,-1-1 1,-26-8-89,-22-22-81,3-1 18,-23-18-70,152 117 1548,26 12-1326,-90-68 89,-19-11-87,0 0-1,0 0 0,0 0 1,0-1-1,0 1 0,0 0 1,0 0-1,0 0 0,0 0 1,0 0-1,0 0 0,-1 0 1,1 0-1,0 0 0,0 0 1,0 0-1,0 0 0,0 0 1,0-1-1,0 1 0,0 0 0,0 0 1,1 0-1,-1 0 0,0 0 1,0 0-1,0 0 0,0 0 1,0 0-1,0 0 0,0 0 1,0 0-1,0 0 0,0 0 1,0-1-1,0 1 0,0 0 1,0 0-1,0 0 0,0 0 1,0 0-1,0 0 0,0 0 1,0 0-1,0 0 0,1 0 0,-1 0-1,-27-26 10,11 11-109,-12-17 76,1 0 0,2-2 1,1-1-1,-17-34 23,41 69 5,0 1 1,0-1-1,-1 0 0,1 0 1,0 0-1,0 0 1,0 1-1,0-1 0,0 0 1,0 0-1,0 0 0,0 0 1,-1 0-1,1 0 1,0 1-1,0-1 0,0 0 1,0 0-1,0 0 1,-1 0-1,1 0 0,0 0 1,0 0-1,0 0 0,0 0 1,-1 0-1,1 0 1,0 0-1,0 0 0,0 0 1,0 0-1,-1 0 0,1 0 1,0 0-1,0 0 1,0 0-1,-1 0 0,1 0 1,0 0-1,0 0 1,0 0-1,0 0 0,0 0 1,-1 0-1,1 0 0,0-1 1,0 1-1,0 0 1,0 0-6,2 21 53,4-8-32,0 0 0,1 0 0,1-1 0,0 0 0,1 0 0,0-1 0,0 0 0,4 2-21,27 34 54,-29-31-61,-7-9 3,0-1-1,0 0 0,1 0 0,-1 0 1,1-1-1,1 1 0,-1-1 0,1 0 1,0-1-1,0 0 0,3 2 5,-7-6 5,-1 0 0,0 0 0,1 0-1,-1 0 1,1 0 0,-1-1 0,0 1 0,1-1 0,-1 1-1,0-1 1,1 1 0,-1-1 0,0 0 0,0 0 0,0 1-1,0-1 1,0 0 0,0 0 0,0 0 0,0 0-1,0 0 1,0-1 0,0 1 0,-1 0 0,1 0 0,0-1-1,-1 1 1,1 0 0,-1-1-5,21-50 172,-16 39-148,83-211 160,-93 231-194,1 0 0,-1-1 0,-1 0 0,1 1 0,-1-2 0,0 1 0,0-1 0,-1 0 0,-1 2 10,-72 43 74,55-38 59,0-2 0,-1-1-1,0 0 1,0-2 0,-13 1-133,34-7 1,7 0-7025,23 3 1671,11-4-4798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7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6771,'0'0'2817,"0"0"-893,0 0-294,0 0-352,0 0-296,5 1-350,134 8 3733,121-8-4365,-118-3-1694,-141 2 859,-1 0-310,0 0-232,0 0-317,-3 0-683,-13 0-851,-13 0-1748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8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 2593,'0'0'2906,"0"0"-767,0 0-173,0 0-474,0 0-404,-2 4-261,-1 3-539,0 1 0,0 0-1,1 0 1,0 0-1,1 0 1,0 0 0,0 1-1,1-1 1,0 3-288,5 84 1992,-5-87-1877,4 14 243,1 1 0,0 0 0,2-1 0,8 20-358,9 32 395,-13-37-280,-5-19-28,-1 0 0,-1 1 0,-1-1 0,0 1 0,-1 15-87,-6-31-39,0-1 1,-1 1-1,1-1 0,-1 0 1,1 0-1,-1-1 0,0 1 1,0-1-1,0 0 0,-4 0 39,8 0-11,-45 6-6,-1-1 1,0-2-1,-38-3 17,85-1 128,0 0-102,26 0-42,388-18 617,-413 18-1212,4-9-5145,0 2 3004,2-11-3926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54 6211,'0'0'1320,"0"0"-226,0 0-115,0 0-221,0 0-142,0 0-297,0 0 1,-1 0-1,1 0 0,0 0 0,-1 0 0,1 0 0,-1 0 0,1 0 0,0 0 0,-1 0 0,1 0 1,-1 0-1,1 0 0,0 0 0,-1 0 0,1-1 0,0 1 0,-1 0 0,1 0 0,0 0 0,-1-1 1,1 1-1,0 0 0,-1 0 0,1-1 0,0 1 0,0 0 0,-1-1-319,1-1 1,0 0 1,0 1-1,1-1 0,-1 0 0,0 0 0,1 0 0,-1 0 1,1 1-1,0-1 0,-1 0 0,1 0 0,0 1 1,0-1-1,0 1 0,0-1 0,0 1 0,1-1 1,-1 1-1,0 0 0,1-1 0,-1 1 0,1 0 1,-1 0-1,1 0 0,0 0 0,-1 0 0,1 1 1,0-1-1,0 0 0,-1 1 0,1-1 0,0 1-1,9-2-35,-1 1 0,1-1 0,0 2 0,-1 0 0,6 0 35,2 1-18,-15-1 16,0 0-1,0 0 1,0 1-1,0-1 1,0 1-1,0 0 1,0 0-1,-1 0 1,1 0-1,0 0 1,-1 1-1,1-1 1,-1 1-1,1 0 1,-1 0-1,0 0 1,1 0-1,0 1 3,1 2-10,-1 0 0,1 0 0,-1 0 0,0 0 0,0 0 0,-1 1 1,0 0-1,0-1 0,1 4 10,0 2-12,-1-1 1,0 1-1,-1-1 1,0 1-1,0 0 1,-1 0-1,-1 0 0,0-1 1,0 1-1,-1 0 1,-1 0 11,0-2 13,0-1 1,-1 0-1,-1 0 0,1 0 1,-1 0-1,0-1 0,-1 0 1,0 0-1,0 0 0,-2 0-13,-75 62 261,23-21-108,60-48-144,1 0-1,-1 0 1,0 0 0,1 0-1,-1 0 1,0 0 0,0 0-1,1 0 1,-1 0 0,0 0-1,1 0 1,-1 0 0,0 0-1,1 0 1,-1 0 0,0 0-1,0 0 1,1 0-1,-1 1 1,0-1 0,0 0-1,1 0 1,-1 0 0,0 0-1,0 1 1,1-1 0,-1 0-1,0 0 1,0 1 0,0-1-1,0 0 1,1 0 0,-1 1-1,0-1 1,0 0 0,0 0-1,0 1 1,0-1 0,0 0-1,0 1 1,0-1 0,0 0-1,0 0 1,0 1 0,0-1-1,0 0 1,0 1 0,0-1-1,0 0 1,0 1 0,0-1-1,0 0 1,0 0 0,0 1-1,0-1 1,-1 0 0,1 0-1,0 1 1,0-1 0,0 0-1,0 0 1,-1 1 0,1-1-1,0 0 1,0 0 0,-1 0-1,1 0 1,0 1-9,33-1 130,-23-1 10,8 0 123,0-1-1,-1-1 1,1-1 0,-1 0 0,0-1 0,11-5-263,-4 1 187,0 2 1,0 1 0,5 0-188,-28 5-217,0 0 1,0 0-1,0 0 1,0-1 0,0 1-1,-1 0 1,1 0-1,0 0 1,-1-1 0,1 1-1,-1-1 1,1 1-1,-1 0 1,0-1 0,0 1-1,0-1 1,1 1-1,-1 0 1,0-1 0,-1 1-1,1-1 1,0 1 0,0-1-1,-1 1 1,1 0-1,-1-1 217,1-7-1764,0-26-4812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49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6355,'0'0'2929,"0"0"-642,0 0-300,0 0-602,0 0-539,9 0-377,81-4 1309,74-14-1778,40-3 634,-153 12-1002,-50 9-115,-1 0-400,0 0-553,0 0-687,0 0-812,0 1-381,0 1-224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50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235 0 1681,'0'0'2489,"0"0"-870,0 0-13,0 0-114,0 0-478,-2 5-230,-1 7-428,0-1-1,1 1 1,0 0 0,0 0 0,1 0-1,1 0 1,0 0 0,1 0-1,0 0 1,1 0 0,2 5-356,3 15 648,3 1 1,0-1 0,10 17-649,-17-40 40,1 0 0,-2 1 1,1 0-1,-1 0 0,0-1 1,-1 1-1,-1 0 0,1 9-40,-2-18-16,1 1-1,-1 0 1,1-1-1,-1 1 1,0-1-1,1 1 1,-1-1-1,0 1 0,0-1 1,0 1-1,0-1 1,0 0-1,-1 1 1,1-1-1,0 0 1,-1 0-1,1 0 0,-1 0 1,1 0-1,-1 0 1,1-1-1,-1 1 1,0 0 16,-44 16-502,39-16 421,-15 6-40,-6 3 270,-1-2-1,0-1 1,-1-1-1,0-2 1,-14 0-149,44-4 437,0 0-122,0 0-149,26 0-73,6-2 125,-1-1 1,1-2-1,-1-2 1,0 0-1,4-4-218,-4 2 123,0 1-1,1 2 1,0 0-1,0 3 1,5 0-123,-36 3-211,-1 0-469,11 0-7898,-2 0 3000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50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35 119 8388,'0'0'1673,"0"0"-670,0 0 696,0 0-280,0 0-607,-4-20-364,-19-79 253,23 99-628,-1 0-1,1 0 0,0 0 0,-1 1 0,1-1 0,-1 0 1,1 0-1,0 0 0,-1 1 0,1-1 0,0 0 0,0 0 1,-1 1-1,1-1 0,0 0 0,-1 0 0,1 1 0,0-1 1,0 0-1,0 1 0,-1-1 0,1 1 0,0-1 0,0 0 1,0 1-1,0-1 0,0 0 0,0 1 0,0-1 0,0 1 1,0-1-1,0 0 0,0 1 0,0-1 0,0 1 1,0-1-1,0 0 0,0 1 0,0-1-72,0 21 270,0 0 1,2 0-1,0 0 1,1-1-1,1 1 1,1-1-1,1 0 1,3 5-271,62 126 368,-71-150-75,2 0-721,0 3-9028,-2-3 9141,0 3-7939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5:59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0 4722,'0'0'1446,"0"0"-755,0 0-216,0 0-40,0 0-176,0 0-33,0 0 249,21 3 7386,-11-3-8436,125 6 903,-135-5-356,0-1 0,0 1 0,0-1 0,-1 1 0,1-1 0,0 1 0,-1-1 0,1 1 0,0-1 0,0 1 0,-1-1 0,1 0 0,-1 1 0,1-1 0,0 0 0,-1 1 0,1-1 0,-1 0 0,1 1 0,-1-1 0,1 0 0,-1 0 0,1 0 0,-1 1 0,1-1 0,-1 0 0,1 0 0,-1 0 0,1 0 0,-1 0 28,-79 12 34,51-6 756,-1-2 0,0-1 0,-6-1-790,36-2-8,0 0-5,95 3 565,-80-3-408,-13 0-9335,-2 0 4874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00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0 224,'0'0'256,"0"0"-256,0 0-64,0 0-176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01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1389 126 416,'0'0'323,"0"0"-94,0 0 28,-33-11-156,-101-34-109,125 42-1,0 0 0,-1 1 0,1 0 0,0 0 0,-1 1-1,1 0 1,-1 0 0,1 1 0,-1 1 0,-1 0 9,-19 1-69,-31-2 543,0-2 0,0-3 1,0-3-1,-25-8-474,49 7-356,0 1-1,-25-1 357,50 8-16,0 0 0,-1 1 0,1 1-1,0 0 1,-1 0 0,1 1-1,0 1 1,0 0 0,0 1 0,-2 1 16,-40 17 49,0 3 0,2 2 1,1 2-1,-28 22-49,62-39-22,2 1 0,0 1 1,0 0-1,1 1 0,1 0 0,1 1 0,0 1 0,1 0 0,1 0 0,0 1 0,1 0 1,1 1-1,1 0 0,1 0 0,-1 5 22,2 10-46,0 0 1,3-1-1,0 1 1,3 0-1,0 0 46,1 33 49,-1-39-29,1 0 0,2-1 0,1 1 0,1-1 0,1 0 0,4 7-20,5 12 30,3-1 0,2-1 1,7 9-31,-17-34-33,1 0-1,1 0 1,0-1-1,2-1 1,0-1-1,1 0 1,0-1-1,1 0 1,1-1 0,0-1-1,1-1 1,1-1-1,0-1 1,0 0-1,8 1 34,53 23-108,174 65 214,-207-84-241,0-1 0,1-3 1,0-2-1,20 0 135,-17-7-419,2-2-200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02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333 1253 160,'0'0'475,"0"0"37,20-29-50,63-94-185,-70 103-257,-1-1 0,-1-1 0,-1 0-1,-1 0 1,0-1 0,-2 0 0,1-10-20,1-14-160,-3 0 1,0-34 159,2-13-345,-3 35-96,-3 0 1,-4-47 440,0 92 41,-2 1-1,1 0 0,-2-1 1,0 1-1,-1 1 1,0-1-1,0 1 1,-2 0-1,-5-7-40,-13-25 429,14 21-30,-1 1 1,-1 0 0,-1 2 0,-1-1 0,-12-10-400,20 22 160,-1 1 1,0 1 0,0 0 0,0 0 0,-1 1 0,0 0-1,-1 1 1,1 0 0,-1 0 0,0 1 0,0 0 0,0 1-1,-6 0-160,-129-21 2116,92 24 2046,53 0-3981,1 0-63,0 0 7,0 0-66,0 0-6,0 0 3,0 0 62,-2 0 284,-7 3-4782,0 0 810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0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 80 1393,'0'0'1931,"0"0"-178,0 0-163,0 0-149,0 0-427,0 0-406,3-16-224,11-48 136,-12 68 6028,0 33-4454,0 38-2561,3 31 1164,4-1 0,5 2-697,1 13 1103,-3 35-1103,0-42 354,-7-72-224,-1-1-1,-2 6-129,-2-45 27,0-1-3,0 0 51,0 0 61,0 0-64,0 0-11,0 0 9,0 0-1,0-41-224,-2-13 8,-3 0 0,-4-11 147,-6-55-53,-41-369-344,54 484-242,1 6 209,-1 18 33,-1 28 318,20 671 1013,-17-561-643,-21-166-273,0-5-97,1-1-1,1-1 0,0-1 0,2 0 0,0-2 0,0 0 1,2 0-1,0-2 0,2 0 0,0 0 0,1-1 0,2-1 1,-8-20 79,10 26-66,22 40 17,72 61 232,-57-58-120,-2 1-1,-1 1 1,16 22-63,-28-28 65,20 21 19,-34-43-55,0 0 1,0 0-1,0 0 49,0 0 36,0 0-23,0 0-40,0-7-55,-1 0 0,0 0 0,-1 0 1,0 0-1,0 1 0,0-1 0,-1 0 0,0 1 1,0 0-1,0 0 0,-1 0 0,0 0 1,-1 0-1,-2-3 4,-19-29-33,0-15-5,-19-53 38,8 16-95,24 68 260,12 22-215,1 0-89,0 12-277,1 5 389,1 0 1,1 0 0,0 0 0,1 0-1,1 0 1,0-1 0,1 0 0,4 5 26,10 22 73,3-1 0,15 19-73,-31-50-3,0-1 0,1 0 0,0-1 0,1 1 0,0-1 0,4 2 3,-11-9-2,-1 0 0,1-1 1,-1 0-1,1 1 0,0-1 0,0 0 1,0 0-1,0 0 0,0 0 1,0 0-1,0 0 0,0-1 1,0 1-1,0-1 0,0 1 0,1-1 1,-1 0-1,0 0 0,0 0 1,0 0-1,0 0 0,1 0 1,-1-1-1,0 1 0,0-1 0,0 1 1,0-1-1,0 0 0,0 0 1,0 0-1,0 0 0,0 0 0,0-1 1,0 1-1,-1 0 0,1-1 1,-1 1-1,2-3 2,8-12 46,0 0 1,-2-1-1,0-1 1,-1 0-1,0 0 1,-2 0-1,0-1 0,1-7-46,16-48 50,-77 70-138,-187 4 195,213 10-658,14-4-2538,0-3-6034,13-3 2074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1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6723,'0'0'1844,"0"0"-1033,0 0-6,0 0 351,40 1-55,132 3-199,-152-4-733,0-1 0,0-1-1,0-1 1,0 0 0,-1-2 0,19-6-169,7-3 220,-21 7 656,-15 3-2244,-4 3-6443,-23 1 4132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1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0 848,'0'0'1297,"0"0"-142,0 0 142,0 0-46,0 0-256,-3 9-299,-1 8-172,1 1 0,0 0 0,2 0 0,0 1 0,1-1 0,0 0 0,2 4-524,7 44 1977,7 25-1977,-6-43 294,-2 1-1,-2-1 1,-2 18-294,-3-49 70,-2 15-223,0-31 134,1 0 0,-1 0-1,1 1 1,-1-1 0,1 0 0,-1 0-1,0 0 1,0 0 0,1 0 0,-1 0-1,0-1 1,0 1 0,0 0 0,0 0 0,0 0-1,0-1 1,0 1 0,0-1 0,-1 1-1,1-1 1,0 1 0,0-1 0,-1 1 19,-24 4-416,-1 0 0,1-2 0,-26 0 416,-35 5 218,81-5 527,14 0-697,15 0-118,17-3 323,0 1 286,1-2-1,1-2-538,-29 1 78,-1 0 0,0 0 0,1-1-1,-1-1 1,0 0 0,-1-1 0,1 0 0,7-5-78,-2-9-4648,-9 4 353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2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8980,'0'0'1403,"0"0"-7,0 0-358,0 0-732,0 0-239,7-8 5,-1 1-24,-4 5-21,-1-1 0,1 1 0,0-1 0,1 1 0,-1 0 0,0 0 0,0 0 0,1 0 0,0 0 0,-1 0 0,1 1 1,0-1-1,0 1 0,-1 0 0,1 0 0,0 0 0,0 0 0,0 0 0,0 1 0,1-1 0,0 1-27,-3 1 13,-1-1 0,1 1-1,0-1 1,-1 1 0,1-1 0,0 1-1,-1 0 1,1-1 0,0 1-1,-1 0 1,1-1 0,-1 1 0,0 0-1,1 0 1,-1 0 0,0-1-1,1 1 1,-1 0 0,0 0 0,0 0-1,1 0 1,-1 0 0,0 0-1,0 0 1,0-1 0,0 1 0,-1 0-1,1 0-12,1 35 44,-1-29-6,0 19 27,1-7-13,-1 0 1,-1-1-1,-1 0 1,0 1-1,-1-1 1,-1 0-1,-1 2-52,4-19 12,0 0 1,1 1-1,-1-1 1,0 0-1,1 0 0,-1 1 1,1-1-1,0 0 1,-1 1-1,1-1 0,0 0 1,0 1-1,0-1 1,0 1-1,0-1 0,0 0 1,0 1-1,1-1 1,-1 0-1,0 1 0,1-1 1,-1 0-1,1 1 0,-1-1 1,1 0-1,0 0 1,0 1-13,1-1 90,1 0 0,-1 0 0,1-1 0,0 1 0,0-1 0,-1 1 0,1-1 0,0 0 0,0 0 0,-1 0 0,1 0 0,0-1-90,9 1 303,-3 0-31,1-1-1,0-1 1,-1 0-1,1 0 1,-1-1-1,0 0 1,4-2-272,35-10 372,-44 15-362,-4 0-6180,0 0 922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4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1311 728 176,'0'0'672,"0"0"59,0 0 307,0 0 333,0 0 3,-1-5-48,-6-18 96,5 18-34,2 5-206,0 0-195,0 0-195,0 0-157,0 0-144,0 0-238,-78 3 532,0 3-1,1 4 0,0 4 1,-35 11-785,-44 10 411,-118 29 316,212-46-407,1 3 1,1 2-1,-21 14-320,62-24 24,17-11-19,0 0-1,-1 0 1,1 0 0,0-1-1,-1 1 1,0-1 0,1 1-1,-1-1 1,0 0-1,0 0 1,-1 0-5,3-1 67,1 0 98,0 0 6,0 0-30,0 0-2,0 0-48,0 0 2,-2-35-81,-3 1 1,0 0-1,-2 0 0,-2 0 1,-4-9-13,-7-28 5,-3-23 0,5-2 1,5 0-1,3 0 0,3-80-5,7 176-16,0 0-16,0 0-69,0 0-22,0 0 51,0 0-13,0 0-14,5 15-136,0-10 236,0-1 0,0 0-1,1-1 1,0 0 0,0 1-1,0-2 1,0 1 0,0-1-1,1 0 1,-1 0 0,1-1-1,-1 0 1,3 0-1,91 5-2,-99-6 1,1-26-186,-2 15 175,0 0 0,-1 1 0,0-1 0,0 0 0,-1 1 0,-1-1 0,1 1 0,-2 0 0,-2-7 12,3 13 38,1 0-1,-1 0 1,0 0-1,0 0 1,0 1-1,0-1 1,-1 1-1,1 0 1,-1 0-1,0 0 1,0 1-1,0 0 1,0-1-1,0 1 1,-1 0-1,1 1 1,-1-1-1,1 1 1,-1 0-1,0 0 1,1 0-1,-1 1 1,-1 0-38,5-1 6,0 1 0,0 0 1,0 0-1,-1 0 0,1 0 1,0 0-1,0 0 0,0 0 1,0 0-1,0 0 0,0 0 1,0 1-1,0-1 0,0 0 1,0 1-1,0-1 0,0 1 1,0-1-1,0 1 0,0 0 0,0-1 1,0 1-1,1 0 0,-1-1 1,0 1-1,0 0 0,1 0 1,-1 0-1,0 0-6,-3 30-5143,5-26 3020,-1-4-4611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15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968 1 5635,'0'0'2105,"0"0"-1108,0 0-239,0 0-91,0 0-240,-29 12-163,-12 8-181,-2 0 177,-1-2 0,-25 6-260,13-9 760,-1-2 0,0-3 0,-1-3 0,0-2 0,-56-3-760,-10 2 570,99-1-489,0 0 1,0 1 0,1 1-1,-1 2 1,1 0-1,1 2 1,-4 2-82,26-10 2,-1 0 1,1 1-1,-1-1 0,1 0 1,-1 1-1,1 0 1,0-1-1,0 1 0,0 0 1,0-1-1,0 1 1,0 0-1,0 0 0,1 0 1,-1 0-1,1 0 1,-1 0-1,1 0 0,0 0 1,0 0-1,0 0 1,0 1-3,2 52 133,-1-43-82,-1-9-26,1 0-1,-1 0 0,1 0 1,0 0-1,0 0 0,0-1 1,0 1-1,0 0 0,0-1 0,1 1 1,-1-1-1,1 1 0,0-1 1,0 0-1,0 0 0,0 0 1,0 0-1,0 0 0,1 0 1,-1 0-1,1-1 0,-1 1 1,1-1-1,-1 0 0,1 0 1,0 0-1,0 0 0,0 0 0,2 0-23,10 2 8,1-1 0,-1-1 0,0 0 1,1 0-1,3-2-9,-1 1-10,-18-1 12,1 1 1,0 0-1,-1 0 1,1 0-1,0 0 0,-1-1 1,1 1-1,0 0 1,-1-1-1,1 1 1,-1 0-1,1-1 0,-1 1 1,1-1-1,0 1 1,-1 0-1,0-1 0,1 0 1,-1 1-1,1-1 1,-1 1-1,0-1 1,1 1-1,-1-1 0,0 0 1,0 1-1,1-1 1,-1 0-1,0 1 0,0-1 1,0 0-1,0 1 1,0-1-1,0 0 1,0 1-1,0-1 0,0 0 1,0 1-1,0-1 1,-1 0-1,1 1 0,0-1 1,0 0-1,-1 0-2,1 0 22,0-2-9,-1 1 1,1 0-1,0-1 1,-1 1-1,1 0 0,-1-1 1,0 1-1,0 0 1,0 0-1,0 0 0,0 0 1,0 0-1,0 0 0,-1 0 1,1 0-1,-1 0 1,1 0-1,-1 1 0,0-1 1,0 1-1,0-1 1,0 1-1,0 0 0,0 0 1,0 0-1,0 0 1,0 0-1,0 0 0,-1 1 1,1-1-1,-1 0-13,-10-1 130,1 0-1,-1 0 1,0 1-1,0 1 1,-3 0-130,10 0 47,6 0-46,-1 0-1,0 0 1,0 0 0,0 1 0,0-1 0,1 0 0,-1 0-1,0 1 1,0-1 0,1 1 0,-1-1 0,0 1 0,1-1-1,-1 1 1,0-1 0,1 1 0,-1-1 0,1 1-1,-1 0 1,1-1 0,-1 1 0,1 0 0,-1-1 0,1 1-1,0 0 1,-1 0 0,1 0 0,0-1 0,0 1-1,-1 0 1,1 0 0,0 0 0,0 0-1,0 33-2197,0-24-1108,0-6-2166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4.0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198 0 0,'0'0'208,"0"0"-53,0 0 53,0 0 80,0 0-133,0 20-81,0 152 7,17 312 140,-6-189 128,-13 2-349,0-61 417,-1-172-345,-10 57-72,-2 29 157,-12 190-48,-4-76 1012,-43 156-1121,65-353 180,2 0 0,2 65-180,3-55 115,-3-1 0,-4 6-115,-3 11 71,6 0 0,3 1 0,7 66-71,3-99 130,2-1 0,3 0-1,15 46-129,-10-49 231,-3 2-1,-3 0 1,3 57-231,4 714 1600,-32-640-1301,4 187 1027,10-327-755,0-49-494,0-1 145,0 0-9,0 0-58,-8-44-518,-11-45-5912,12 29 2951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5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48,'0'0'48,"0"0"48,0 0-80,0 171-16,0-125 16,0 2-16,0-2 32,0 0-16,0-6 0,0 0 64,7-1-80,-3 1 0,2 0 0,-2-4 48,-1-2-96,-3 0 0,0-7 0,0-6-160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6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3714,'0'0'2270,"0"0"38,0 0 157,0 0-168,0 0-400,0 0-219,0 0-1569,-1 0 0,0 0 1,0 0-1,0 0 0,1 0 1,-1 0-1,0 0 0,1 1 0,-1-1 1,0 0-1,0 1 0,1-1 0,-1 0 1,1 1-1,-1-1 0,0 1 0,1-1 1,-1 1-1,1-1 0,-1 1 0,1 0 1,-1 0-110,1-1 27,0 1 1,0 0 0,0 0-1,0-1 1,0 1 0,1 0 0,-1-1-1,0 1 1,0 0 0,1-1-1,-1 1 1,0 0 0,1-1-1,-1 1 1,0-1 0,1 1-1,-1-1 1,1 1 0,-1-1 0,1 1-1,0-1 1,-1 1 0,1-1-1,-1 1 1,1-1 0,0 0-1,-1 0 1,1 1 0,0-1-28,20 11 385,1-1 1,0-1 0,1-1-1,0-1 1,0-1 0,0-1 0,16 1-386,51 5 821,31-4-821,-101-5 27,423 8-505,-437-10 259,52 4-487,-26 4-3264,-29-2-2079,-10 0 3373,-12 2-18,-21-4-1833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7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393 0 4034,'0'0'4466,"0"0"-2431,0 0-599,0 0-126,0 0-539,-7 17-390,4-10-329,-2 6 103,0-1 0,0 1 0,1 0 0,1 1 0,0-1 0,1 0-1,0 1 1,1 0 0,1 12-155,5 2 779,1 0 0,1 0-1,1 0 1,1-1-779,20 70 1645,75 438 265,-97-479-1906,-3-1 1,-4 53-5,0-64-17,0-41-10,0 0 1,-1 0-1,1-1 1,-1 1-1,0 0 1,0 0-1,0 0 1,0 0-1,0-1 1,0 1-1,-1-1 0,1 1 1,-1-1-1,0 1 1,0-1-1,0 0 1,0 0-1,0 0 1,0 0-1,-1 0 0,1 0 1,0-1-1,-1 1 1,0-1-1,1 0 1,-1 0-1,0 0 1,0 0-1,-1 0 27,-12 4-192,0-2-1,1 0 1,-1-1-1,-1 0 1,1-2 192,4 1-133,-259 4-1712,171-6 2415,102-12 86,1 11-651,0 0 0,0 0 0,0 1 0,1-1-1,-1 1 1,0 0 0,1 0 0,-1 0 0,1 0 0,-1 0-1,2 1-4,15-4 105,48-12 240,1 3 0,1 4 0,23 0-345,215 2-606,-308 7 667,0 0-23,0 0-68,0 0-250,14-2-4890,-1-10 277,1-10-1507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8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1 226 7363,'0'0'1724,"0"0"-489,0 0-24,0 0-336,0 0-434,0 0 20,0 0 299,0 0 59,0 0-31,0 0 36,0-11 462,0 7-1253,0-8 113,0-1-1,0 1 1,2-1 0,-1 1 0,3-9-146,-2 16 16,0 0 0,1 0 1,-1 0-1,1 0 0,0 0 0,0 1 1,0-1-1,1 1 0,-1 0 1,1 0-1,0 0 0,0 0 0,1 1 1,2-2-17,5-3-8,0 1 1,0 0-1,1 0 1,0 1-1,1 1 1,-1 0-1,1 1 1,0 1-1,0 0 1,0 1-1,0 0 1,1 1-1,-1 1 1,0 0-1,1 1 1,8 2 7,-19-2-13,1 1 1,-1 1-1,0-1 1,0 1-1,0-1 1,0 1 0,0 0-1,0 1 1,-1-1-1,0 0 1,1 1-1,-1 0 1,-1 0 0,1 0-1,0 0 1,-1 1-1,0-1 1,0 0-1,0 1 1,0 2 12,3 8-30,0 0 0,-1-1 0,-1 1-1,-1 0 1,0 1 0,0 1 30,-2 100 22,-1-105-12,-1-1 0,0 1 0,0 0 0,-1-1 0,-1 0 0,0 0-1,0 0 1,-5 7-10,-8 11 17,-1-1 0,-1-1 1,-2 0-1,-1-2 0,-12 11-17,-12 7 229,-2-2 1,-24 14-230,54-39 337,18-7 154,38 0-104,-37-9-394,123 11 368,22-5-361,13 1 117,-93-6-9506,-60-1 3517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8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35 6419,'0'0'4290,"0"0"-2212,0 0-624,0 0 56,0 0-640,-4 0-630,75 1 2040,264-3-198,-328 1-2137,2 1-64,1 0-1,0-1 1,0 0-1,0 0 1,-1-1-1,1 0 1,-1-1-1,1 0 1,-1-1-1,0 0 1,0 0-1,2-3 120,-13 7-9412,-7 0 8382,3 0-576,-22 0-3119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9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2865,'0'0'5550,"0"0"-3219,0 0-1039,0 0-241,0 0-534,14-1-311,164-10 1373,-1-9 0,83-22-1579,-214 33 1452,-42 9-7354,-1-1 3445,11-1-477,20 2-2834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29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179 287 400,'0'0'7772,"0"0"-5107,0 0-1673,0 0 342,0 0-384,-2 7-728,-2 12-86,0 0 1,2 0 0,0 0-1,1 0 1,1 0 0,1 1 0,0-1-1,2 0 1,0 0 0,1 0 0,1 0-137,5 16 342,1-1 0,1 0 0,2 0 0,1-2 0,14 22-342,-22-42-5,1-1-1,0 0 0,0 0 0,1-1 1,0 0-1,1-1 0,0 0 0,1-1 1,-1 0-1,2 0 0,-1-1 0,1 0 1,0-1-1,0-1 0,1 0 0,0-1 1,0 0-1,0 0 0,0-2 0,0 0 1,1 0-1,-1-1 0,0-1 0,1 0 1,-1-1-1,14-2 6,-17 0-17,-1 0 0,1 0-1,-1 0 1,0-1 0,0-1 0,-1 0 0,1 0-1,-1 0 1,0-1 0,-1 0 0,1-1 0,-1 0-1,0 0 1,-1 0 0,0-1 0,0 0 0,0 0-1,-1-1 1,1-3 17,3-5-24,-1 0-1,-1-1 0,0 1 0,-2-2 0,0 1 1,0-1-1,-2 1 0,-1-1 0,1-13 25,-3 19-1,2-35 162,-5-39-161,1 71 23,0 0 0,-1 0 0,0 0 0,-2 0 0,0 0 0,0 1 0,-4-5-23,0 0 37,-2 1 1,0 0 0,-1 0-1,0 1 1,-2 0 0,0 1 0,-1 1-1,-1 1 1,0 0 0,-1 1 0,-1 0-1,0 1 1,-1 2 0,0 0 0,-1 0-1,0 2 1,0 1 0,-1 0-1,0 2 1,-1 0 0,-15-1-38,15 3 127,-1 1 0,0 1 0,1 1 0,-21 2-127,36 0 23,-1 0 0,1 0-1,0 0 1,0 1 0,-1 0 0,1 1-1,1-1 1,-1 2 0,0-1 0,1 0-1,-1 1 1,1 1 0,0-1 0,0 1 0,1 0-1,-3 2-22,-7 11-39,0 2 1,2 0-1,0 0 0,1 1 0,1 1 0,1-1 0,1 2 1,1 0-1,1 0 0,1 0 0,1 1 0,1-1 0,1 1 1,1 0-1,1 1 0,1-1 0,1 0 0,2 2 39,-2-22-195,0 0-1,0 0 1,1 1-1,-1-1 1,1 0-1,0-1 1,1 1-1,-1 0 1,0 0-1,1-1 0,0 0 1,0 1-1,0-1 1,1 1 195,5 2-1229,-1 1-1,1-1 1,0 0 0,1-1-1,2 1 1230,35 14-6835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0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22 2849,'0'0'4381,"0"0"-2511,0 0-608,0 0-107,0 0-376,0 2-360,-3 15 14,0 0 0,2 1 0,0-1 0,1 0 0,1 0 0,0 4-433,2 36 753,-3-52-701,1 48 518,-3 0-1,-2 0 0,-2 0 0,-4 5-569,-94 348 1753,95-419-1097,1-11-698,-2-41-76,3 0 1,3 0 0,3 0-1,4-38 118,-1 57 5,1 12-15,1 1 0,2-1 0,1 1 0,1 0 0,2 0 0,2 1 0,1 1 0,1 0 0,1 1 0,2 0 0,1 1 0,20-23 10,-38 52-5,0 0 0,0-1 0,0 1 0,1 0-1,-1 0 1,0-1 0,0 1 0,0 0 0,0 0-1,1 0 1,-1-1 0,0 1 0,0 0 0,0 0 0,1 0-1,-1-1 1,0 1 0,0 0 0,1 0 0,-1 0 0,0 0-1,0 0 1,1 0 0,-1 0 0,0 0 0,0 0-1,1 0 1,-1-1 0,0 1 0,1 0 0,-1 1 0,0-1-1,0 0 1,1 0 0,-1 0 0,0 0 0,1 0 0,-1 0-1,0 0 1,0 0 0,1 0 0,-1 1 0,0-1 0,0 0-1,1 0 1,-1 0 0,0 0 0,0 1 0,0-1-1,1 0 1,-1 0 0,0 1 0,0-1 0,0 0 0,0 0-1,0 1 1,0-1 0,1 0 0,-1 0 5,6 23-141,-3-11 102,163 452 439,-58-171-144,-102-273-201,-4-12-47,1 0 0,-1 0 0,1 0 0,1 0 1,-1-1-1,1 1 0,1-1 0,0 0-8,-5-6-51,0-1-127,0 0-199,0 0-354,-5-1 132,0 0-1,-1 0 0,1 0 1,0-1-1,0 0 0,0 0 1,0 0-1,1 0 0,-1-1 1,1 0-1,-1 0 0,1 0 1,-4-4 599,-10-6-2223,-25-15-3032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1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1777,'0'0'6469,"0"0"-3307,0 0-830,0 0-345,0 0-869,1-4-603,0 2-480,1 0 1,-1-1-1,1 2 1,-1-1-1,1 0 0,0 0 1,0 1-1,0-1 0,0 0 1,0 1-1,0 0 1,0 0-1,0 0 0,1 0 1,-1 0-1,0 0 1,1 0-1,-1 1 0,1-1 1,-1 1-1,1-1 1,1 1-36,75-6 1158,-56 5-747,89-2 482,-112 3-882,0 0-30,0 0-162,0 0-683,-13 0-5163,-14 0-1603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5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0 6611,'0'0'1742,"0"0"-515,0 0 54,0 0-337,0 0-365,0 0-280,0 6-53,16 679 4756,-2 310-2673,-14-912-1702,0-82-667,0-1-142,0 0-223,0 0-457,-21 2-7886,2-1 2164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6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30 119 7587,'0'0'1294,"0"0"328,0 0 780,0 0-311,0 0-773,-9 4-544,-9 5-426,18-9-343,0 0-1,0 0 1,-1 0 0,1 0-1,0 0 1,0 0 0,0 0 0,0 0-1,0 1 1,0-1 0,0 0-1,-1 0 1,1 0 0,0 0-1,0 0 1,0 0 0,0 0-1,0 0 1,0 0 0,0 0 0,0 1-1,0-1 1,0 0 0,0 0-1,0 0 1,0 0 0,-1 0-1,1 0 1,0 0 0,0 1-1,0-1 1,0 0 0,0 0 0,0 0-1,0 0 1,0 0 0,0 0-1,0 1 1,0-1 0,1 0-1,-1 0 1,0 0 0,0 0-1,0 0 1,0 0 0,0 0 0,0 1-1,0-1 1,0 0 0,0 0-1,0 0 1,0 0 0,0 0-1,0 0 1,1 0 0,-1 0-1,0 0 1,0 0 0,0 0 0,0 0-1,0 1 1,0-1 0,1 0-5,53 3 546,82-4 558,-1-6 1,14-7-1105,13-8 297,362-42-20,-297 45-344,69 8 67,-129 11 856,-167 0-2078,0-2 692,-1 1-4309,-1 1-4273,-12 0 2981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6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5186,'0'0'3295,"0"0"-1555,0 0-158,0 0-14,0 0-620,18 0-217,327 0 1435,-345 0-2456,0 0-1,0-1 1,0 1 0,1-1 0,-1 1 0,0-1-1,0 1 1,0-1 0,0 1 0,0 0 0,0-1-1,0 1 1,0-1 0,0 1 0,-1-1 0,1 1-1,0-1 1,0 1 0,0 0 0,0-1 0,-1 1-1,1-1 1,0 1 0,0 0 0,-1-1-1,1 1 1,0 0 290,-15-1-3938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6.9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5394,'0'0'3522,"0"0"-1983,0 0-221,0 0 67,0 0-425,26 0-306,381 0 1809,-287 0-2359,68 2-120,1-9 0,34-12 16,112-24 130,-330 42-918,-7 0-3343,-6 1-428,2 1 4494,-24 9-4916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37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1201,'0'0'7267,"0"0"-4693,0 0-1410,0 0 100,0 0-391,22 1-289,186 1 815,-85-1-4322,-123 14 3081,-7 842 3307,7-630-1957,0-227-2375,-2-32-5352,-6-18-1227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1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3 153 2321,'0'0'2140,"0"0"-1068,0 0-61,0 0 187,0 0-192,0 0-956,0 0-1,0 0 1,-1 0-1,1 0 1,0 0-1,0 0 1,0 0-1,0 0 1,0 0 0,0 0-1,-1 0 1,1 0-1,0 0 1,0-1-1,0 1 1,0 0 0,0 0-1,0 0 1,0 0-1,0 0 1,-1 0-1,1-1 1,0 1-1,0 0 1,0 0 0,0 0-1,0 0 1,0 0-1,0-1 1,0 1-1,0 0 1,0 0 0,0 0-1,0 0 1,0 0-1,0-1 1,0 1-1,0 0 1,0 0-1,0 0 1,0 0 0,0 0-1,0-1 1,1 1-1,-1 0 1,0 0-1,0 0 1,0 0-1,0 0 1,0 0 0,0-1-1,0 1-49,200-9 3695,-69 4-2825,1-7-1,8-6-869,-108 14 73,155-12 681,1 9 0,54 9-754,-48 0-14,564 12 96,-514-11-92,1-10-1,32-15 11,71-1 65,136 16-65,84-3 197,117-17-128,-609 27 262,-75 0-358,-1 0 6,0 0 10,17 2-168,-14 2 179,0 1 0,-1-1 0,1 0 1,-1 1-1,0 0 0,0 0 0,0-1 0,-1 1 0,0 0 0,0 0 0,0 0 0,0 6 0,0 69 86,-2-44-79,1-9-17,0 106 410,-5-1-1,-15 75-399,-16 40 422,2 151-422,28-276 49,-5 256 169,11-377-229,0-1 19,-4 0-35,-229 3-218,-1 11-1,-4 11 246,236-25 5,0 0 0,0 0 0,0 1-1,0-1 1,0 1 0,0-1 0,0 1 0,0 0-1,0 0 1,0-1 0,1 1 0,-1 1-1,0-1 1,0 0-5,2 0-1,-1-1 1,1 1-1,0-1 0,0 1 0,0-1 1,0 0-1,0 1 0,-1-1 0,1 1 1,0-1-1,0 1 0,0-1 0,0 1 1,0-1-1,1 1 0,-1-1 0,0 0 0,0 1 1,0-1-1,0 1 0,0-1 0,1 1 1,-1-1-1,0 0 0,0 1 0,1-1 1,-1 0-1,0 1 0,0-1 0,1 0 1,-1 1-1,1-1 0,-1 0 0,0 1 1,1-1 0,4 3-4,-1 1 0,2-1 0,-1 0 0,0 0 0,1-1-1,-1 0 1,1 0 0,1 0 4,37 9 11,1-2-1,1-2 0,-1-3 0,5-1-10,191-2-27,-122-2 27,438-11-158,-554 12 14,-23 15-291,-12 4 422,-1-2-1,-2 0 0,1-3 0,-2-1 0,0-1 1,-8 0 13,-86 17 44,-18-3-44,9-1 199,51-7-42,0 4 0,-20 10-157,105-31-14,-1 1 0,0-1-1,1 1 1,0 0 0,-1 0-1,1 0 1,0 0 0,0 0-1,0 1 1,0 0 14,2-3-7,1 1 0,-1-1 1,1 1-1,0-1 0,0 1 0,-1-1 1,1 1-1,0-1 0,0 1 0,0-1 0,-1 1 1,1-1-1,0 1 0,0-1 0,0 1 1,0-1-1,0 1 0,0-1 0,0 1 1,0 0-1,0-1 0,0 1 0,0-1 0,1 1 1,-1-1-1,0 1 7,19 13-70,0-8 54,-1-1 0,0 0 0,1-2 0,0 0-1,0-1 1,4-1 16,124 0-21,-74-3 3,365 2-644,-437 0 270,-12 5 204,1-1 0,-1-1 0,0 0 1,-11 2 187,-14 3-9,-66 17 35,-49 4-26,69-15 276,1 4 1,-78 26-277,156-43 12,2 0-9,-1-1 0,0 0-1,0 1 1,0-1 0,0 1 0,1 0 0,-1 0-1,0-1 1,1 1 0,-1 0 0,0 0 0,1 1-1,-1-1 1,1 0 0,0 0 0,-1 1 0,1-1-1,0 1 1,0-1 0,0 1 0,0-1 0,0 1-1,0 0 1,0 0 0,1-1 0,-1 1 0,0 1-3,2-3-1,-1 1 1,0 0 0,0-1 0,0 1 0,1-1 0,-1 1 0,0 0 0,1-1 0,-1 1 0,1-1 0,-1 1 0,0-1 0,1 1 0,-1-1 0,1 1 0,-1-1 0,1 1 0,0-1 0,-1 0 0,1 1 0,-1-1 0,1 0 0,0 0-1,-1 1 1,1-1 0,0 0 0,-1 0 0,1 0 0,25 5 3,-18-5 1,76 8 40,-1-4 0,65-7-44,-9 1-69,-138 2 130,-1 15-21,-12 228 103,0 6 1067,10-76-681,5 190-39,24-132-362,-24 126 75,-4-356-203,1-1 1,0 1 0,0 0-1,0-1 1,-1 1 0,1-1-1,0 1 1,-1 0 0,1-1-1,0 1 1,-1-1 0,1 1-1,-1-1 1,1 1 0,-1-1 0,1 0-1,-1 1 1,1-1 0,-1 1-1,0-1 1,1 0 0,-1 0-1,0 1 1,1-1 0,-1 0-1,1 0 1,-1 0 0,0 0 0,1 0-1,-1 0 1,0 0 0,0 0-1,-30 1-73,19-1 51,-303 5 31,119-4-44,-38 11 35,-1057 80 352,555-53 390,39-23-390,567-16-125,-1055 0 648,1173 0-882,0 1 1,0 1-1,0 0 1,0 0-1,1 1 1,-1 1-1,-7 3 7,18-7 16,1 0 14,0 0 12,0 0 30,0 0-37,0 0 8,0 0 2,0 0-13,0 0-11,0 0-2,0 0-30,0 0 30,1-22-11,38-188-499,-38 208-468,0-17 2494,0 14-4908,0 3-4776,-1 2 932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2.3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8500,'0'0'2801,"0"0"-2145,0 0 1041,0 0-208,173 24-144,-95-24-785,-6 0-336,-11 0-224,-17 0-64,-17 0-865,-17 0-927,-10 0-2082,0-3-1937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2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12310,'0'0'928,"0"0"-96,0 168 769,20-85-832,14-1-513,0 7-256,-7-4-192,-7-2-1105,-6-7-1744,-7-2-1506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3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9588,'0'0'3106,"0"0"-1457,0 0-625,0 0 113,0 0-209,261 15-720,-166-15 0,-16 0-16,-29-6-192,-22 0-80,-18-4-384,-10-2-432,0-6-945,-14-4-2257,-33-2-2673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3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199 139 8100,'0'0'1344,"0"0"-410,0 0-51,0 0-355,0 0-210,-7-23 213,-21-73 475,20 76 2598,4 23-2837,3 17-1116,1-19 526,1 13-75,1 1 0,0-1-1,1 1 1,1-1 0,0 0 0,0 0 0,2 0 0,4 8-102,16 30 958,20 27-958,-22-39 132,77 136-55,-100-173-130,1 0 1,-1-1-1,0 1 0,0 0 0,0 0 0,0 0 1,0 0-1,-1 0 0,0 0 0,1 1 1,-1-1-1,0 0 0,0 0 0,-1 0 1,1 2 52,-1-3-61,0 0 1,0 0-1,0 0 1,0 0-1,0-1 1,0 1-1,0 0 1,-1 0 0,1-1-1,0 1 1,-1-1-1,0 0 1,1 1-1,-1-1 1,0 0-1,1 0 1,-3 1 60,-6 2-279,-1 0 0,-1 0 1,1-1-1,-1-1 0,1 0 0,-1-1 1,-2 0 278,-4 1-272,-60 6-940,48-7 1420,-1 2-1,0 2 1,1 0 0,-26 10-208,128-6 1755,-38-8-1447,0-2 0,1-1 0,-1-1-1,-1-2 1,1-2 0,-1-1 0,0-2 0,4-2-308,-22 7 84,-10 3-252,0 0 0,0 0 0,0 0-1,0 0 1,-1-1 0,1 1 0,-1-1 0,0 0 168,-2 1-559,0 0 0,0 0 0,-1 0 0,0 1 0,1-2 0,-1 1 0,0 0 0,0 0 0,0 0 0,0 0 0,0-1 0,0 0 559,3-17-5200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4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28 169 8052,'0'0'2742,"0"0"-1504,0 0-638,0 0-237,12 33 155,44 108-89,-51-128-377,1-1-1,0 1 1,1-2 0,0 1-1,1-1 1,0 0-1,0 0 1,1-1-1,1-1 1,0 1-1,11 7-51,-14-13 60,1 1 1,0-1-1,0-1 0,1 1 0,-1-2 1,0 1-1,1-1 0,0 0 0,-1-1 0,1 0 1,0 0-1,0-1 0,0 0 0,0-1 0,6-1-60,-9 1 25,0-1 0,0 0-1,-1 0 1,1-1-1,-1 0 1,1 0-1,-1 0 1,0-1 0,0 1-1,0-1 1,-1 0-1,1-1 1,-1 1 0,0-1-1,0 0 1,0 0-1,-1 0 1,0 0-1,0-1 1,0-1-25,5-8 11,0-1-1,-2 0 1,0-1-1,-1 0 1,0 0-1,1-13-10,-3 11 47,0 0 0,-2-1 0,0 1 0,-2 0 0,0 0 0,-1 0 0,-3-16-47,3 28 46,0 0-1,0 1 1,0-1-1,-1 1 0,0 0 1,0 0-1,-1 0 1,1 0-1,-1 0 1,-1 1-1,1 0 0,-1 0 1,0 0-1,0 0 1,0 1-1,-1 0 1,1 0-1,-1 0 1,0 1-1,0-1 0,-1 2 1,1-1-1,-1 0-45,-4 0 121,0 0 1,1 0-1,-1 1 0,0 0 0,0 1 0,0 0 0,-1 1 0,1 0 0,0 1 0,0 0 1,0 1-1,0 0 0,0 1 0,1 0 0,-1 1 0,1 0 0,0 0 0,0 1 1,0 1-1,0-1 0,1 2 0,0-1 0,0 1 0,1 1 0,-6 5-121,0 2 72,1 0-1,0 0 1,1 2-1,-7 13-71,14-22-398,1 1-1,0-1 1,0 1 0,1 0-1,0 1 1,1-1 0,-1 0-1,2 1 1,0-1 0,-1 10 398,2-19 0,0 1-126,0-1 0,0 0 0,0 1 0,0-1 1,0 0-1,0 1 0,0-1 0,0 0 0,0 1 0,0-1 1,0 0-1,0 1 0,0-1 0,0 0 0,1 1 0,-1-1 1,0 0-1,0 1 0,0-1 0,0 0 0,1 0 1,-1 1-1,0-1 0,0 0 0,0 0 0,1 1 0,-1-1 1,0 0-1,0 0 0,1 0 0,-1 1 0,0-1 0,1 0 1,-1 0-1,0 0 0,1 0 0,-1 0 126,28 2-7102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4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0 141 6323,'0'0'2393,"0"0"37,20 28-119,117 166 258,-103-143-2023,-17-24-390,1 0 0,1-2 1,1 0-1,17 15-156,-37-40 16,0 0-1,0 0 0,0 0 1,0 0-1,1 1 1,-1-1-1,0 0 1,0 0-1,0 0 0,0 0 1,0 0-1,1 0 1,-1 0-1,0 0 1,0 1-1,0-1 0,1 0 1,-1 0-1,0 0 1,0 0-1,0 0 0,0 0 1,1 0-1,-1 0 1,0 0-1,0 0 1,0 0-1,1 0 0,-1 0 1,0 0-1,0 0 1,0-1-1,0 1 1,1 0-1,-1 0 0,0 0 1,0 0-1,0 0 1,0 0-1,0 0 0,1 0 1,-1-1-1,0 1 1,0 0-1,0 0 1,0 0-1,0 0 0,0-1-15,4-11 786,5-80 1031,-4-18-1817,-3 45 746,2 0 0,4 0 0,12-48-746,-9 89 93,-2 19-4508,-9 4-1000,0-4-4761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7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598 464 5186,'0'0'2017,"0"0"-285,0 0 271,0 0-116,0 0-530,0 0-393,0 0-180,-9-16-21,-58-115 850,26 47-343,-4 0-1270,32 61 315,-2 0 1,0 2 0,-1 0-1,-2 1 1,-17-17-316,35 37 10,0-1 0,0 1 0,-1 0 1,1 0-1,0 0 0,0-1 0,0 1 0,0 0 1,0 0-1,0 0 0,-1 0 0,1 0 0,0-1 1,0 1-1,0 0 0,0 0 0,-1 0 1,1 0-1,0 0 0,0 0 0,0 0 0,-1-1 1,1 1-1,0 0 0,0 0 0,0 0 1,-1 0-1,1 0 0,0 0 0,0 0 0,-1 0 1,1 0-1,0 0 0,0 0 0,0 0 0,-1 1 1,1-1-1,0 0 0,0 0 0,0 0 1,-1 0-1,1 0 0,0 0 0,0 0 0,0 1 1,0-1-1,-1 0 0,1 0 0,0 0 1,0 0-1,0 0 0,0 1 0,0-1 0,0 0 1,-1 0-1,1 0-10,-1 17 16,1-17-25,2 41 8,1 0 1,3-1-1,1 0 1,2 0 0,1 0-1,3-1 1,5 10 0,1 0 75,10 29 14,14 57-89,-36-110-39,-2 1-1,-1 0 1,-1 0-1,-1 0 1,-1 0-1,-1 0 1,-3 13 39,3-34-47,-1 0 0,0 0 0,-1-1 0,1 1 0,-1-1 0,0 1 0,0-1 0,0 0 0,-1 0 0,0 0 1,1 0-1,-1 0 0,-1 0 0,1-1 0,-2 2 47,-3 2-105,0-1-1,0 0 1,-1-1 0,1 0 0,-1 0-1,0-1 1,-6 2 105,-16 4-235,-1-2 1,0 0-1,0-2 0,-7-1 235,-51 2-126,59-6 460,0 1 0,-29 7-334,58-8 437,33 1-143,34-1-183,-1-4 0,0-2 0,9-5-111,-15 2 35,37-10-505,-92 17 177,1-1 0,-1 0 0,0 0 0,0 0 0,1 0 0,-1-1 0,-1 1 0,1-1 0,0 0 0,-1 1 0,1-1 0,-1-1 0,0 1 0,0 0 0,0 0 0,0-1 293,26-62-4500,-22 50 3078,9-25-3088,-1-1 0,2-19 4510,-7 10 1063,-6 0 5808,4 60-4189,19 69-1486,-18-50-711,1-1 0,1 0-1,1 0 1,14 23-485,-21-43 37,0-1 0,1 1 0,-1-2-1,1 1 1,0 0 0,1-1 0,-1 0 0,1 0 0,0 0 0,0-1 0,1 0 0,-1 0 0,1-1 0,0 0 0,0 0 0,0 0 0,0-1 0,1 0 0,-1-1 0,0 1 0,1-2-37,0 1 14,-1 0 0,1-1 0,-1 0 0,0-1 0,1 0 0,-1 0 0,0 0 0,0-1 0,1 0 0,-1 0 0,0-1 0,-1 0 0,1 0 0,-1-1 0,1 0 0,-1 0 0,0 0 0,0-1 0,0 0-14,5-7 15,0 0 0,-1-1 0,0 0 0,-1-1 0,0 0 0,-1-1 0,-1 1 1,0-3-16,3-7 74,-1-1 1,-1 0 0,-1 0 0,-1-1 0,-2 0 0,-1 0 0,0 0 0,-2 0 0,-1-1 0,-4-21-75,3 40 85,0-1 1,-1 1-1,0 0 0,0 0 0,-1 0 0,0 0 0,0 1 0,-1-1 1,0 1-1,-1 0 0,1 0 0,-1 0 0,-1 0 0,1 1 1,-1 0-1,0 0 0,0 1 0,-1-1 0,0 2 0,0-1 1,-5-2-87,-2-1 212,0 2 0,-1 0 0,1 1 0,-1 0 0,0 1 0,0 1 0,-1 0 0,1 1 0,-1 1 0,1 0 0,-6 1-211,14 1 18,0 0 1,1 0-1,-1 1 0,1-1 1,-1 1-1,1 1 1,0-1-1,0 1 1,0 0-1,0 1 0,1-1 1,-1 1-1,1 0 1,0 0-1,0 1 1,0 0-1,1 0 0,0 0 1,0 0-1,0 0 1,0 1-1,1 0 0,-2 3-18,0 1-320,1 0-1,0 0 0,0 0 0,1 0 0,0 1 0,1-1 0,0 1 0,1 0 1,0 0-1,1-1 0,0 1 0,1 0 0,0 0 0,1 4 321,-1-12-348,0 0 0,-1 0 0,1 0 0,0-1-1,1 1 1,-1-1 0,0 1 0,1-1 0,0 1 0,-1-1-1,1 0 1,1 1 348,31 20-5965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8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45 502 4434,'0'0'4093,"0"0"-2573,0 0-591,0 0-49,0 0-432,17-9-266,52-34-57,-66 40-57,0-1 0,0 0 1,-1 1-1,1-1 0,-1-1 0,0 1 0,0 0 0,0-1 1,-1 1-1,0-1 0,0 1 0,0-1 0,0 1 1,0-1-1,-1 0 0,0 1 0,0-1 0,-1 0 0,1 1 1,-1-1-1,0 0 0,-1-2-68,0-10 450,1 6-244,-1 1-1,0 0 0,-1 0 1,0 0-1,0 0 1,-1 1-1,-1-1 0,0 1 1,0 0-1,-3-3-205,-14-19 856,-1 1 0,-8-6-856,13 15 580,16 20-545,1 0-1,0 0 1,-1 0 0,1 0-1,0-1 1,0 1-1,0 0 1,0-1 0,0 1-1,1-1 1,-1 1-1,0-1 1,0 1-1,1-1 1,-1 0 0,1 1-1,0-1 1,0 0-1,-1 1 1,1-1-1,0 0 1,0 1 0,0-1-1,1 0 1,-1 1-1,0-1 1,1 0-1,-1 1 1,1-1 0,-1 0-1,1 1 1,0-1-1,0 1 1,-1-1-1,1 1 1,0 0 0,0-1-1,1 1 1,-1 0-1,0 0 1,0 0-1,1 0 1,-1 0 0,0 0-1,1 0 1,-1 0-1,1 0 1,-1 1 0,2-1-35,9-5-32,1 1 0,0 1 0,0 1 0,1-1 0,9 0 32,-21 4 29,30-4-73,-1 2 0,1 1 0,0 1 44,-18 0-15,-12 0-2,1 0 1,0 0-1,-1 0 1,1 1-1,0-1 1,-1 1-1,1 0 0,0 0 1,-1 0-1,1 0 1,-1 0-1,0 1 1,1-1-1,-1 1 1,0-1-1,0 1 0,0 0 1,0 0-1,1 1 17,0 1-30,0 0 0,0 1-1,0 0 1,-1 0 0,1 0-1,-1 0 1,-1 0 0,1 0-1,0 5 31,2 14-61,-1 0 1,-1 0-1,-1 0 0,-2 9 61,1-14 23,-20 257 14,20-275-35,0 1 0,0-1-1,0 0 1,1 1 0,-1-1 0,0 1 0,1-1 0,-1 0-1,1 0 1,0 1 0,-1-1 0,1 0 0,0 0 0,0 0-1,-1 0 1,1 1 0,0-1 0,0 0 0,0-1 0,0 1-1,1 0 1,-1 0 0,0 0 0,0-1 0,0 1 0,1 0-1,-1-1 1,0 0 0,1 1 0,-1-1 0,0 0 0,1 1-1,0-1-1,56 1 182,-37-2-64,-12 1-120,-1-1 0,1 0 0,-1 0-1,0-1 1,0-1 0,1 1 0,-2-1 0,1-1-1,0 1 1,0-1 0,-1-1 0,0 1 0,0-1-1,0 0 1,-1-1 0,0 0 0,0 0 0,0 0-1,0-1 1,-1 1 0,0-1 0,-1-1 0,0 1-1,0-1 1,0 1 0,-1-1 0,0 0 0,-1 0-1,0-1 1,0 1 0,0 0 0,-1-1 0,-1 1-1,1-8 3,-1-16-2683,0 1-2499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49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18 3570,'0'0'3655,"0"0"-1532,0 0-253,0 0-261,0 0-558,0-5-490,0-8-249,1 30-22,2 64 671,39 469 2130,-30-327-2770,-6-74 1195,-6-152-1502,-1 0 0,0-1 0,0 1 0,0 0 0,-1 0 0,1 0 0,-1 0 0,0 0 0,0 0 0,0 1 0,0-1 1,-1 0-15,-4-8-9,-39-59-152,-76-112 60,110 172 61,14 28 9,17 33 38,7 9 180,3-1 0,2-1-1,38 50-186,-69-107 36,0 0 0,1 0 0,-1 0 0,1 0 0,-1 0-1,1 0 1,0-1 0,-1 1 0,1 0 0,0-1-1,-1 1 1,1 0 0,0-1 0,0 1 0,0-1 0,0 1-1,-1-1 1,1 1 0,0-1 0,0 0 0,0 1 0,0-1-36,0-17 187,-18-36-221,-51-76 125,-29-36-91,92 160 20,4 7-2,3 18 15,12 33-3,13 19-18,-6-12 14,2-2 0,3-1 1,16 23-27,-41-78 3,-1-1-1,1 0 1,0 1 0,0-1 0,0 0-1,-1 1 1,2-1 0,-1 0 0,0 0-1,0 0 1,0 0 0,0 0 0,1 0-1,-1-1 1,0 1 0,1 0 0,-1 0-1,1-1 1,-1 1 0,0-1 0,1 0-1,-1 1 1,1-1 0,0 0 0,-1 0-1,1 0-1,1 0 10,0-1 0,-1 0 1,1 0-1,-1 0 0,1 0 1,-1-1-1,0 1 0,0 0 1,1-1-1,-1 0 1,0 1-1,0-1 0,-1 0 1,2-1-12,7-9 62,0-1 0,-1 0 1,-1-1-1,5-10-62,-13 24 0,10-19 16,-1-1-1,-2-1 1,0 1-1,0-1 1,-2 0 0,1-14-16,0-10 38,-3 0 1,-1-30-39,-3 74 2,0 0 0,0 0 0,0 0-1,0 1 1,0-1 0,0 0 0,0 1 0,0-1 0,0 1 0,0-1-1,0 1 1,-1-1 0,1 1 0,0 0 0,0 0 0,-1 0 0,1 0-1,0-1 1,0 2 0,0-1 0,-1 0 0,1 0 0,0 0 0,-1 1-2,-34 2 32,16 2-61,0 1 0,1 1-1,0 1 1,0 1 0,1 0-1,1 2 1,-1 0 0,-10 10 29,18-8-1485,8-3-7419,2-9 988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0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6131,'0'0'2484,"0"0"-668,0 0-137,0 0-410,0 0-652,16 0-54,242 3 3506,-137-1-5970,-24 0-6486,-97-2 3473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0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1 8580,'0'0'2049,"0"0"-464,0 0-134,0 0-768,0 0-307,1 31-2,6 105 132,-2-89 27,3-1 0,1-1 0,6 11-533,-7-27 287,-1 0 0,-2 1 0,0-1 0,-2 1 0,-1 5-287,-2-34-75,1 0-326,-8 3 218,-36 1-312,1-3-1,-34-1 496,-20 0 628,74 2 124,22-3-732,0 0 0,0 0 0,0 0 0,0 0 0,0 0 0,0 0 0,0 0 0,0 0 0,0 0 0,0 1 0,0-1 0,0 0 0,0 0 0,0 0 0,0 0 0,0 0 0,0 0 0,0 0 0,0 0 0,0 0 0,0 0 0,0 0 0,0 0 0,0 1 0,0-1 0,0 0 0,0 0 0,0 0 0,0 0 0,0 0 0,0 0 0,0 0 0,0 0 0,0 0 0,0 0 0,0 0 0,0 0 0,0 0 0,0 0 0,-1 0 0,1 0 0,0 0 0,0 0 0,0 0 0,0 1 0,0-1 0,0 0 0,0 0 0,0 0 0,0 0-20,37 4 537,45 0-170,0-3 0,-1-4 0,1-3-1,59-14-366,-154 18-5,-27 3-5998,16 9-93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2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3922,'0'0'3039,"0"0"-812,0 0-84,0 0-116,0 0-642,0 0-529,0 0-141,0 0-93,0 0-115,7 0 408,209-2 632,100-18-1547,-195 4 106,-45 5-112,1 3-1,22 3 7,-98 5-50,-5 1-7765,-4 3 5972,4-1 184,-24 14-4459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2.7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344 1 7876,'0'0'1416,"0"0"-92,0 0 79,0 0-592,0 0-462,-1 6-146,-2 12 117,2 0-1,0 0 1,1 1 0,1-1 0,1 0-1,0 1 1,2 3-320,12 48 1461,8 17-1461,1 2 396,-3-2-134,-5-29-184,-4 0-1,-1 2 0,-2 10-77,-10-66-29,1-1 0,-1 1 0,1 0 0,-1 0-1,-1 0 1,1 0 0,0-1 0,-1 1 0,0 0 0,0 0 0,0-1 0,0 1 0,0-1 0,-1 1 0,0-1-1,0 1 1,0-1 0,0 0 0,0 0 29,-4 2-54,1-2-1,-1 1 0,1-1 1,-1 1-1,0-2 0,-1 1 1,1-1-1,0 0 0,-1 0 1,-2 0 54,-38 8-23,0-2 1,0-3 0,-1-1-1,0-2 1,-36-5 22,7 2 1328,76 1-954,1 0-179,3 0-187,175-1 685,158-21-693,-280 14 16,7 0-64,-1 2 0,26 2 48,-87 4 112,0-2 413,-2 2-3640,1-1-3363,0 1 142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267 258 6851,'0'0'1990,"0"0"-890,0 0 570,0 0-272,0 0-521,-9-23-306,-25-52 3020,-28-43-3591,55 105 463,-8-14 771,9 25-720,4 18-249,2 2-242,2 0 0,0 0 0,1 0-1,1-1 1,1 1 0,0-1 0,5 9-23,14 29 340,20 32-340,12 27 98,-52-105-139,1 0 112,-1 1-1,0-1 1,-1 1 0,0 0-1,0 0 1,-1 0-1,-1 0 1,0 0 0,0 4-71,-1-11-8,-1-1 1,0 1-1,-1-1 1,1 0 0,0 1-1,-1-1 1,1 0-1,-1 0 1,1 0-1,-1 0 1,0 0 0,0 0-1,0-1 1,0 1-1,0 0 1,-1-1 0,1 0-1,0 1 1,-1-1-1,1 0 1,-1 0 0,0 0 7,-61 22-266,62-23 260,-27 8-49,-1-2 0,-1-2 1,-10 1 54,-37 5 409,177-10 746,-8-14-953,0-4-1,33-14-201,-67 17 86,-49 9-723,-21 2-8008,-11 4-346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6.3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1215 4370,'0'0'2737,"0"0"-1040,0 0-280,0 0 53,0 0-384,0 0-379,0 0-211,0 0 5,0 0-98,0 0 96,0 0 131,0 0 162,-4-13 723,-7-39-1298,1-1-1,3 1 1,3-1-1,1-1 1,4-22-217,-3-34 123,-2-269 395,4 373-533,1 0 0,-1 0 0,1 1 0,0-1 1,1 0-1,0 1 0,-1-1 0,2 1 0,-1 0 0,1-1 1,-1 1-1,2 0 0,-1 1 0,0-1 0,1 0 0,1 0 15,2 2 3,-1 1 0,0 0 0,1 0 0,-1 1 0,1-1 0,3 1-3,-4 0-4,105-11 14,1 5 0,0 5 0,16 6-10,29-2 90,179 0-106,350-4-859,-617-3 619,21-6 256,-28 2 17,1 3 0,3 3-17,-54 3 0,1-2 0,0 1 0,-1-2 0,9-2 0,27-5-2,184-24 67,1 10 0,58 9-65,-3 6 16,-286 9-72,-2 0-8,0 0 35,0 0 10,0 0 30,0 0-40,-29-4-305,-256-53-512,53 9 1794,211 43-107,31 4 174,36 6-521,54 18-151,-49-10-166,0-2-1,37 2-176,-14-9 332,16-4-332,-40 0 98,-50 0-102,0 0 0,0 0 0,0 0-1,0 0 1,1 0 0,-1 0 0,0 0 0,0 0 0,0 0 0,0 0 0,0 0 0,1 0 0,-1 0 0,0 0 0,0 0 0,0 0 0,0 0 0,1 0 0,-1 0-1,0 0 1,0 1 0,0-1 0,0 0 0,0 0 0,0 0 0,0 0 0,1 0 0,-1 0 0,0 1 0,0-1 0,0 0 0,0 0 0,0 0 0,0 0-1,0 1 1,0-1 0,0 0 0,0 0 0,0 0 0,0 0 0,0 0 0,0 1 0,0-1 0,0 0 0,0 0 0,0 0 0,0 0 0,0 1 0,0-1 0,0 0-1,0 0 1,0 0 0,0 0 0,0 0 0,-1 1 0,1-1 4,-12 6-295,-38-6 285,15 2 21,-1-2 0,0-2 0,1-1 0,-1-2 0,-11-4-11,19 1 77,6 1 80,-1 1 0,1 1 0,-1 1 0,0 1 0,0 1-157,35 15-99,-2-6 122,0-1 0,0 0 0,0-1 0,1 0 0,0 0 0,0-1-1,0-1 1,0 1 0,12 0-23,22 3 314,45 1-314,-22-2 129,-51-5-124,-14-1-13,1 0 0,0 0-1,0 0 1,-1 0 0,1 1 0,0-1 0,0 1-1,-1 0 1,1 0 0,-1 0 0,1 1 0,-1-1-1,1 1 1,2 2 8,-6-3-17,1 1 1,-1-1-1,1 1 0,-1-1 0,0 1 1,1-1-1,-1 1 0,0-1 1,0 1-1,0-1 0,0 1 0,-1-1 1,1 1-1,0-1 0,0 1 0,-1-1 1,1 1-1,-1-1 0,0 0 1,1 1-1,-1-1 0,0 0 0,0 1 1,0-1-1,0 0 0,0 0 0,0 0 1,0 0-1,0 0 17,-39 31 64,34-28-88,-95 60 205,-2-5 0,-3-4 1,-22 3-182,188-122 613,14-2-670,19-9 57,-63 50-47,-29 25 43,-1 0 0,1 0 0,0-1 0,-1 1-1,1 0 1,-1-1 0,1 1 0,-1 0-1,0-1 1,1 1 0,-1-1 0,1 1 0,-1-1-1,0 1 1,1-1 0,-1 1 0,0-1-1,0 1 1,1-1 0,-1 1 0,0-1 0,0 0-1,0 1 1,0-1 0,1 1 0,-1-1-1,0 0 1,0 1 4,-15-3-187,-25 11-63,-14 11 290,35-11-18,1-2-1,-2 0 1,-9 2-22,28-8-117,1 0 0,-1 0 1,1 0-1,-1 0 1,1 0-1,0 0 0,-1 0 1,1 1-1,-1-1 0,1 0 1,-1 0-1,1 1 1,0-1-1,-1 0 0,1 1 1,0-1-1,-1 0 1,1 1-1,0-1 0,0 0 1,-1 1-1,1-1 1,0 1-1,0-1 0,0 1 1,-1-1-1,1 0 1,0 1-1,0-1 0,0 1 1,0 0 116,-2 3-4272,2-3-5201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7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77 784,'0'0'9191,"0"0"-6064,0 0-1686,0 0-19,0 0-473,39 0-196,247-3 455,-242 4-1045,91-4 557,-117 1-777,-1 0 0,0-1-1,0-1 1,0-1 0,0 0-1,10-5 58,-27 10-125,0-1-1,0 1 0,0 0 1,0-1-1,1 1 1,-1 0-1,0-1 0,0 1 1,0-1-1,0 1 1,0 0-1,0-1 0,0 1 1,0-1-1,0 1 1,0 0-1,0-1 0,0 1 1,-1 0-1,1-1 1,0 1-1,0-1 1,0 1-1,0 0 0,-1-1 1,1 1-1,0 0 1,0-1-1,0 1 0,-1 0 1,1 0-1,0-1 1,-1 1-1,1 0 0,0 0 1,-1-1-1,1 1 1,0 0-1,-1 0 126,-31-12-3596,-19-3-1801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7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7764,'0'0'3185,"0"0"-2193,0 0 1121,0 0-1152,0 0-401,0 0-16,207 0 593,-126 0-289,-6-9-367,-21 3-433,-16 0 0,-15 3-48,-9 0-112,-7 3-401,-7-3-1071,7-7-1314,6-2-1488,8-9-1905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7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7555,'0'0'1444,"0"0"-222,0 0 616,0 0-526,0 0-895,-1 2-217,1-1-191,0-1 0,0 1-1,0-1 1,0 1 0,0-1 0,0 1 0,0-1 0,0 1 0,0-1 0,0 1 0,0-1-1,0 1 1,1-1 0,-1 1 0,0-1 0,0 0 0,1 1 0,-1-1 0,0 1 0,0-1-1,1 0 1,-1 1 0,0-1 0,1 0 0,-1 1 0,1-1 0,-1 0 0,0 0 0,1 1 0,-1-1-1,1 0 1,-1 0 0,1 1-9,11 4 147,0 0-1,0 0 0,0-1 1,1-1-1,-1 0 0,1-1 1,7 1-147,103 5 1150,8-4-435,0-6 1,-1-6 0,73-15-716,-154 16-1390,-47 7-768,-3 2-1633,-13 10-1081,-22 8-1008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6:58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 1 9925,'0'0'1752,"0"0"-874,0 0 501,0 0-640,2 20-480,9 65 809,3 0 0,4-1 0,23 63-1068,-19-98 609,2 0 0,18 25-609,21 38 506,-63-111-536,1 1 0,0-1 1,-1 1-1,1-1 0,-1 1 0,1-1 1,-1 1-1,0-1 0,0 1 1,1 0-1,-1-1 0,0 1 0,-1-1 1,1 1-1,0 0 0,0-1 1,-1 1-1,1-1 0,-1 1 0,1-1 1,-1 1-1,1-1 0,-1 0 1,0 1-1,0-1 0,0 0 0,0 1 1,0-1-1,0 0 0,0 0 1,0 0-1,0 0 0,-1 0 0,1 0 1,0 0-1,-1-1 0,1 1 1,-1 0-1,1-1 0,-1 1 30,-9 4-376,0-1 0,0-1 0,-1 0 1,1 0-1,-4 0 376,1-1-280,-75 14-753,-62 1 1033,29-4 2460,173-16-1228,1 2 1,16 4-1233,24-1 555,35-8 376,-1-6 0,75-18-931,-185 28 381,-8 1-317,-11 2-607,-33 15-4681,7 3-1710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08.3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0 7668,'0'0'2206,"0"0"-349,0 0 453,0 0-352,0 0-498,0 0-294,-5 2-291,4-2-829,0 0 0,0 0 1,0 0-1,0 0 1,0 0-1,0 1 1,0-1-1,0 0 1,0 1-1,0-1 0,0 1 1,0-1-1,0 1 1,0-1-1,0 1 1,0 0-1,1-1 0,-1 1 1,0 0-1,1 0 1,-1 0-1,0 0-46,3 0 45,0 1-1,0-1 1,0 0 0,0 0-1,0 0 1,1 0 0,-1 0-1,0-1 1,1 1 0,-1-1-1,0 1 1,1-1 0,-1 0-1,1 0 1,0 0-45,205 17 1072,1-8 1,46-12-1073,-64 2 72,-53-1-568,126-17 496,-213 1-1910,-44 15-2737,-5 2-4129,-34 1 4671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09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551 1 5747,'0'0'2435,"0"0"-797,0 0 339,0 0-117,0 0-673,-2 0-1065,1 0 0,0 0 0,0 0 0,0 0 0,0 1 0,-1-1 0,1 0 0,0 1 0,0-1 0,0 1 0,0-1 0,0 1 0,0 0 0,0 0 0,0-1 0,0 1 0,0 0 0,0 0-122,4 49 878,2 0 0,3-1 0,1 1 0,3-2-1,16 42-877,-19-57 173,114 390 819,-116-392-1014,-2 0 1,-1 1-1,-1-1 0,-1 1 0,-2 13 22,-4-44-70,1 1 0,0-1 0,-1 1 0,1-1 0,-1 0-1,1-1 1,-1 1 0,1-1 0,-1 1 0,0-1 0,-2 0 70,2 0-64,-190 12-859,-137-10 923,159-4 1414,171 2-1089,1 0-106,0 0-96,0 0-70,12 0 134,330 12 425,-47 0-554,257-11-50,-552-1 82,0 0 30,0 0 99,0 0 56,0 0-86,0 0 6,0 0-110,0 0-58,0 0 10,0 0-45,0 0-357,0 0-390,0 0-664,0 0-862,0 0-1809,0 0-2207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09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6 5955,'0'0'301,"0"0"110,0 0 504,0 0 190,0 0-94,-12 0 144,-36 0 307,36 0 168,12 0 80,0 0-85,0 0-240,-1 2 128,9 0-780,73 6-492,0-3 0,1-4-1,11-4-240,37 1 132,-106 2-125,-5 0 12,0 0 1,0-1-1,-1-1 1,9-2-20,-46 4-8832,-49-6 835,27 0 3328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0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130 147 2273,'0'0'1483,"0"0"222,0 0 285,0 0 166,0 0-144,-22-6-134,-64-19-376,66 17 672,18 3-1378,17 3-640,-15 2-89,279-27 1082,-89 7-844,92 6-305,-280 14 112,-2 0 96,0 0 219,0 0 99,0 0 144,0 0-94,0 0-43,0 0-178,0 0-67,0 0-101,0 0 11,0 0-62,0 0-107,0 0-61,0 0-37,0 0-35,0 0-177,0 0-234,-7-22-9614,7 5 3387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1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289 553 8836,'0'0'1478,"0"0"205,0 0 398,0 0-458,0 0-802,0-17-311,1-46-23,-3-169 2305,0 215-2614,-1 1 1,-1-1 0,-1 1 0,0 0-1,-1 0 1,0 1 0,-2 0 0,0 0-1,0 0 1,-1 1 0,-1 0 0,-1 1-1,1 0 1,-2 1 0,-5-4-179,17 15 61,0 1-98,0 28-102,0-19 133,-1 23 125,1 0 0,2 1 0,2-1 1,0 0-1,8 24-119,32 70 392,6-1 0,10 8-392,-50-110-19,-2 0-1,0 1 0,-2 0 1,0 1-1,-2 0 1,0-1-1,-2 1 1,-1 0-1,-1 14 20,-1-36-16,1 0 0,-1 0 0,0 1 0,0-1-1,0 0 1,0 0 0,-1 0 0,1 0 0,-1-1 0,0 1 0,0 0 0,0-1 0,0 1-1,0-1 1,0 1 0,-1-1 0,1 0 0,-1 0 0,1 0 0,-1-1 0,0 1 0,0-1-1,0 1 1,0-1 0,0 0 0,0 0 0,0 0 0,0 0 0,-2-1 16,-17 6-115,0-2 0,0-1 1,-23 1 114,31-3-80,-182 5 165,195-6 115,1 0 38,0 0-70,4-1-163,-1 0 0,1 1 0,0-1-1,0 1 1,0 0 0,0 0 0,0 1 0,0-1 0,1 1-5,8 0-4,99-5 22,0-4 0,-1-5-1,100-26-17,-187 28-1666,-20 7 533,0 0 1,-1 0 0,1 0 0,-1 0 0,0-1 0,0 1 0,-1-1 0,1 0 0,1-5 1132,-1 4-654,13-29-4882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1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26 192 8852,'0'0'1171,"0"0"334,0 0 114,0 0-877,0 0-465,-1 29 174,-2 3-190,1-12-36,0 0 1,2 1 0,0-1 0,1 0 0,1 1-1,1-1 1,5 18-226,-3-22 237,1 0 0,0 0 0,1-1 0,1 1 0,0-2 0,1 1-1,0-1 1,1-1 0,1 1 0,1-2 0,-1 0 0,2 0 0,0-1 0,0 0 0,12 6-237,-5-5 76,1 0 0,-1-2 0,2-1 0,-1 0 1,1-2-1,1 0 0,-1-2 0,1 0 0,0-1 0,0-2 1,6 0-77,-6-1 0,0 0 1,-1-2 0,1 0-1,-1-2 1,1 0 0,13-5-1,-29 6 3,0-1 0,0 1 1,0-1-1,0-1 0,-1 1 1,1-1-1,-1-1 1,0 1-1,0-1 0,-1 0 1,1 0-1,-1 0 0,0-1 1,0 0-1,-1 0 0,0 0 1,0-1-1,0 1 1,-1-1-1,0 0 0,2-6-3,-1-4-7,0 0 1,-1 0-1,0-1 0,-2 0 0,0 1 1,-1-1-1,-1 1 0,0-1 0,-1 0 1,-1 1-1,-1 0 0,-1 0 0,0 0 1,-1 0-1,-3-3 7,-8-16 21,-3 1 0,-1 1 0,-1 1 1,-27-30-22,39 51 7,-1 1 1,0 0-1,-1 0 0,0 2 1,-1-1-1,0 1 1,0 1-1,-1 1 1,0 0-1,0 0 1,-1 2-1,0 0 1,0 0-1,-3 1-7,-4 0 14,1 1 0,0 1 0,-1 0 0,1 2 0,-1 1 0,1 1 0,0 0 0,-1 2 0,1 0 0,-15 6-14,27-7 9,0 1-1,0 0 1,1 0-1,-1 0 1,1 1-1,0 0 1,1 1-1,-1 0 1,1 0-1,0 1 1,1-1-1,-1 1 1,1 1-1,1-1 1,-1 1-1,1 0 1,1 1-1,0-1 1,0 1-1,0 0 1,1 0-1,1 0 0,-1 0 1,1 0-1,0 4-8,-1 7 76,1 1 0,1 0-1,0-1 1,2 1 0,0 0-1,5 19-75,-3-27 46,0 0 0,1-1-1,1 1 1,0-1-1,1 0 1,0 0-1,1-1 1,0 0-1,1 0 1,0-1 0,3 3-46,3 3 113,0 0 0,1-1 0,0-1 0,1 0 0,1-2 0,0 1 0,1-2 1,0 0-1,1-2 0,7 3-113,6-5 892,-26-6-9294,-6-1 1969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2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0 194 7940,'0'0'2884,"0"0"-990,0 0 259,0 0-344,0 0-998,14 17-43,194 259 2572,-201-265-3285,93 127 670,-84-119-562,0-1 0,1-1 0,0 0 1,2-1-1,17 12-163,-35-27 34,1 0 1,-1-1-1,0 1 1,0 0-1,1 0 1,-1-1 0,1 1-1,-1-1 1,0 1-1,1-1 1,-1 0-1,1 0 1,-1 0-1,1 1 1,-1-1-1,1 0 1,-1-1 0,1 1-1,-1 0 1,1 0-1,-1-1 1,1 1-1,-1-1 1,0 1-1,1-1 1,-1 1 0,0-1-1,1 0 1,-1 0-1,0 0 1,0 0-1,0 0 1,0 0-1,0 0 1,0 0 0,0 0-1,1-2-34,4-5 61,-1-1-1,0 0 1,-1 0 0,0 0-1,2-7-60,4-8 51,42-106 221,-5-2 1,-6-1-1,11-74-272,-42 152-1316,-18 68 232,0 0 0,-1 0 0,0-1-1,-1 0 1,-1-1 0,1 0 0,-5 2 1084,-7 9-2060,-41 42-4919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2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98 6771,'0'0'998,"0"0"-190,0 0 822,0 0 94,0 0-420,-5 0-377,17 0-744,-9 0-156,372-2 4250,174-30-4277,-25-31 2505,-521 63-5157,-9 1 512,-26 12-2222,-16 15-979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3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404 393 5250,'0'0'3421,"0"0"-2488,0 0 57,0 0 243,0 0-814,-2-22-163,0 4-279,-20-153 2198,18 148-1442,-1-1 0,-1 1 0,-1 0 0,-1 1-1,-1 0 1,-10-17-733,19 39 31,0 0 0,0 0-1,0-1 1,0 1 0,0 0-1,0 0 1,0 0 0,0-1-1,0 1 1,0 0 0,0 0-1,0 0 1,-1-1 0,1 1 0,0 0-1,0 0 1,0 0 0,0-1-1,0 1 1,0 0 0,-1 0-1,1 0 1,0 0 0,0 0-1,0-1 1,-1 1 0,1 0-1,0 0 1,0 0 0,0 0-1,-1 0 1,1 0 0,0 0-1,0 0 1,0 0 0,-1 0-1,1 0 1,0 0 0,0 0-1,0 0 1,-1 0 0,1 0-1,0 0 1,0 0 0,-1 0-1,1 0 1,0 0 0,0 0-1,0 0 1,-1 0 0,1 0-1,0 1 1,0-1 0,0 0 0,0 0-1,-1 0 1,1 0 0,0 0-1,0 1 1,0-1 0,0 0-1,0 0 1,-1 0 0,1 1-31,-4 22 339,6 36-371,10 2 327,3 0 0,2-1 1,3-1-1,21 42-295,24 74 342,-58-150-352,-2-1 0,-1 1 0,-1 0-1,-1 0 1,-1 1 0,-2 13 10,1-27-59,0-8 19,0 0 0,0 0 0,-1 0 0,1 0 0,-1 0-1,0 0 1,0 0 0,-1-1 0,1 1 0,-1 0 0,0-1 0,0 1 0,0-1 0,0 0 0,0 1-1,-1-1 1,0 0 0,0 0 40,-2 1-60,-1 1-1,1-1 0,-1 0 1,0-1-1,-1 1 1,1-1-1,-1-1 0,1 1 1,-8 1 60,-13 2-149,-1-1 0,0-2-1,0 0 1,-23-2 149,51-1-1,-240 1 708,239-1-517,22-1-1,97-15-31,-26 3 147,1 5 0,14 3-305,37 5-192,-142 0-25,0-1 0,1 1-1,-1 0 1,1-1 0,-1 0-1,0 1 1,1-1 0,-1 0-1,0 0 1,0 0 0,0-1 0,0 1-1,0 0 1,0-1 0,0 1-1,0-1 1,0 0 0,-1 0-1,1 1 1,-1-1 0,1 0-1,-1 0 1,0-1 0,0 1 217,2-4-1045,0 0-1,0-1 1,-1 1 0,0 0 0,-1-1 0,1 0 0,-1 1-1,0-4 1046,0-35-6096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3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0 298 7700,'0'0'370,"0"0"415,6 27 1034,-1 3-1273,-1-5-146,1 0-1,1-1 1,2 0-1,0 0 0,1-1 1,2 1-400,-5-10 352,2 0-1,-1-1 1,2 1 0,0-2 0,0 1 0,1-1-1,1-1 1,0 0 0,0-1 0,9 7-352,-9-10 130,0 0 0,0-1 1,1 0-1,-1-1 1,1 0-1,1-1 1,-1 0-1,1-1 0,-1-1 1,1 0-1,0 0 1,0-1-1,0-1-130,1 1 20,0-1 0,0-1 0,0 0 0,0-1 0,0-1 0,-1 0 0,1 0 0,-1-2 0,10-3-20,-14 3-14,0 0 0,-1 0 0,0-1-1,0 0 1,0 0 0,-1-1 0,0 0 0,0 0-1,-1-1 1,0 0 0,0 0 0,-1 0-1,0 0 1,1-4 14,1-6 16,-1-1-1,0 1 0,-1-1 1,-1 0-1,-1-1 1,-1 1-1,-1-1 0,0 1 1,-2-1-1,0 1 1,-1-1-1,-1 1 0,-3-12-15,1 13 11,-2 0 0,1 1 0,-2 0 0,0 0 0,-2 0-1,1 1 1,-2 1 0,0 0 0,-1 0 0,0 1 0,-1 1-1,-1 0 1,0 1 0,-3-2-11,4 5 121,1 0 0,-2 1 0,1 0 0,-1 1 0,0 1 0,0 0 0,-1 1 0,0 0 0,0 1 0,0 1 0,0 0 0,-1 2 0,1-1 0,-1 2 0,1 0 0,0 1 0,-4 1-121,12-1 28,1 2 0,0-1 0,0 1 0,0 0 0,0 0 0,1 1 0,-1-1 0,1 1 0,0 1 0,0-1 0,0 1 0,1-1 0,-1 1 0,1 1 0,0-1 0,1 1 0,-1-1 0,0 3-28,-9 15-51,2 0-1,0 1 1,1 0 0,1 2 51,5-11-619,1 0 0,0 0-1,0 0 1,2 0 0,0 1-1,1-1 1,0 1 0,2 5 619,-2-18-350,0 1 0,1-1 1,-1 0-1,1 1 0,0-1 1,0 0-1,0 0 0,0 1 0,1-1 1,-1 0-1,1 0 350,33 29-5034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5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1 478 7940,'0'0'1929,"0"0"-1142,0 0 627,0 0 194,0 0-661,31 10-312,108 31-229,-129-39-346,0 0-1,0 0 1,0-1 0,0 0 0,0-1 0,0 0-1,0 0 1,0-1 0,0-1 0,0 1 0,0-2-1,0 1 1,0-2 0,-1 1 0,1-1 0,-1 0 0,0-1-1,-1 0 1,1-1 0,-1 0 0,0 0 0,0 0-1,-1-1 1,3-3-60,-6 5 46,0 0-1,-1 0 0,1-1 1,-1 1-1,-1-1 0,1 0 1,-1 0-1,0 0 1,0 0-1,0 0 0,-1 0 1,0-1-1,0 1 1,-1 0-1,0-1 0,0 1 1,0 0-1,-1-1 0,0 1 1,-1-5-46,0 0 38,-1 1 0,0 0 0,-1 0 0,0 0 0,0 0 0,-1 1 0,0 0 0,-1-1 0,0 2 0,0-1 0,-6-5-38,-22-16 388,-1 1 1,-2 2-1,-1 1 1,0 2-1,-2 1 0,-1 3 1,-25-9-389,141 26 282,-27 2-272,0 3-1,0 2 0,45 9-9,-80-11-6,0 1 0,-1 1 0,1 0 0,-1 1 0,1 0 0,-1 1 0,-1 0 0,1 1 0,-1 0-1,0 1 1,-1 0 0,0 1 0,0 0 0,-1 0 0,0 1 0,7 10 6,-12-13-7,-1-1-1,1 1 1,-1 1-1,0-1 1,-1 0-1,0 1 1,0-1-1,-1 1 1,0-1-1,0 3 8,0 80 57,-3-45 52,1 4 101,-1-30-147,2 0 1,0 1-1,1-1 1,4 19-64,-4-35 3,0 0 0,0 0 0,1 0 1,-1 0-1,1 0 0,0 0 0,0 0 0,0-1 0,0 1 0,1-1 0,-1 1 0,1-1 1,-1 0-1,1 0 0,0 0 0,0 0 0,0-1 0,0 1 0,0-1 0,0 0 0,0 0 1,0 0-1,1 0 0,-1 0 0,3 0-3,13 1 36,-1 1 1,1-2-1,-1-1 0,6 0-36,-7-1 33,-6 1 19,10 1 85,1-2 0,0 0 0,16-4-137,-32 3 104,1 1 0,-1-1 0,0 0 1,0-1-1,1 1 0,-2-1 0,1 0 0,0-1 0,-1 1 0,1-1 1,-1 0-1,0-1 0,0 1 0,3-5-104,-1-17-806,-7-10-3291,0 11-679,3-8-3777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5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0 183 7555,'0'0'1969,"0"0"-693,0 0 687,0 0-450,0 0-870,9-1-451,56-3 966,23 3-1158,-31 1 633,0-3 1,39-7-634,-63 5 7,-12 2-122,0 0 0,0-2 0,0 0 0,-1-2 0,10-4 115,-28 11-120,-1-1 0,0 1 0,0-1 0,0 0 0,0 1 1,0-1-1,0 0 0,0 0 0,0 0 0,0 0 0,0 0 0,-1 0 0,1 0 1,0 0-1,0 0 0,-1 0 0,1 0 0,-1-1 0,1 1 0,-1 0 0,0 0 1,1-1-1,-1 1 0,0 0 0,0 0 0,0-1 0,0 1 0,0 0 0,0-1 1,0 1-1,-1 0 0,1 0 0,0-1 0,-1 1 0,1 0 0,0 0 0,-1-1 1,0 1-1,1 0 0,-1 0 0,0 0 0,0 0 0,1 0 0,-2-1 120,-8-4-799,1 1 0,-2-1-1,1 1 1,0 1 0,-1 0 0,0 1-1,-6-2 800,-11-3-1936,-61-22-2226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5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7379,'0'0'3509,"0"0"-2557,0 0-288,0 0 486,31 0-328,214 0-206,-163 2-212,43 0 3111,21-6-3515,-134 1 20,-17 4-5138,1 4-279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6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425 590 6995,'0'0'2938,"0"0"-1452,0 0 669,0 0-354,-3-32-795,-11-238 547,15 237-1010,-1 1-214,0-1 1,-2 0-1,-3-6-329,4 31 180,-1-1 0,0 1 0,0 0 0,-1-1 0,0 1 1,0 1-1,-1-1 0,0 0 0,0 1 0,-1 0 0,0 0 0,0 0 0,-1 0 0,-3-2-180,9 9 376,0 0-237,0 0-96,0 2-86,-1 69-30,6 163 1076,-1-194-814,1 1 0,2 0 0,2-1 0,10 28-189,-18-65-2,55 180 277,-49-149-398,0 0 0,-3 0 0,0 0 0,-2 20 123,-2-52-43,-1 0-1,1 0 1,-1 0-1,1-1 1,-1 1-1,0 0 0,0 0 1,0 0-1,0-1 1,0 1-1,0 0 1,0-1-1,-1 1 0,1-1 1,0 0-1,-1 1 1,1-1-1,-1 0 1,0 0-1,1 0 1,-1 0-1,0 0 0,0 0 1,1 0-1,-1-1 1,0 1-1,0-1 44,-60 15-373,55-14 338,-60 7 13,1-4 0,-1-2 0,-11-4 22,-11 0 743,88 2-559,8 0-176,685 0 550,-692 0-118,0 0 99,0 0-195,0 0-133,0 0-112,0 0-30,0 0-125,0 0 0,0 0 53,0 0-2,0 0 21,0 0 24,0 0-8,0 0-29,0 0-67,0 0-43,0 0-80,0 0 38,0 0-137,0 0-47,0 0-177,0 0-333,-6-11-4116,3-10-292,2-8-2710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7.1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323 101 1585,'0'0'8793,"0"0"-6677,0 0-1388,0 0 566,0 0-763,2 10-411,4 22 133,-2 0 1,-1 0-1,-2 0 1,-1 0 0,-1 1-1,-2-1 1,-1 0-1,-2 0 1,-1-1-1,-1 1 1,-2-1-1,-4 7-253,-30 69 850,-6-2-1,-50 80-849,73-137 10,27-47 92,0-3-38,-1-35-121,1 1 1,2 0-1,2-1 1,1 1 0,2 0-1,4-8 57,88-236 982,55-93-982,-120 313 91,-34 59-65,0 1 12,2 3-46,-1 0 1,0-1-1,-1 1 1,1 0-1,0 0 1,-1-1-1,0 1 1,1 0-1,-1 0 1,-1 1 7,3 16-40,8 38 50,20 111 674,14 26-684,-30-142 178,3-1 0,2-1 0,3 0 0,1-2 1,24 36-179,54 66 989,-101-151-1170,-1 1-1,1-1 0,-1 1 1,0-1-1,1 1 1,-1-1-1,0 0 0,1 1 1,-1-1-1,0 0 0,0 1 1,1-1-1,-1 0 1,0 0-1,0 0 0,1 0 1,-1 0-1,0 0 0,0 0 1,0 0-1,1 0 1,-1 0-1,0 0 0,0 0 1,1-1-1,-1 1 0,0 0 1,0 0-1,0-1 182,-33-5-1621,-162-52-5678,-109-27 4700,147 54 6017,185 32 1376,31-3-3565,13-1-388,70 5 956,-39 2-702,0-6 0,0-3 0,69-15-1095,-167 19 10,59-16 194,-62 17-276,-1 0-243,0 0-448,2-5-4393,7-7 3327,-6 8 295,14-21-3839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7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929 1 11125,'0'0'582,"0"0"653,0 26-291,1 429 3333,8-345-3418,4-1 0,5 0 0,5-1 0,5-1 0,4-2 0,14 22-859,-43-119 4,-3-6-25,0-1-1,0 0 1,0 1 0,1-1-1,-1 0 1,1 1 0,-1-1 0,1 0-1,-1 1 1,1-1 0,-1 0-1,1 0 1,0 0 0,0 1 0,0-1-1,0 0 1,0 0 0,0 0-1,0-1 1,0 1 0,0 0 0,0 0-1,1 0 1,-1-1 0,0 1-1,0-1 1,1 1 0,-1-1 0,0 0-1,1 1 1,-1-1 0,1 0-1,-1 0 22,-3 37-931,-4-21 863,-2-1-1,0 0 0,-1 0 0,-1-1 1,0 0-1,0-1 0,-10 9 69,1 1 6,-117 127 149,-7-6-1,-15 2-154,100-92 108,-455 372 967,505-419-1629,-6 6-6075,15-13 6314,0 1 1,-1-1 0,1 1 0,0-1 0,-1 1-1,1-1 1,0 0 0,0 1 0,-1-1 0,1 0-1,0 0 1,0 0 0,0 1 0,-1-1 0,1 0-1,0 0 1,0 0 0,0 0 0,-1 0-1,1 0 1,0-1 0,0 1 0,0 0 0,0 0 314,39 0-6059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2:57:18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839 214 9108,'0'0'883,"33"-27"457,107-86 975,-122 99-1914,1 0 0,0 2-1,5-2-400,-15 10 45,0 0 0,0 1 0,1 0 1,-1 1-1,6-1-45,-15 3-1,1 0-1,-1 0 1,0 0 0,0 0 0,1 0 0,-1-1 0,0 1 0,1 0 0,-1 0 0,0 0 0,1 0 0,-1 0 0,0 1 0,1-1 0,-1 0 0,0 0 0,1 0 0,-1 0 0,0 0-1,0 0 1,1 0 0,-1 1 0,0-1 0,1 0 0,-1 0 0,0 0 0,0 1 0,0-1 0,1 0 0,-1 0 0,0 1 0,0-1 0,0 0 0,1 0 0,-1 1 0,0-1 0,0 0 0,0 1-1,0-1 1,0 0 0,0 1 0,0-1 0,0 0 0,0 0 0,0 1 0,0-1 0,0 0 0,0 1 0,0-1 0,0 0 0,0 1 0,0-1 0,0 0 0,0 1 0,0-1 0,0 0 0,-1 0-1,1 1 1,0-1 0,0 0 0,0 0 0,-1 1 1,-13 25-6,-16 13 383,-2 0 1,-1-2 0,-3-2-1,-13 10-377,-9 10 469,-496 446 3194,448-408-3127,-40 45 1198,118-121-2026,-19 0-5960,19-15-161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4:47.3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1919 729 2193,'0'0'1273,"0"0"-9,0 0-178,0 0-203,0 0-237,0 0 2,0 0 67,3 4 109,-1-2 103,7 9-1618,-7-6 3944,-1 0 3794,-15-11-5201,-19-55-871,26 46-835,0 0 1,-1 1-1,-1 0 1,-8-10-141,-42-46 323,-31-26-323,64 71 51,-2 2 1,0 0 0,-1 2 0,-1 1-1,-6-1-51,-75-41 73,-2 5 0,-2 5 0,-76-20-73,138 54-21,26 8-9,0 2-1,0 0 1,-1 2 0,0 0 0,-1 3-1,-21-1 31,38 4-2,-4-1-24,0 0 1,0 2 0,0 0-1,0 1 1,0 0 0,1 2-1,-1 0 1,1 0 0,0 1-1,-2 2 26,-8 5 8,1 0 1,1 2-1,0 0 0,1 2 0,-5 4-8,17-11-24,1 0-1,0 1 0,0 0 0,1 0 0,0 1 0,1 0 0,0 0 1,1 1-1,0 0 0,0 0 0,-2 12 25,-5 25 7,3 1-1,2 0 1,-1 35-7,-9 56-52,-14-4 67,20-94-20,2 0 0,2 0 0,2 0 0,0 33 5,2-76-107,1 0 1,-1 0 0,1 0-1,-1 0 1,1-1-1,-1 1 1,1-1-1,0 0 1,-4-1 106,2-3-49,0 0 0,0 0-1,1-1 1,-1 0 0,1 1 0,1-2-1,-1 1 1,1 0 0,0-1 0,0 1-1,1-1 1,-2-5 49,-16-69-477,19 74 294,1 287 823,-17-497-891,17 123 398,0 93-102,0 1-37,0 0 6,0 0 12,0 0-34,0 22-250,3 261 226,-3-282 48,0-1 21,0 0 43,0 0 21,0-13-103,-2-59-136,0 43 113,1 1 1,1 0 0,1-1 0,1 1 0,2 0 0,1 0 0,5-15 24,-6 182 0,-4 53 83,0-191-35,0-1-27,0 0-10,0 0-17,0 0 6,5 1 19,0-1 0,0 1 1,1-1-1,-1 0 0,0-1 0,0 1 0,0-1 0,1 0 0,-1 0 0,0-1 0,0 1 0,0-1 0,-1 0 1,1-1-1,0 1 0,1-2-19,14-9 106,0-1-1,-1 0 1,2-4-106,11-8 36,80-50 210,-108 75-249,-4 1-10,0 0 31,0 0-58,0 0-45,-20 2-221,5 0 255,0 0 0,0 0 0,0 2 0,1 0 1,-3 1 50,-9 4-14,16-6 30,0 0 0,0 1 0,0 0 0,1 0 0,0 1 0,0 0 0,-3 3-16,11-22 103,0 1-1,-1-1 0,-1 0 1,0 1-1,-1-1 0,-3-7-102,7 21-4,0-1 0,-1 1 0,1 0 0,-1-1 0,1 1 0,0-1 0,-1 1 0,1-1-1,0 1 1,0 0 0,-1-1 0,1 1 0,0-1 0,0 1 0,0-1 0,0 1 0,0-1 0,0 1 0,0-1 0,-1 0 0,1 1 0,1-1 0,-1 1 0,0-1-1,0 1 1,0-1 0,0 1 0,0-1 0,0 1 0,1-1 0,-1 1 0,0-1 0,0 1 0,1 0 0,-1-1 0,0 1 0,1-1 0,-1 1 0,0 0 0,1-1-1,-1 1 1,1 0 0,-1-1 0,1 1 4,1 0-12,0-1-1,0 1 1,0 0-1,0 1 1,0-1-1,0 0 1,0 0-1,-1 1 1,1-1-1,0 1 1,0 0-1,0 0 1,1 0 12,-3-1-5,0 0 0,0 0 1,0 0-1,-1 1 0,1-1 1,0 0-1,0 0 1,0 0-1,0 0 0,-1 0 1,1 0-1,0 1 0,0-1 1,0 0-1,0 0 1,0 0-1,0 0 0,0 1 1,-1-1-1,1 0 0,0 0 1,0 0-1,0 0 1,0 1-1,0-1 0,0 0 1,0 0-1,0 0 0,0 1 1,0-1-1,0 0 1,0 0-1,0 0 0,0 1 1,0-1-1,0 0 0,0 0 1,0 0-1,0 0 0,1 1 1,-1-1-1,0 0 1,0 0-1,0 0 0,0 0 1,0 1-1,0-1 0,1 0 1,-1 0-1,0 0 1,0 0-1,0 0 0,0 0 1,0 1-1,1-1 0,-1 0 1,0 0-1,0 0 1,0 0-1,1 0 0,-1 0 1,0 0-1,0 0 0,0 0 5,-11 3-96,-98-3 81,63 0-8427,45 0 2127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19.9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21 292 144,'0'0'3556,"0"0"-1934,0 0-565,0 0-25,0 0-154,0 0-144,0 0 74,-1-4 33,-4-6-539,-2-1 3053,8 16-3265,0-1 0,-1 1 0,1-1 0,-1 1 0,0-1 0,0 1 0,0-1 0,-1 1 0,0 1-90,0 12 201,2-1-97,0-1 0,1 0 0,1 0 0,0 0 1,2-1-1,0 1 0,0-1 0,1 0 0,1 0 0,1-1 0,3 5-104,-7-11 53,1-1 0,0 1 0,1-1 0,-1-1 0,1 1 0,1-1 0,-1 0 0,1 0 0,0-1 0,0 1 0,1-2 0,0 1 0,-1-1 0,2 0-1,-1-1 1,0 0 0,1 0 0,-1-1 0,1 0 0,0 0 0,4-1-53,-3 0 42,0 0 0,-1-1 0,1-1 0,0 0-1,0 0 1,0-1 0,0 0 0,-1 0 0,1-1-1,-1-1 1,0 0 0,0 0 0,0 0 0,0-1-1,-1-1 1,0 1 0,0-1 0,0-1 0,-1 0-1,0 0 1,5-6-42,-1-1 20,-2-1-1,1 0 0,-2 0 1,0-1-1,-1 0 1,0 0-1,-2 0 0,0-1 1,0 0-1,-2 0 1,0 0-1,-1-1 1,-1 1-1,0-1 0,-1 1 1,-1-1-1,-1 1 1,-2-10-20,1 17 4,-1 1 1,1 0 0,-1-1 0,-1 1 0,0 1-1,0-1 1,-1 1 0,0 0 0,0 0-1,-1 1 1,0-1 0,-7-4-5,0-1 42,-1 1-1,0 1 1,-1 0-1,0 1 1,-1 1-1,-7-3-41,6 6 16,0 0 0,0 1 0,-1 1 0,1 1 0,-1 1 0,0 0 0,1 2 0,-15 0-16,29 0 6,0 1-1,-1-1 0,1 0 1,-1 1-1,1 0 0,0 0 1,-1 1-1,1-1 0,0 1 1,0 0-1,0 0 0,0 0 0,1 0 1,-1 1-1,0-1 0,1 1 1,-3 2-6,1 1 22,1 0 0,-1 0 1,1 0-1,0 0 0,1 1 1,-1 0-1,1-1 0,1 1 1,-1 0-1,1 2-22,-4 19-374,1-1 1,1 1-1,2 0 0,1 0 0,1 6 374,0-28-418,1 0 1,-1-1-1,1 1 0,1-1 1,-1 0-1,1 1 0,-1-1 1,2 0-1,-1 0 1,0 0-1,1 0 0,0 0 1,0-1-1,1 1 0,-1-1 1,1 0-1,0 0 0,0 0 1,0 0-1,1-1 418,28 18-6662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0.5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8500,'0'0'1457,"0"0"-81,0 0 17,0 0-881,0 0 48,0 0 81,31 119 159,-25-76-80,1-3-207,-3 0-49,-1-7-256,0-2-96,1-4-112,-1-5-80,1-4-833,-1-3-671,7-9-1538,0-6-2176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1.7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1569,'0'0'2649,"0"0"-1166,0 0-202,0 0 21,0 0-296,0 0-131,0 0 144,0 0-8,0 0 53,0 0-157,4 0-138,91 2 1247,-49 1-1834,-1-2-1,1-2 1,-1-2-1,0-2 1,0-2-1,7-4-181,-132 10-2885,22-1 2892,47 2-11,-11-1 22,0 2 0,1 0 1,-1 1-1,1 1 1,-18 5-19,180-5 1710,-4-17-1846,-137 15 133,1-1-1,0 1 1,0-1 0,-1 1 0,1 0 0,0-1 0,-1 1 0,1 0 0,0 0 0,-1-1-1,1 1 1,-1 0 0,1 0 0,-1 0 0,0 0 0,1-1 0,-1 1 0,0 0 0,0 0-1,0 0 1,0 0 0,1 0 0,-1 0 3,4 28-14,0 45 162,-5 65-148,-1-40 503,-8 34 644,4-81 798,2 35-1945,4-86-112,0-1-45,0 0-249,0 0-330,0 0-609,-2-2-5138,-7-16 2620,3-5-2908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2.1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22 592,'0'0'6683,"0"0"-4527,0 0-1065,0 0 419,30 3-155,-8-1-1131,35 4 344,0-3 1,0-2-1,22-5-568,-6-11 964,-56 10-111,0 1 0,0 1 0,0 0 0,11 1-853,-25 2 432,-1 0-8540,-2 0 814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5.0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2021 765 3810,'0'0'2788,"0"0"-931,0 0 151,0 0-487,0 0-99,0 0-176,0 0-168,0 0 117,0-19 1636,0-16-2047,2 4-525,-2 1 0,-1-1 0,-1 1 1,-2 0-1,-1-1 0,-2 2 0,0-1 0,-6-10-259,2 16 15,-1 2 1,-1 0-1,-1 0 0,-1 1 1,0 1-1,-2 0 1,-1 1-1,0 1 0,-1 1 1,-1 1-1,0 0 0,-1 2 1,-1 0-1,-4 0-15,-23-12-8,-2 2-1,-1 3 1,0 2 0,-2 2 0,0 2-1,-1 3 9,9 5-29,0 2 0,-1 3 0,1 1 0,-12 3 29,-15-1-68,46 0 78,0 2 0,0 0 0,0 2 0,0 1 0,-14 6-10,-131 49-100,127-43 86,7-2-26,2 0-1,0 3 0,1 0 0,0 3 0,2 1 1,1 1-1,-22 22 41,40-31-13,1 0 0,0 0 0,2 1 0,0 1 1,0 0-1,2 0 0,0 1 0,1 0 0,1 1 0,-4 13 13,-5 32-10,2 0-1,-2 41 11,-11 57 83,21-133-74,1 1-1,1-1 1,2 1 0,1 8-9,1-37-94,0-1 12,0 0-49,0 0 51,0 0-45,0 0 66,0 0-29,0 0 8,0 0-32,0-34-182,-13-57 289,13 91-4,0 0 0,0 0 0,0-1 0,0 1 0,-1 0 0,1 0 0,0 0 0,0 0 0,0 0 0,0-1 0,0 1 0,0 0 1,0 0-1,0 0 0,0 0 0,0 0 0,0 0 0,0-1 0,-1 1 0,1 0 0,0 0 0,0 0 0,0 0 0,0 0 0,0 0 0,0 0 0,-1 0 0,1 0 0,0 0 0,0 0 0,0 0 0,0 0 0,0 0 0,-1-1 0,1 1 1,0 0-1,0 0 0,0 0 0,0 0 0,0 1 0,-1-1 0,1 0 0,0 0 0,0 0 0,0 0 0,0 0 0,0 0 0,-1 0 0,1 0 0,0 0 0,0 0 0,0 0 0,0 0 0,0 0 0,0 1 0,0-1 0,-1 0 0,1 0 1,0 0-1,0 0 0,0 0 0,0 0 0,0 1 0,0-1 0,0 0 0,0 0 0,0 0 0,0 0 0,0 0 0,0 1 9,0 42-249,1-6 296,-1 0 1,-3 0-1,-3 15-47,6-51 5,1-1-1,-1 1 1,0-1-1,0 1 1,0-1-1,-1 0 1,1 1-1,0-1 1,0 1-1,0-1 1,0 1-1,0-1 1,0 1-1,-1-1 1,1 0-1,0 1 1,0-1-1,-1 0 1,1 1-1,0-1 1,0 0-1,-1 1 1,1-1-1,0 0 1,-1 1-1,1-1 1,-1 0-1,1 0 1,0 1-1,-1-1-4,-8-10 71,-3-22-58,3-35-63,1-22 50,6 64-82,2 22-17,-1 6-51,1 224 416,0-226-255,0-1-54,0 0 11,0 0-21,0 0 5,-1-4 8,-13-43-247,2 0-1,1-2 1,-1-36 287,1-7-155,11 92 158,0 0-91,0 14-240,-1 51 398,-1-34 58,1 0 1,2-1-1,1 1 1,1-1-1,2 1 0,2 5-128,-6-34 11,0 0 0,1-1 0,-1 1 0,0 0 0,0 0 0,1-1 0,-1 1 0,1-1 0,0 1 0,-1-1 0,1 1 0,0-1 0,0 0 0,0 0-1,0 0 1,-1 0 0,2 0 0,-1-1 0,0 1 0,0 0 0,0-1 0,0 0 0,0 1 0,0-1 0,1 0 0,-1 0 0,0 0 0,0-1 0,0 1 0,0 0 0,1-1 0,-1 1 0,0-1-1,0 0 1,0 0 0,0 0 0,0 0 0,0 0 0,1-1-11,29-19 228,-1-1 0,-1-1-1,11-12-227,-41 35-9,1-1-1,-1 1 0,0 0 1,1-1-1,-1 1 1,0-1-1,0 1 1,1-1-1,-1 1 0,0-1 1,0 1-1,0-1 1,0 1-1,1-1 1,-1 1-1,0-1 0,0 0 1,0 1-1,0-1 1,0 1-1,0-1 1,-1 1-1,1-1 0,0 1 1,0-1-1,0 1 1,0-1-1,-1 1 1,1-1-1,0 1 0,0-1 1,-1 1-1,1-1 1,0 1-1,-1 0 1,1-1-1,-1 1 1,1-1-1,0 1 0,-1 0 1,1 0-1,-1-1 1,1 1-1,-1 0 1,1 0-1,-1-1 10,-28-15-82,22 13 87,-8-5-27,0 1 1,0 0 0,0 1-1,0 1 1,-1 0 0,0 1-1,0 1 1,-13-1 21,29 4-5,0 0-68,105 0-380,-106-1 130,1 0 0,-1 1 0,0-1 0,1 0 0,-1 0 0,1 0 0,-1 0 0,1 0 0,-1 0 0,1 0 0,0 0 0,-1 0 0,1 0 0,0 0-1,0 0 1,0 0 0,0 0 0,0-1 0,0 1 0,0 0 0,0 0 0,0 0 0,0 0 323,0 0-833,0-23-7872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2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1 399 3906,'0'0'1902,"0"0"-355,0 0-218,0 0-182,0 0-122,0 0-406,3-6-195,1 1-294,0 1 0,1-1-1,-1 1 1,1 0 0,0 1 0,0-1 0,0 1 0,1 0 0,-1 0 0,1 0-1,-1 1 1,1 0 0,0 0 0,0 1 0,0-1 0,0 1 0,1 0-130,34-5 629,0 2-1,14 1-628,9-1 264,838-59 1516,-733 54-1801,458-3-91,-624 12 86,0 0 0,0 0 0,1 0 0,-1 0 0,0-1 0,0 1 0,0-1 0,0 0 1,0 0-1,3-1 26,-4-8-543,-16-7 363,9 13 242,1 1 1,0-1-1,0 0 0,0 0 1,1 0-1,-1 0 0,1 0 1,0-1-1,1 0 0,-1 0 1,1 1-1,-1-1 0,1-1 1,1 1-1,-1 0 1,0-4-63,-1 347 3276,7-314-3159,-4-24-87,0 1-1,0 0 0,1-1 0,-1 1 1,0 0-1,1-1 0,-1 1 0,0 0 1,1-1-1,-1 1 0,1 0 0,-1-1 1,1 1-1,-1-1 0,1 1 0,0-1 1,-1 1-1,1-1 0,0 0 0,-1 1 1,1-1-1,0 0 0,-1 1 0,1-1 1,0 0-1,-1 0 0,1 0 0,0 0 1,0 0-30,-1-15 213,2-41-262,-4 0 0,-1 0 0,-3 0 0,-3 1 0,-2 0 0,-7-16 49,-9-3-112,23 66 71,2 11 2,12 40-25,13 61 416,-4 1-1,-4 13-351,-8-68-20,-7-42 28,0-4 6,0 0-1,0 0 0,0 0 1,1 0-1,0 0 0,-1 0 1,1 0-1,1 0 0,-1-1 1,2 5-14,-2-8 16,-1 0 82,0 0-31,0 0 53,0-26 270,0-23-226,-6-242-734,5 236 696,1 54-145,0 1-2,0 0-17,0 0-36,0 0-36,0 0-45,0 0 70,3 5-128,13 5 241,0 0 1,0-1 0,1-1 0,0 0 0,0-1-1,1-1 1,0-1-29,48 12 193,21 1-193,-6-2 46,21 9-212,-102-25 145,0 0 0,0 0 0,0 1 0,0-1 0,0 0 0,0 0 0,0 1 0,0-1 0,0 0 0,1 1 0,-1-1 0,0 0 0,0 0 0,-1 1 0,1-1 0,0 0 0,0 1 0,0-1 0,0 0-1,0 0 1,0 1 0,0-1 0,0 0 0,0 1 0,-1-1 0,1 0 0,0 0 0,0 0 0,0 1 0,-1-1 0,1 0 0,0 0 0,0 0 0,-1 1 0,1-1 0,0 0 0,0 0 0,-1 0 0,1 0 0,0 0 0,0 0-1,-1 1 1,1-1 0,0 0 0,-1 0 21,-28 15-95,-2-2 0,0 0 0,-1-2-1,0-2 1,-8 1 95,-167 28-260,124-32 962,97-24-254,5-2-444,2 1 0,1 0 1,0 2-1,1 1 0,1 0 0,0 2 1,1 1-1,5-1-4,60-36-194,-88 49 2,-2 1-128,0 0-30,0 0-58,-51 0 56,51 0 384,0 0 61,0 0-56,0 0-55,0 0-70,0 0-561,-6 1-6978,2 1-339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2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64 8244,'0'0'1782,"0"0"83,0 0-294,0 0-448,0 0-573,34 1-94,-4 0-299,27 2 328,0-3 0,0-3 0,13-3-485,74-19 1248,-77 12-864,0 3 1,1 3-1,17 2-384,-84 5-739,-1 0-910,0 0-1112,-2 0-1121,-10 0-624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3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0 464,'0'0'6547,"0"0"-4687,0 0-814,0 0-209,0 0-282,-6 20 1686,7-7-1703,1-1 0,1 1 0,0-1 0,1 0 0,0 0 0,2 4-538,11 33 787,13 54 216,-18-67-768,-1 0 1,-2 1-1,-2 0 1,-1 1-1,1 35-235,-6-48 58,0-24-78,0 1 0,-1 0 0,0 0 0,1 0 0,-1 0 0,0-1 0,0 1 0,0 0 0,0 0 0,0 0 0,0 0 1,0 0-1,-1 0 0,1-1 0,-1 1 0,0 0 0,1 0 0,-1-1 0,0 1 0,0 0 0,0-1 0,0 1 0,0-1 0,0 1 0,-1-1 0,1 1 0,0-1 0,-1 0 0,1 0 0,-1 0 1,1 0-1,-1 0 0,0 0 0,1 0 0,-3 0 20,-19 8-131,0-2 1,-1-1-1,0 0 0,-1-2 1,-18 1 130,-109 0 2277,143-5-1783,207 2 306,149-1-714,-324-4-69,1 0 1,-1-1 0,1-2-1,5-2-17,2-1-33,-58 12-928,0-2 0,0-1-1,-21-2 962,-22-1-363,-11 5 450,-1 3-1,1 4 0,-17 6-86,40 0 616,58-15-509,0 0 72,0 0 10,0 0 110,15 0 69,33-1-180,1-3-1,-2-2 0,1-2 0,-1-1 1,27-11-188,-44 11 29,-18 4 9,0 2 1,0-1-1,1 2 0,-1 0 0,1 0 0,6 1-38,-19 1 203,0 0 61,0 0 72,0 0-63,0 0-23,0 0-66,0 0 137,0 0 4,0 0-55,0 0-9,0 0-173,0 0-67,0 0-10,0 0-75,0 0-296,0 0-505,0-19-9542,0 4 643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7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0 526 9508,'0'0'1420,"0"0"178,0 0-224,0 0-350,0 0-397,0 0-427,0 0 96,5-19 102,10-50 733,-2-1 0,1-58-1131,-13-111 1918,-1 238-1739,0 6-203,-2 163-315,-1-6 1407,12 79-1068,-5-186 470,3-1 0,3 0 1,2 1-471,-12-55-111,1 1 0,-1-1 0,1 0 0,-1 1 0,1-1 0,-1 1 0,1-1 0,-1 0 0,1 0 0,-1 1 0,1-1 0,0 0 0,-1 0 0,1 0 0,-1 1 0,1-1 0,0 0 0,-1 0 0,1 0 0,0 0 0,-1 0 0,1 0 0,0-1 0,-1 1 0,1 0 0,-1 0 0,1 0 0,0 0 0,-1-1 0,1 1 0,-1 0 0,1-1 0,-1 1 0,1 0 0,-1-1 0,1 1 0,-1-1 0,1 1 111,10-24-4717,7-15-4018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8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112 287 4018,'0'0'2964,"0"0"-1483,0 0 157,0 0-270,0 0-175,-6-5 5842,6-4-7422,3-5 434,1 1-1,0 0 1,1-1 0,1 1-1,0 1 1,0-1 0,1 1-1,1 1 1,0-1 0,4-2-47,-1-1-1,2 1 1,0 1 0,1 0-1,0 0 1,0 2 0,2 0-1,9-5 1,-19 12-26,1 0 0,0 1-1,0 0 1,0 1-1,0 0 1,0 0-1,0 0 1,0 1 0,1 0-1,-1 0 1,0 1-1,1 0 1,-1 0 0,1 1-1,-1 0 1,1 0 26,-2 1-11,0 0 1,0 0-1,0 1 0,0-1 1,-1 1-1,1 0 0,-1 1 1,0 0-1,0-1 1,0 2-1,0-1 0,-1 0 1,0 1-1,0 0 1,0 0-1,0 0 0,-1 0 1,3 6 10,0 4-17,-1 1-1,0 0 1,-1-1 0,0 2 0,-2-1 0,0 0 0,0 0 0,-2 1-1,0-1 1,-2 13 17,1 11-7,0-27 28,0-1 0,-1 1 0,-1 0 0,0-1-1,-1 1 1,-1-1 0,0 0 0,0 0 0,-1-1 0,0 0 0,-1 0 0,-1 0-1,1-1 1,-3 2-21,-11 13 76,-2-1-1,0-1 1,-2-1-1,0-2 1,-6 3-76,17-13 36,0 0 0,-1-2 0,-1 0-1,1-1 1,-1 0 0,0-1 0,-1-1 0,-5 1-36,-8-1 94,-1-1 1,1-1-1,-1-1 0,-6-2-94,36-1 13,0 1 0,0-1-1,0 0 1,0 0 0,1 0 0,-1 0-1,0 0 1,0 0 0,0 0 0,1 0 0,-1 0-1,0 0 1,1 0 0,-1 0 0,1 0-1,0 0 1,-1-1 0,1 1 0,0 0 0,0 0-1,0-1 1,-1 1 0,1 0 0,0 0 0,1 0-1,-1-1 1,0 1 0,0-1-13,5-43-134,-3 40 121,-1 1 0,1-1 0,1 1 0,-1 0 0,1-1 0,0 1 0,0 0 0,0 1 0,0-1 0,1 0 0,-1 1 0,1 0 0,0 0 0,0 0 0,0 0 0,0 1 0,1 0 0,-1 0 0,1 0 0,2-1 13,1 0-45,0 1 1,0 0-1,1 0 0,-1 1 0,1 0 1,0 0-1,-1 1 0,1 0 0,0 0 0,-1 1 1,6 2 44,-11-2-14,0 0 1,-1 0 0,1 0 0,0 1-1,0-1 1,-1 1 0,1 0-1,-1 0 1,0 0 0,1 0-1,-1 0 1,0 1 0,0-1-1,0 1 1,-1-1 0,2 2 13,25 51-11,-18-33 3,-6-13 7,1 0 0,0-1 0,0 0 0,1 0 0,0 0 0,0-1 0,1 0 0,6 6 1,-8-10 0,0 0 0,0 1 0,0-2 0,0 1 1,1 0-1,-1-1 0,1 0 0,0-1 0,0 1 1,0-1-1,-1 0 0,1 0 0,0-1 0,6 0 0,-5 0 43,0 1-1,0-1 1,0-1 0,1 1-1,-1-2 1,0 1-1,0 0 1,-1-1-1,1-1 1,0 1-1,-1-1 1,1 0 0,-1 0-1,0-1 1,0 0-1,0 0 1,0-1-1,-1 1 1,0-1-1,0 0 1,1-2-43,11-9 107,-1-1 0,-1-1 0,-1-1 0,0 0 1,-1-1-1,-1 0 0,3-9-107,-15 26 531,0 2-3540,0 0-2055,0-1-2521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39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9508,'0'0'2607,"0"0"-454,0 0-259,0 0-696,0 0-456,9 0-566,49 1 97,40 0 984,-1-5 1,44-8-1258,-138 11 349,0 1-1325,0-3-3650,3-3-1967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0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12 181 6243,'0'0'1963,"0"0"-637,0 0-8,0 0-648,0 0-299,-2 16-16,1-6-281,-4 46 2507,1 49-2581,4-89 333,1 0 1,0 0-1,1 0 1,1-1-1,0 1 0,1 0 1,1-1-1,0 0 1,7 14-334,-6-19 38,0 0 0,1-1 0,0 1 0,1-1 1,-1-1-1,2 1 0,-1-1 0,1-1 0,0 0 1,1 0-1,0 0 0,0-2 0,0 1 0,1-1 1,0 0-1,0-1 0,0-1 0,0 0 0,0 0 1,1-1-1,-1 0 0,1-1 0,0-1 1,0 0-1,-1 0 0,1-1 0,-1 0 0,2-2-38,-4 2 0,1-1-1,-1-1 0,0 0 0,0 0 0,-1-1 0,1 0 1,-1-1-1,0 1 0,0-2 0,0 1 0,0-1 1,-1 0-1,0-1 0,-1 0 0,1 0 0,-1 0 0,-1-1 1,1 1-1,-1-2 0,1-1 1,3-7-42,-1 1 0,-1-1 0,0-1 0,-1 1-1,-1-1 1,-1 0 0,0-1 0,-1 1 0,-1 0 0,-1-1 42,-1 10-7,1-18 21,0 1 1,-3 0-1,-1-9-14,2 26 14,-1 0 1,0 0-1,-1 0 1,0 1-1,0-1 1,-1 1-1,0 0 0,-1 0 1,1 0-1,-2 0 1,-2-2-15,-2-3 59,-1 2 1,-1-1-1,0 1 1,0 1-1,-1 0 1,0 1-1,-1 0 1,0 1-1,0 1 1,-1 0-1,0 1 1,0 0-1,-1 1 1,1 1-1,-1 1 1,0 0-1,0 1 1,0 1-1,0 0 1,-1 1-1,1 1 1,0 0-1,-6 2-59,16-1 12,0 1 0,0-1 0,0 1 1,1 0-1,-1 0 0,0 0 0,1 1 0,0 0 0,0 0 0,0 1 0,1-1 0,-1 1 0,1 0 0,0 0 1,0 0-1,1 1 0,0-1 0,0 1 0,0 0 0,0 1-12,-3 6-50,1 1 1,0-1-1,1 1 1,0 0-1,1 0 1,1 0-1,0 1 0,1 9 50,0-4-402,1-13-244,-1 1 0,1-1 0,0 0 0,1 0 0,-1 1 0,1-1-1,1 0 1,0 0 0,0 0 0,0 0 0,1 0 0,2 5 646,23 19-6617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0.4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11589,'0'0'1361,"0"0"816,0 0-1393,0 0-159,0 0 63,17 175-400,-14-120-176,-3-4 96,0-2-208,0-9-16,0-3 16,0-7-544,0 7-513,0-10-911,0-8-1858,0-16 960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0.9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 1008,'0'0'6433,"0"0"-3947,0 0-717,0 0-326,0 0-213,28 0 1211,42 0-1550,0-4-1,0-2 0,23-8-890,-63 9 30,0 1 0,0 2 1,14 0-31,-43 8-46,1-1 0,-1 0 1,-1 0-1,1 1 1,-1-1-1,0 1 0,0-1 1,-1 5 45,1-3-46,0 7 20,0 30 94,-1 1 0,-2-2 1,-6 24-69,-10 44 959,6 1 1,4-1-1,5 76-959,4-186-357,0-1-532,0 0-557,0 0-1211,-1-2-1062,-8-9-1251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1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90 368,'0'0'9223,"0"0"-6224,0 0-894,0 0-755,0 0-801,34-5-74,113-17-99,-7-2 734,9-7-1110,-132 27 224,-10 2-478,-9 1-5793,-4 1-220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1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 7299,'0'0'3338,"0"0"-1249,0 0 160,0 0-835,0 0-502,8 0-530,85 2 40,-31 1 511,0-3 1,61-8-934,-115 7 324,0 0 1,0 0 0,0-1 0,0 0-1,-1-1 1,1 1 0,-1-2-1,1 1 1,-1-1 0,2-1-325,-9 4-948,0-2-6013,0 0 3961,0-8-6221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3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11 206 2625,'0'0'7244,"0"0"-5091,0 0-627,0 0-193,0 0-468,-3 5-380,1 3-342,0-1-1,1 0 0,0 0 0,0 1 1,1-1-1,0 1 0,0-1 0,0 0 0,1 1 1,0-1-1,1 0 0,-1 1 0,2 0-142,34 100 1801,-28-83-1530,1-2 1,2 1-1,0-1 0,1-1 0,2 0 1,0-1-1,11 11-271,-17-23 45,0 0 0,0-1 0,1 0 0,0 0 0,0-1 0,1-1 0,0 0 0,0 0 0,1-1 1,-1 0-1,1-1 0,0 0 0,0-1 0,1-1 0,-1 0 0,9 0-45,-7 0 16,1-1-1,-1-1 1,1-1 0,-1 0 0,13-3-16,-21 3 2,0-1 1,0 0-1,0-1 0,-1 1 1,1-1-1,-1 0 0,0 0 1,0-1-1,0 1 1,0-1-1,-1 0 0,1-1 1,-1 1-1,3-5-2,3-4-29,-1-1 0,0 0 1,-1 0-1,-1-1 0,0 0 0,-2 0 0,1-1 1,-2 0-1,0 0 0,0-2 29,0-8-56,-1 1 0,-1-1 0,-2 0 0,0 0 0,-2 1 0,-1-4 56,0 14-12,0 0 0,-1 1 0,-1 0 1,0 0-1,-1 0 0,0 0 0,-1 1 1,-1 0-1,0 1 0,-1 0 0,0 0 0,-1 1 1,0 0-1,0 0 0,-6-3 12,4 4 7,-1 0 1,0 0-1,0 2 0,-1-1 1,0 2-1,0 0 0,-1 0 0,0 2 1,0 0-1,0 0 0,-1 1 0,0 1 1,0 1-1,-3 0-7,1 1-9,5 0-27,1 1 1,-1 0-1,0 1 1,-12 2 35,21-2-18,0 0 0,0 0 0,0 1 1,0-1-1,1 1 0,-1 0 1,0 0-1,1 1 0,-1-1 0,1 1 1,0-1-1,0 1 0,0 0 1,0 0-1,0 1 0,-1 2 18,-3 5-121,0 0-1,0 0 0,2 1 1,-1-1-1,1 1 0,1 1 1,0-1-1,1 1 0,0 5 122,-4 73-5879,7-59 530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3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8852,'0'0'2145,"0"0"-1072,0 0 463,0 0-639,0 0-145,17 165-96,-7-119 177,-6-3-273,-1-7-144,1-5-240,-4-1-176,0-2-48,3-4-608,-3-5-945,7-13-1952,6-6-2754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4.1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6563,'0'0'2852,"0"0"-1465,0 0 209,0 0-409,0 0-405,-6 2-305,-12 4-198,23-3 836,41-4 1483,-19 0-2260,39-1 551,-43 0-813,1 1-1,-1 1 1,0 1-1,0 1 1,0 1-1,5 2-75,-24-4-13,-1 1 0,1-1 0,0 1 0,-1 0 1,1 0-1,-1 0 0,0 1 0,0-1 0,0 1 0,0 0 0,0-1 0,-1 1 0,1 1 0,-1-1 0,1 0 1,-1 1-1,0-1 0,-1 1 0,1-1 0,-1 1 0,1 0 0,-1 0 0,0-1 0,-1 1 0,1 0 1,-1 0-1,1 2 13,-1 1-38,1-1 0,-1 1 1,-1-1-1,1 1 1,-1-1-1,0 1 1,-1-1-1,0 1 0,0-1 1,0 0-1,0 0 1,-1 0-1,0 0 0,-1-1 1,1 1-1,-3 2 38,0-1-73,0 0 0,-1-1 0,0 1-1,0-1 1,-1-1 0,0 1 0,0-1 0,0 0-1,-1-1 1,1 0 0,-1-1 0,0 1-1,0-2 1,0 1 0,0-1 0,-1-1 0,1 0-1,-8 0 74,16-2-55,1 0-1,0-1 0,0 1 1,0-1-1,0 1 0,0-1 0,0 1 1,0-1-1,0 1 0,0 0 1,0-1-1,1 1 0,-1-1 0,1 1 1,-1 0-1,1-1 0,0 0 56,7-1-57,0 0-1,0 1 1,1 0-1,-1 0 0,1 1 1,-1 0-1,1 0 1,-1 1-1,1 0 0,7 1 58,3 0-13,0-1 55,0 0 1,0 2-1,-1 0 1,1 1-1,-1 1 1,1 0-1,-1 2-42,-13-4 20,1 0-1,-1 0 1,0 0-1,0 1 1,-1 0-1,1 0 1,-1 0-1,1 0 1,-1 1 0,0-1-1,0 1 1,0 0-1,-1 1 1,0-1-1,0 1 1,0-1-1,0 1 1,0 0 0,-1 0-1,0 0 1,0 0-1,-1 1 1,1-1-1,-1 0 1,0 1-1,0 2-19,0-2 21,-1-1 0,0 1 0,0 0 0,0 0 0,-1 0 0,0 0-1,0 0 1,0 0 0,-1 0 0,0-1 0,0 1 0,0-1 0,-1 1-1,1-1 1,-3 2-21,-1 1 75,-1 0 0,0-1 0,0 0 0,-1 0 0,0 0 0,-1-1 0,1 0 0,-6 2-75,-1 0 161,0 0 1,-1-1-1,0 0 1,0-2-1,0 0 1,0 0-1,-1-2 1,-13 2-162,-7-2 776,0-1 0,0-2 0,-18-3-776,54 4 55,-1-1 0,1 0 0,-1 0 0,0 0 0,1 0 0,-1-1 0,1 1 0,-1 0 0,1-1 0,-1 1-1,1-1 1,-1 0 0,1 1 0,0-1 0,-1 0 0,1 0 0,0 0 0,-1 0 0,1 0 0,0 0 0,0 0 0,0 0 0,0 0 0,0-1 0,0 1 0,0 0 0,1-1-1,-1 1 1,0 0 0,1-1 0,-1 1 0,1-1-55,0 1-138,0-8-5956,0 0-245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4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9092,'0'0'3610,"0"0"-2303,0 0 579,0 0-461,0 0-721,14 1-493,84 6 295,0-4 0,1-5 1,-1-4-1,28-8-506,-70 1 2076,-54 13-1337,-2 0-120,0 0-83,0 0-237,0 0-171,0 0-67,0 0-66,0 0-329,0 0-504,-18 0-4177,-2 0-844,-4 0-3959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8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68 123 80,'0'0'2751,"0"0"-1407,0 0 73,0 0-278,0 0-125,0 0-182,0 0 11,0 0 78,0 0 130,0 0 8,0 0-10,0 0-44,0 0-250,0 0-122,0 0-118,0 0-147,0 0-48,0 0-75,0 0-85,0 0-125,0 0-56,0 0-1,0 0-10,0 2-21,0-1-35,0-1-8,0 0 13,0 0 49,0 0 4,0 0 38,0 0-45,0 0-65,0 0 30,0 0-5,0 0-72,0 28 514,-2 40-323,0-42 74,1 1 1,1-1-1,2 1 0,3 18-116,-3-36 22,0 0 0,1-1 0,0 1 0,1-1 0,0 0 0,0 0 0,1 0-1,0-1 1,0 0 0,1 0 0,0 0 0,0 0 0,0-1 0,1 0 0,0-1 0,7 5-22,-4-3 37,0-1-1,1-1 1,0 0-1,0-1 1,0 0-1,0 0 1,1-1-1,-1 0 1,1-1 0,-1-1-1,1 0 1,5 0-37,-13-1 10,0 0 0,1 0 1,-1-1-1,1 1 1,-1-1-1,0 0 0,1 0 1,-1 0-1,0 0 0,0-1 1,0 0-1,0 0 0,0 0 1,0 0-1,2-2-10,-2-1 10,0 1 0,-1 0 0,1-1 0,-1 0 0,0 0 0,0 0 0,-1 0 0,0 0 0,1 0 0,-2-1 0,1 1 0,0-2-10,2-13-41,-1-1 1,0 1 0,-2 0-1,0-1 1,-2-17 40,1 4-55,-1 25 45,-1 0-1,1 1 0,-2-1 0,1 0 0,-1 0 0,0 1 1,-1 0-1,0 0 0,0 0 0,-1 0 0,0 0 0,-1-1 11,-18-22 102,-1 1-1,-5-5-101,25 31 21,-1-3-21,0 0 1,-1 0-1,0 1 1,0 0 0,-1 1-1,1-1 1,-1 2-1,0-1 1,-1 1-1,1 0 1,-1 1 0,0 0-1,0 0 1,0 1-1,0 0 1,0 0-1,0 1 1,-1 1-1,-8 0 0,15 0-11,0 1 0,0 0-1,0 0 1,0 0-1,0 0 1,0 0-1,1 1 1,-1-1-1,1 1 1,-1 0-1,1 0 1,-1 0-1,1 0 1,0 0 0,0 0-1,0 1 1,0-1-1,0 1 1,1-1-1,-2 4 12,-32 62-111,30-56 83,-1 4-97,0 0 0,1 0 0,1 0 0,0 0 0,1 1 0,1 3 125,-2 59-8070,4-64 1243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8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11461,'0'0'1297,"0"0"192,0 0 383,0 0-719,-17 177-833,17-144-304,4-2 48,2-7-64,-2-2-32,-4-1-112,0-2-704,0-7-1137,0-3-1937,3-9-2449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29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 3794,'0'0'3551,"0"0"-2033,0 0-192,0 0-46,0 0-242,-5 0-288,13 0 1833,47-2 287,41 2-2739,3 3-131,-96-3-15,0 1 0,0-1 0,0 1 0,0 0 0,0-1 0,0 1 1,0 1-1,-1-1 0,1 0 0,-1 1 0,1-1 0,-1 1 0,1 0 1,-1 0-1,0 0 0,1 0 0,-1 0 0,0 0 0,-1 1 0,1-1 1,0 1-1,-1-1 0,1 1 0,-1 0 0,0-1 0,0 1 0,0 0 1,0 0-1,-1 0 0,1 0 0,-1 0 0,1 0 0,-1 1 15,0 2-53,0 0-1,0 0 0,0 0 0,-1 0 1,0 0-1,0-1 0,0 1 0,-1 0 1,0-1-1,0 1 0,-1-1 1,1 0-1,-1 1 0,0-1 0,0 0 1,-4 4 53,-2 0-106,0 1 1,0-2 0,-1 1-1,0-1 1,0 0-1,-1-1 1,0 0 0,0-1-1,-1-1 1,0 1-1,0-2 1,0 0 0,0 0-1,-1-1 1,0 0 0,-11 0 105,31-4-55,-1 0 0,1 0 1,-1 0-1,1-1 1,-1 0-1,0 0 0,2-2 55,31-8-151,-2 6 166,2 3-1,-1 0 1,35 4-15,-30-1 177,-38 0-159,0 0-1,0 0 0,0 0 1,0 1-1,0 0 0,0 0 1,0 0-1,-1 1 0,1-1 1,0 1-1,-1 0 0,1 0 0,-1 1 1,0-1-1,4 4-17,-5-3-5,0 1-1,0-1 1,-1 1 0,1-1-1,-1 1 1,0 0-1,0 0 1,-1 0 0,1 0-1,-1 0 1,0 0-1,0 1 1,0-1 0,0 0-1,-1 1 1,0-1 0,0 0-1,0 3 6,0-1 6,0 0 0,-1 0-1,0 1 1,0-1 0,0 0 0,-1-1-1,0 1 1,0 0 0,0 0 0,-1-1-1,1 1 1,-1-1 0,-1 0 0,1 0 0,-1 0-1,0 0 1,0-1 0,0 1 0,-1-1-1,0 0 1,-4 2-6,1 0 43,-1-1-1,0 0 1,-1-1 0,1 0-1,-1-1 1,0 0-1,0 0 1,0-1 0,0 0-1,0-1 1,0 0-1,-9-1-42,-9 1 290,21 1-92,1-1 1,-1-1 0,1 1 0,-1-1-1,1 0 1,-1-1 0,1 0 0,-1 0 0,1 0-1,-1-1 1,1 0 0,0 0 0,-4-2-199,8-2 1982,2 6-2053,0 0 0,0-1-1,0 1 1,0 0 0,0 0-1,0 0 1,0 0 0,0-1 0,0 1-1,0 0 1,0 0 0,0 0-1,0 0 1,0-1 0,0 1 0,0 0-1,-1 0 1,1 0 0,0 0 0,0 0-1,0 0 1,0-1 0,0 1-1,0 0 1,-1 0 0,1 0 0,0 0-1,0 0 1,0 0 0,0 0-1,0 0 1,-1 0 0,1 0 0,0 0-1,0 0 1,0 0 0,0 0 0,-1 0-1,1 0 1,0 0 0,0 0-1,0 0 1,0 0 0,-1 0 0,1 0-1,0 0 1,0 0 0,0 0-1,0 0 1,0 0 0,-1 0 0,1 0-1,0 0 1,0 0 0,0 0 0,0 1-1,0-1 1,0 0 0,-1 0-1,1 0 1,0 0 0,0 0 0,0 1-1,0-1 1,0 0 0,0 0 0,0 0 70,-13 8-5993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6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2859 913 7780,'0'0'1197,"0"0"132,0 0 5,0 0-294,0 0-135,0-4-273,-2-22 105,0 0-1,-2 1 0,-1-1 1,-1 1-1,-1 0 0,-1 1 1,-1-1-1,-10-18-736,-5-3 92,-1 1 0,-3 1 0,-1 1 0,-2 2 0,-2 1 0,-25-23-92,35 42-13,-1 0-1,-1 2 0,-1 1 1,0 0-1,-2 2 1,0 2-1,-25-10 14,-43-13 6,-76-17-6,120 38 62,-40-7-8,0 3-1,-2 4 1,0 4-1,-65 2-53,96 8-21,1 2-1,0 3 1,0 3 0,0 2-1,-15 7 22,29-5-33,0 2 0,1 3 0,1 1 1,1 2-1,0 3 0,-27 16 33,2 7 62,26-20-62,2 2 0,2 2 0,0 2 0,2 1-1,1 3 1,-4 6 0,4 4 20,2 1 0,2 2 1,2 1-1,2 2 0,2 0 0,3 2 1,-8 26-22,-36 129-265,59-187 192,7-16 45,0-1 1,1 0-1,0 0 1,-1 1-1,1-1 0,1 1 1,-1 0-1,0-1 1,1 2 28,-1-5-69,0-1 0,0 1 0,0 0-1,0 0 1,0-1 0,0 1 0,1 0 0,-1-1 0,0 1 0,0-1 0,0 1 0,1-1 0,-1 0 0,0 1-1,1-1 1,-1 0 0,0 1 0,1-1 0,-1 0 0,0 0 69,-3-10-112,0 1 0,0-1 0,1 1 0,1-1-1,0 0 1,0 0 0,1 0 0,0-1 112,2-95-274,0 49 447,-1 57-103,0 1-38,0 11-299,-2 36 181,-8 44 86,3-39 102,6 3-44,17-54-239,-4-3 219,0 0 0,0 0 0,-1-1 0,1-1-1,-1 0 1,0 0 0,0-1 0,0-1 0,-1 0 0,0 0 0,10-8-38,-7 5 3,1 0 0,0 1 0,1 1 0,0 0 0,0 1 0,7-2-3,-49 9 59,0-1-1,0-1 1,1-2 0,-1 0-1,-9-4-58,35 6-136,0 0 0,0 0-1,1 1 1,-1-1 0,0 0-1,0 0 1,1 0 0,-1 0 0,1 0-1,-1 0 1,1 0 0,-1 0-1,1 0 1,0 0 0,0 0-1,-1-1 1,1 1 0,0 0-1,0 0 1,0 0 0,0 0-1,0 0 1,0 0 0,1-1 0,-1 1-1,0 0 1,0 0 0,1 0-1,-1 0 1,1 0 0,-1 0-1,1 0 137,13-23-6499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7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1 314 5523,'0'0'1888,"0"0"4,0 0-19,0 0-144,0 0-286,0-5-645,3-10-424,6 16 103,17 30 99,79 122 3354,61 124-3930,-163-280 201,0-1 1,-1 1-1,1-1 0,-1 0 1,1 0-1,-1-1 1,-1 1-1,1 0 0,-1-1 1,1 1-1,-1-1-201,29-78-268,8-32 231,12-75 37,-37 128-39,-3-1 0,-2 0 0,-2-63 39,-6 126-28,0 0 1,-1 0 0,1 0 0,0 1 0,0-1 0,0 0 0,0 0 0,0 0 0,-1 0 0,1 0 0,0 0 0,0 0 0,0 0 0,-1 0 0,1 1 0,0-1 0,0 0 0,0 0 0,0 0 0,-1 0 0,1 0 0,0 0 0,0 0 0,0 0 0,-1 0-1,1 0 1,0-1 0,0 1 0,0 0 0,-1 0 0,1 0 0,0 0 0,0 0 0,0 0 0,0 0 0,-1 0 0,1 0 0,0-1 0,0 1 0,0 0 0,0 0 0,0 0 0,0 0 0,-1-1 0,1 1 0,0 0 0,0 0 0,0 0 0,0 0 0,0-1-1,0 1 1,0 0 0,0 0 0,0 0 0,0-1 0,0 1 0,0 0 0,0 0 0,0 0 0,0-1 0,0 1 0,0 0 27,-18 26-1572,-19 43-3188,22-31-35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48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86 8676,'0'0'584,"0"0"-64,2 28 854,-2 2-901,1-2-37,0 1 1,2-1-1,1 0 1,1 0-1,3 6-436,5 18 693,3 15 551,3-1 1,3-1-1,6 6-1244,-26-67 130,-2-3-87,0 0 0,1 0 0,-1 1 0,0-1 0,1 0 1,0 0-1,-1 0 0,1 0 0,0 0 0,-1 0 0,1 0 1,0 0-1,0 0 0,0 0 0,0 0 0,0-1 0,0 1 1,0 0-1,1 0-43,-1-1 155,-1 0-35,0 0 120,-1-7 149,-3-13-334,-1 1 0,-1-1 0,-1 1 0,-1 0 0,-2-3-55,-23-67-8,23 48 0,3-1 0,1 1 0,2-2 0,2 1 0,3-34 8,-1 70 13,1-1-1,-1 1 1,1 0 0,0 0-1,1 0 1,0 0 0,0 0-1,0 0 1,0 0 0,1 0-1,0 1 1,0 0 0,0-1-1,1 1 1,0 0 0,0 1-1,0-1 1,1 1 0,-1 0-1,1 0 1,0 0-1,0 0 1,1 1 0,-1 0-1,1 0 1,2-1-13,10-2-22,-1 0-1,1 2 1,0 0-1,0 0 1,0 2-1,1 0 1,-1 2-1,8 0 23,-23 0-23,0-1-1,0 1 1,0 1-1,0-1 1,0 0-1,0 1 0,0-1 1,-1 1-1,1 0 1,0 0-1,0 0 1,-1 1-1,1-1 0,0 0 1,-1 1-1,0 0 1,1 0-1,-1 0 1,0 0-1,0 0 0,0 0 1,0 0-1,0 0 1,0 1-1,-1-1 1,1 1-1,-1 0 0,0-1 1,0 1-1,0 0 1,1 2 23,0 6-118,-1 0 0,1 0 0,-2 0 1,0 0-1,0 0 0,-1 0 0,0-1 1,-2 6 117,0-4-63,0 0 0,-1 0 0,-1 0 0,0-1 0,-1 1 0,0-1 0,0-1 0,-1 1 1,-1-1-1,1 0 0,-2 0 0,1-1 0,-9 6 63,-22 19-98,-2-1-1,-33 19 99,48-34 1,25-17 5,0 0 0,0-1 0,0 1 0,0 0 0,0-1 0,0 1 0,0 0 0,0 0 0,0 0 0,0 0 0,0 0 0,1 0 0,-1 0 0,0 0 0,1 0 0,-1 0 1,1 0-1,-1 1 0,1-1 0,-1 0 0,1 0 0,0 1 0,0-1 0,0 0 0,0 0 0,0 1 0,0-1 0,0 0 0,0 0 0,0 1 0,0-1 0,1 0 0,-1 0 0,0 1 0,1-1 0,-1 0 0,1 0 0,0 0 0,-1 0 0,1 0 0,0 0 1,0 0-1,-1 0 0,1 0 0,0 0 0,0 0 0,0 0 0,0-1 0,0 1 0,0 0 0,1-1 0,0 1-6,6 5 64,0-1 0,1-1 0,-1 1 1,1-1-1,0-1 0,4 1-64,38 9 511,1-3 1,49 4-512,-31-6 393,24 9-393,-92-17-105,0 1 0,0-1 0,1 1 0,-1-1-1,0 1 1,0-1 0,0 0 0,1 0 0,-1 0-1,0-1 1,0 1 0,0 0 0,0-1-1,0 0 1,1 1 0,-1-1 0,0 0 0,0 0-1,0 0 1,-1 0 0,1 0 0,0-1 0,0 1-1,-1 0 1,1-1 0,0 1 0,-1-1-1,0 0 1,1 0 0,0-1 105,2-5-316,-1-1-1,0 1 1,0-1-1,-1 1 1,0-1-1,0 0 1,-1-1 316,0 7 1,3-42-727,-1-1-1,-2-27 727,-2 11 1860,0 32 2394,-1 125-4013,-1-42 373,3-1-1,2 1 0,8 50-613,-8-94 106,-2-4 5,0 0 1,1 0-1,0 0 0,0 0 1,0-1-1,1 1 0,0 0 1,0-1-1,0 1 0,0-1 1,0 0-1,1 0 0,0 0 0,0 1-110,4-8-179,-7-12-4283,0 12 2974,0-9-7538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0.3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398 2033 6547,'0'0'1571,"0"0"310,0 0-248,0 0-134,0 0-141,-25 7 1740,20-8-2977,-1 0 1,1 0-1,0 0 1,0 0-1,0-1 1,0 0-1,0 0 1,0 0-1,0 0 1,1-1-1,-1 0 1,1 0-1,0 0 1,0-1-1,0 1 1,0-1-1,-1-2-121,-12-13 189,2-1-1,0-1 1,-3-6-189,5 7 234,-14-24 17,2-1 0,1-1 0,3-2 0,2 0 0,2 0 0,2-2 0,3 0 0,-2-22-251,-3-44 37,6-2-1,5 1 1,5-18-37,6 59 0,3-1-1,4 1 1,3 1-1,3 0 1,16-37 0,-24 83-64,1 1 0,0 1 0,3-1 0,0 2 0,1 0-1,2 1 1,0 0 0,2 2 0,1 0 0,0 1 0,2 1 0,0 1 0,19-12 64,-8 7-156,-17 15-73,-2-1 0,1 0 0,-1-1 0,-1-1-1,7-9 230,-72 21-1288,30 6 1230,0 2 0,0 0 0,1 2 1,0 0-1,-11 8 58,-18 7 27,43-21-16,-5 2 47,0 0 1,1 1-1,0 0 0,0 1 0,0 1 0,-2 2-58,12-9 73,16-4 68,8-5-148,-1-2-1,-1 0 1,1-2 0,6-5 7,-3 2 71,0 2 0,1 0 0,6-1-71,-32 14-10,1 0 0,-1 0 0,0 0-1,1 0 1,-1 1 0,0-1 0,1 0 0,-1 0 0,0 0-1,0 1 1,1-1 0,-1 0 0,0 0 0,0 1 0,0-1-1,1 0 1,-1 0 0,0 1 0,0-1 0,0 0 0,0 1-1,1-1 1,-1 0 0,0 0 0,0 1 0,0-1 0,0 0-1,0 1 1,0-1 0,0 0 0,0 1 0,0-1 0,0 0-1,0 1 1,0-1 0,0 0 0,-1 1 0,1-1 0,0 0 0,0 1 10,-2 15-13,-4 2 102,-1-2 0,-1 1 0,0-1 0,-1 0 0,-1 0 0,0-1 0,-12 13-89,13-16 183,6-8-1111,1 0-1,0 0 1,0 0 0,0 0-1,0 0 1,1 1 0,0-1 0,0 1-1,0 2 929,0-4-476,-5 23-5599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1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0 245 7780,'0'0'2310,"0"0"-885,0 0-556,0 0-159,0 0 405,16 30-98,51 100-137,-48-91-348,-2 1 0,-1 0-1,-3 1 1,0 5-532,6 18 704,-18-60-637,0 0 1,1 0-1,0 0 1,0-1-1,0 1 1,0 0-1,1-1 0,2 4-67,-5-7 12,1 1 0,-1-1 0,1 1 0,-1-1-1,0 0 1,1 1 0,-1-1 0,1 0-1,-1 1 1,1-1 0,-1 0 0,1 0 0,0 0-1,-1 1 1,1-1 0,-1 0 0,1 0-1,-1 0 1,1 0 0,-1 0 0,1 0 0,0 0-1,-1 0 1,1 0 0,-1 0 0,1-1-12,0 1 12,0-1 1,0 0 0,1 0 0,-2 0 0,1 0 0,0 0 0,0 0-1,0 0 1,0-1 0,-1 1 0,1 0 0,0 0 0,-1-1 0,1 1-1,-1 0 1,0-1 0,1 1-13,26-94 238,-4 0-1,-4-2 0,-5-1-237,-2 3 230,-4-26-230,-6 26-2705,-12 146-4181,-1-10 1457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1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77 6755,'0'0'1043,"0"0"419,0 0-56,14 30-123,0-3-938,13 27 1037,-2 2 0,13 43-1382,-25-47 1373,-11-39-974,2 1 1,-1-1 0,2 1 0,0-1 0,4 7-400,-9-19 66,0-1-36,0 0 10,0 0-16,0 0-45,0 0-9,-1-10-25,0 1 1,-1-1-1,0 0 0,0 1 1,-1-1-1,-1 1 0,-2-5 55,-13-48-140,17 47 86,0-1-1,1 0 1,0 0-1,2 0 1,0 1-1,1-8 55,0 14-12,0 1-1,1-1 0,0 1 1,0 0-1,1 0 1,0 0-1,0 1 1,1-1-1,0 1 1,0 0-1,1 1 1,0-1 12,8-8 11,0 1 0,0 0 0,1 1 0,1 1 0,12-7-11,-19 13-55,0 2 1,0-1 0,1 1 0,0 0-1,0 1 1,0 1 0,0-1 0,0 1 0,0 1-1,1 0 1,6 0 54,-16 2-23,0-1 0,-1 0 0,1 1 0,0-1 0,-1 1 0,1-1 0,0 1 0,-1-1 0,1 1 0,-1 0 0,1-1 0,-1 1 0,1 0 0,-1-1 0,1 1 0,-1 0 0,1-1 0,-1 1 0,0 0 0,0 0-1,1 0 1,-1-1 0,0 1 0,0 0 0,0 0 0,0 0 0,0 0 0,0-1 0,0 1 0,0 0 23,0 33-298,0-27 217,-1 6 77,0 1 0,-2-1 0,1 0 0,-2 0 0,1 0-1,-2 0 1,0 0 0,0-1 0,-1 0 0,-1 0 0,0-1-1,-1 0 1,-3 5 4,-9 14 1,18-27 31,0 0 1,0 0-1,0 1 0,0-1 1,1 0-1,-1 1 0,1-1 1,0 1-1,0-1 0,0 1 1,0-1-1,1 1 0,-1 0 0,1 0 1,0-1-1,0 1 0,1 0 1,-1 2-33,2-4 42,-1 0 1,0 0-1,1 0 0,0 0 1,-1 0-1,1 0 0,0 0 1,0-1-1,0 1 0,0-1 1,0 1-1,0-1 1,0 0-1,1 0 0,-1 0 1,0 0-1,1 0 0,-1-1 1,1 1-1,-1-1 1,1 1-1,-1-1 0,1 0 1,-1 0-1,1 0 0,0 0-42,16 1 193,-11 0-69,1 0 0,-1 0-1,1-1 1,-1 0-1,1-1 1,-1 1 0,0-2-1,2 1-123,-2-16-4720,-6 11 3067,8-20-4342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2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6947,'0'0'2561,"0"0"-533,0 0-390,0 0-744,0 0-262,12-7-40,41-22 75,-51 28-587,1-1 1,-1 1-1,1 0 0,0 0 0,-1 0 0,1 0 0,0 0 1,0 1-1,-1-1 0,1 1 0,0 0 0,0 0 0,0 0 0,0 0-80,5 0 298,-7 29-104,-1 179 1015,1-207-1189,-1 0 0,0-1-1,1 1 1,-1 0 0,1-1 0,-1 1 0,1-1 0,-1 1-1,1 0 1,-1-1 0,1 0 0,0 1 0,-1-1 0,1 1-1,0-1 1,-1 0 0,1 1 0,0-1 0,0 0 0,-1 0 0,1 1-1,0-1 1,0 0 0,0 0 0,-1 0 0,1 0 0,0 0-1,0 0 1,0 0-20,31 0 301,-25 0-137,27 1 435,-15 0-104,1-1 0,-1 0 0,9-3-495,-23 3 45,0-1 0,-1 0 0,1 0 0,0-1 0,-1 1 0,1-1 0,-1 0 0,1 0 0,-1-1 0,0 1 0,0-1 0,0 0 0,0 0 0,-1 0 0,4-4-45,-5 4-619,1-1 0,-1 0 0,0 1 0,-1-1 0,1 0-1,-1 0 1,1 0 0,-1-3 619,0 5-732,3-17-5951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3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0 187 2993,'0'0'4373,"0"0"-2463,0 0-58,0 0 50,29 30-291,93 101-389,-110-117-1027,-1 0-1,-1 0 1,0 2-1,-1-1 1,-1 1-1,0 0 1,-1 1-1,-1-1 1,0 5-195,3 4 213,15 54 538,-3 2 0,-3 8-751,26 97 432,-42-178-422,0-1-1,1 1 1,0 0-1,1-1 1,-1 0-1,1 0 1,4 5-10,-8-11 5,1-1 0,-1 0 0,0 0 1,0 1-1,0-1 0,1 0 0,-1 0 0,0 1 0,0-1 1,1 0-1,-1 0 0,0 0 0,1 0 0,-1 1 1,0-1-1,0 0 0,1 0 0,-1 0 0,0 0 1,1 0-1,-1 0 0,0 0 0,1 0 0,-1 0 1,0 0-1,1 0 0,-1 0 0,0 0 0,1 0 1,-1 0-1,0 0 0,1 0 0,-1 0 0,0-1 1,0 1-1,1 0 0,-1 0 0,0 0 0,0-1 0,1 1 1,-1 0-1,0 0 0,0 0 0,1-1 0,-1 1 1,0 0-1,0-1 0,0 1 0,0 0 0,1 0 1,-1-1-1,0 1 0,0 0 0,0-1 0,0 1-5,8-22 239,-8 19-219,18-84 93,-4-1 0,-4 0 0,-2-40-113,2-16 107,5-86 1952,-9-8-2059,-6 238 24,0 0-64,0 0-208,0 0-499,0 7-3535,0 17 69,0 6-898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4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8980,'0'0'1129,"0"0"-268,-1 34 735,-3 113 47,5-114-1285,1 1 0,1-1 0,2 0 0,1 0 0,2 0 0,4 9-358,12 55 859,-12-31 226,-4 0 0,-2 0 0,-3 41-1085,-3-106 61,0-1 62,0 0 101,-4-33 79,3 14-337,-2 1 0,0-1 1,-1 1-1,-1-1 34,-21-62-334,-8-58 334,28 110-11,2-1-1,1 1 1,2 0-1,0-1 1,2 1-1,4-22 12,-4 44-24,0 1-1,1-1 1,0 1 0,0 0 0,1-1-1,0 1 1,0 1 0,0-1-1,0 0 1,1 1 0,0 0-1,1 0 1,-1 0 0,3-2 24,1 0-9,1-1 1,0 2-1,1-1 0,0 1 1,0 1-1,0 0 1,1 0-1,3 0 9,5-2-69,1 2 0,0 0-1,0 1 1,0 1 0,0 1-1,1 1 1,-1 0 0,1 2 0,7 1 69,-26-2-44,1 1-1,0 0 1,0-1 0,0 1 0,-1 0 0,1 0 0,-1 1 0,1-1 0,-1 1 0,1-1 0,-1 1 0,0 0-1,1-1 1,-1 1 0,0 0 0,0 1 0,-1-1 0,1 0 0,0 2 44,1 1-98,0 0 0,0 1-1,-1 0 1,0 0 0,0-1 0,0 1 0,-1 0-1,0 0 1,0 4 98,0 1-74,0 1-1,-1 0 0,0 0 1,-1-1-1,-1 1 0,0 0 1,0-1-1,-1 0 0,-1 1 1,-1 2 74,-4 1 0,0 1 0,0-1-1,-2 0 1,0-1 0,-1 0 0,0-1 0,-1 0-1,0-1 1,-2 0 0,-11 8 16,-2 0 0,0-2-1,-1-1 1,-16 7-16,43-23 17,-1 0-1,1 0 0,0 0 0,0 1 1,-1-1-1,1 1 0,0-1 1,0 1-1,1 0 0,-1-1 1,0 1-1,0 0 0,1 1 0,-1-1 1,1 0-1,0 0 0,0 0 1,0 1-1,0-1 0,0 1 1,0-1-1,1 1 0,-1-1 1,1 1-1,0-1 0,-1 1 0,1-1 1,0 1-1,1 0 0,-1-1 1,0 1-1,1-1 0,-1 1 1,1-1-1,0 1 0,0-1 0,0 0 1,0 1-1,0-1 0,1 0 1,-1 0-1,1 0 0,-1 0 1,1 0-1,0 1-16,8 5 39,-1 0-1,1-1 1,1 0 0,0 0 0,0-1-1,0 0 1,0-1 0,1-1 0,5 2-39,33 9 594,36 5-594,-43-10 276,49 19-740,-74-27-5995,-2-2 691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4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155 272 9524,'0'0'1326,"-3"-26"-176,-1-6-736,-1-18 764,-2 0-1,-8-24-1177,15 72 229,0 0 0,-1 0-1,1 0 1,0 0 0,-1 0-1,0 0 1,1 0 0,-1 1-1,0-1 1,0 0 0,0 0-1,0 1 1,0-1 0,0 1-1,0-1 1,-1 1 0,1-1-1,-1 1 1,1 0 0,-1 0-1,1 0 1,-1 0 0,0 0-1,-1-1-228,3 2 510,2 98 34,-3-80-440,1 0 0,0 0 0,2 0 0,0 0 0,0 0 0,3 5-104,40 97 465,-28-79-252,11 41-213,-24-67 20,-1 1 1,0-1 0,-1 0-1,-1 1 1,0-1-1,-1 1 1,-2 9-21,1-21 5,1-1 0,-1 1 0,0 0 0,-1-1 0,1 1 0,-1-1 0,1 0 0,-1 1 1,0-1-1,-1 0 0,1 0 0,0 0 0,-1 0 0,0-1 0,1 1 0,-1-1 0,0 1 0,0-1 0,-1 0 0,1 0 0,0 0 0,-1-1 0,1 1 0,-1-1 0,1 0 0,-1 0 0,0 0 0,-2 0-5,-14 3-17,-1-1 0,1-1 0,-1-1 0,-16-1 17,23 0-1,15 0 143,20 1 65,0 0 0,0-1 0,14-2-207,-10-4 236,0-1 0,0-1 0,11-5-236,-9 2 286,0 2 0,0 1 0,6 0-286,-22 6-667,17-10-7721,-5-2 1665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5.2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12710,'0'0'1523,"0"0"-413,0 0 216,0 0-795,29 3-86,-1-1-351,53 5 373,32-4-467,148-3 2910,-260 0-2328,-1 0-131,0 0-94,0 0-210,0 0-102,0 0-23,0 0-46,0 0-19,0 0-2,0 0-91,0 0-294,0 0-554,0 0-1049,0 0-1558,0 0-2015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5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1 293 9156,'0'0'2215,"0"0"-1378,0 0 583,0 0-124,5 28-445,-2-10-704,1 4 7,0 0 0,1 0 0,1-1 0,1 0 0,1 0 0,1 0 0,1-1 1,1 0-155,171 252 2745,-149-225-2246,-30-43-369,29 35 34,-32-38-136,1 0 0,-1-1-1,1 1 1,-1 0 0,1-1 0,-1 1-1,1-1 1,0 1 0,-1 0 0,1-1-1,0 0 1,0 1 0,-1-1 0,1 1-1,0-1 1,0 0 0,0 1 0,-1-1-1,1 0 1,0 0 0,0 0 0,0 0-1,0 0 1,0 0 0,-1 0 0,1 0-1,0 0 1,0 0 0,0 0 0,0-1-1,0 1 1,-1 0 0,1 0 0,0-1-1,0 1 1,-1-1 0,1 1 0,0-1-1,0 1 1,-1-1 0,1 1 0,-1-1-1,1 0 1,0 1 0,-1-1 0,1 0-1,-1 1 1,0-1 0,1 0-28,9-21 155,-1-1 1,-1 0-1,-1 0 0,-1 0 1,-2-1-1,0 0 1,0-16-156,1-50 678,-4-39-678,-2 64 269,1-338 1009,0 402-1318,0 1-141,0 0-174,0 0-459,0 6-4272,2 16 1624,10 2-2474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6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52 9412,'0'0'1089,"0"0"-267,0 0 706,0 0-349,-1 35-263,-2 113-274,4-123-205,1 1 0,1-1 0,2 1 0,0-1 0,6 16-437,-5-24 420,-2 1-1,0 0 1,-1 0-1,-1 0 0,0 15-419,-1-54 657,-5-25-708,-32-62 22,26 82 46,0 0 1,2-1-1,1 0 1,1-1-1,1 1 1,1-1-1,2-7-17,1 32 17,0-1 0,1 1 0,0-1 0,0 0-1,0 1 1,1-1 0,-1 1 0,1-1 0,0 1 0,0-1-1,0 1 1,0 0 0,0-1 0,1 1 0,-1 0-1,1 0 1,0 0 0,0 0 0,0 0 0,1 1 0,-1-1-1,1 0 1,-1 1 0,1 0 0,0 0 0,0 0-1,0 0 1,0 0 0,0 0 0,0 1 0,1 0 0,-1-1-1,2 1-16,14-6-41,0 1 0,0 1 0,1 0 0,-1 2 0,1 0 0,0 2 0,0 0 0,0 1 0,0 1-1,18 2 42,-35-2-7,0 0 0,0 0 0,0 0 0,0 1 0,-1-1 0,1 0-1,0 1 1,-1 0 0,1 0 0,-1 0 0,1 0 0,-1 0 0,0 0-1,0 1 1,0-1 0,0 1 0,0-1 0,0 1 0,-1 0 0,0-1-1,1 1 1,-1 0 0,0 0 0,0 0 0,-1 0 0,1 2 7,2 10-61,0 0 0,-2 1 0,0-1 0,-1 13 61,0-20-24,0-1 12,-1 0 0,1 0 0,-2 1 0,1-1 0,-1 0 0,0 0 0,0 0 0,-1-1-1,0 1 1,0-1 0,0 1 0,-1-1 0,0 0 0,-4 4 12,-8 8-40,0-2-1,0 0 0,-2-1 1,0-1 40,-25 22-27,40-34 35,1 0-1,0 0 0,0 1 0,0-1 0,0 0 0,0 1 0,1-1 1,-1 1-1,1 0 0,-1-1 0,1 1 0,0 0 0,0 0 0,0 0 0,1 0 1,-1 0-1,1 0 0,0 0 0,-1 0 0,1 0 0,0 0 0,1 0 1,-1 0-1,1 0 0,-1 0 0,1 0 0,0 0 0,0 0 0,0 0 1,1 0-8,1 3 23,0 0 1,1-1-1,-1 0 1,1 0-1,0 0 1,1 0-1,-1-1 1,1 0-1,0 0 1,0 0 0,0 0-1,0-1 1,6 3-24,4 0 192,-1 0 1,1-1 0,1 0 0,-1-1 0,0-1-1,16 1-192,99 1 317,-126-5-400,-2-1-399,0 1 1,0 0-1,0-1 0,0 0 1,0 1-1,0-1 1,0 0-1,-1 0 1,1 0-1,0 0 1,-1 0-1,1 0 0,0-1 1,-1 1-1,0 0 1,1-1-1,-1 1 1,1-3 481,21-24-9191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7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87 11381,'0'0'859,"0"0"358,0 0 352,0 0-652,0 0-234,6-1 182,43-32 270,-41 27-1011,0 0 0,0 1-1,0-1 1,1 1-1,0 1 1,0 0 0,3-1-124,-3 2 22,-1 1 0,1 0 0,0 0 1,0 1-1,0 0 0,0 0 1,0 1-1,0 0 0,0 1 0,0 0 1,2 1-23,-7-1-11,-1 0 1,1 1-1,-1-1 0,0 1 1,0-1-1,1 1 1,-1 0-1,0 0 1,-1 1-1,1-1 0,0 1 1,-1-1-1,1 1 1,-1 0-1,0 0 1,0 0-1,0 0 1,0 0-1,0 0 0,-1 1 1,0-1-1,1 1 1,-1-1-1,-1 1 1,1-1-1,0 1 0,-1-1 1,0 2 10,2 9 7,0 0 1,-1 0-1,-1 0 1,0 0-1,-2 0 1,1-1-1,-1 1 1,-1 0-1,-1-1 0,0 1 1,0-1-1,-1 0 1,-1 0-1,0-1 1,-1 0-1,0 0 1,-1 0-1,-1-1 0,1 0 1,-2-1-1,1 0 1,-2 0-1,1-1 1,-1-1-1,0 1 1,-1-2-1,0 0 1,0 0-1,-7 2-7,3-2 47,-1-1 0,1-1 0,-1 0 1,0-2-1,-1 1 0,1-2 0,-1-1 0,1 0 0,-12-1-47,26 0 7,1 0 0,0 0-1,-1 0 1,1-1-1,0 1 1,-1-1 0,1 1-1,0-1 1,-1 0 0,1 0-1,0 0 1,0 0 0,0 0-1,0-1 1,0 1 0,0-1-1,0 1 1,0-1 0,1 1-1,-1-1 1,1 0 0,-1 0-1,1 0 1,0 0 0,-1 0-1,1 0 1,0 0 0,1-1-1,-1 1 1,0-2-7,-1-4-12,0-1 0,0 0 1,2 0-1,-1 0 0,1 0 0,0 1 1,1-7 11,0 13-8,-1 0 0,1-1 0,0 1 0,0 0 0,0 0 0,0 0 1,0 1-1,0-1 0,1 0 0,-1 0 0,0 1 0,1-1 0,0 1 1,-1-1-1,1 1 0,0-1 0,0 1 0,0 0 0,0 0 0,0 0 1,0 0-1,0 0 0,0 1 0,0-1 0,0 1 0,0-1 0,0 1 1,1 0-1,-1-1 0,2 1 8,13-1-2,0 0 0,0 1 0,13 1 2,-17 0-1,-6-1-5,-1 1 0,1 0 0,0 1-1,0-1 1,0 1 0,-1 1 0,1-1 0,-1 1 0,0 1 0,0-1 0,2 2 6,62 51-14,-60-46 30,1 0 0,0-1 0,1 0 0,-1-1 0,2 0 1,-1-1-1,1-1 0,0 1 0,2-1-16,-6-4 71,1 1 1,-1-1-1,1-1 1,0 0-1,-1 0 0,1-1 1,0 0-1,-1 0 1,1-1-1,0-1 1,-1 0-1,1 0 1,-1-1-1,0 0 0,0 0 1,0-1-1,0 0 1,-1-1-1,1 0 1,-1 0-1,0-1 1,-1 0-1,1 0 0,-1-1 1,-1 0-1,1 0 1,0-1-72,8-11-78,0 0 0,-1-1 0,-1-1 0,-1 0 0,7-16 78,5-29-5154,-21 57-833,0 8-4223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7.7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0 110 3490,'0'0'8470,"0"0"-6221,0 0-819,0 0 243,0 0-1139,32 0-249,14 1-159,165-4 500,-166-1-258,0-1-1,0-3 1,-1-1-1,0-3 0,0-1 1,-2-2-1,1-2-367,-43 17-60,0-1-1,1 1 1,-1 0-1,0 0 1,0 0-1,1 0 1,-1 0-1,0 0 1,0 0-1,1 0 1,-1 0 0,0 0-1,0-1 1,0 1-1,1 0 1,-1 0-1,0 0 1,0 0-1,0-1 1,0 1-1,0 0 1,1 0-1,-1 0 1,0-1-1,0 1 1,0 0 0,0 0-1,0 0 1,0-1-1,0 1 1,0 0-1,0 0 1,0-1-1,0 1 1,0 0-1,0 0 1,0-1-1,0 1 1,0 0-1,0 0 1,0-1-1,0 1 1,0 0 0,0 0-1,0 0 1,0-1-1,0 1 1,-1 0-1,1 0 61,-14-8-5275,-19 0-323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6:58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0 438 10501,'0'0'2329,"0"0"-1158,0 0 529,32-4-759,437-62 353,-401 52-1251,-30 5-67,1 2 0,-1 2 0,36 0 24,-73 5-8,0 0 0,1 0-1,-1 1 1,0-1 0,0 0 0,0 1 0,0 0 0,0-1-1,0 1 1,0-1 0,0 1 0,0 0 0,-1 0 0,1-1 0,0 1-1,0 0 1,-1 0 0,1 0 0,0 0 0,-1 0 0,1 0-1,0 1 9,12 28-99,-10-20 100,12 25-8,1 5 57,1-1 0,3 0 0,15 22-50,-27-48 71,1-1 0,1 0 0,0 0 0,1-2 0,0 1 0,0-1 0,1-1 0,1 0 0,-1 0 0,1-2 0,1 1 1,5 1-72,0-2 68,1 0 0,-1-2 0,1 0 0,0-1 0,0-1 0,14 0-68,17-1 520,52-4-520,-87 1 70,0-1 0,0-1 1,0 0-1,-1-1 0,0-1 0,1 0 0,-2-1 0,1-1 1,-1 0-1,0-1 0,0 0 0,-1-2 0,0 1 1,-1-1-1,0-1 0,-1 0 0,11-13-70,-10 9 35,-1-1 0,-1 0 0,0 0 0,-1-1 0,0 0 0,-2-1 0,0 0 0,-1 0 0,-1 0 0,0-1 0,-1 0 0,-2 0 0,0 0 0,0-17-35,-2 6-45,-4-64-195,3 85 210,-1 1 0,0-1 0,0 1 0,-1-1 0,0 1 0,-1 0 0,1 0 0,-2 0 0,-3-5 30,0 3-7,0 0-1,-1 1 0,0-1 1,0 2-1,-1-1 0,0 2 0,0-1 1,-1 1-1,0 1 0,0 0 1,-1 0-1,0 1 0,0 1 0,0 0 1,-5 0 7,-17-4 5,0 2 1,-1 2-1,1 1 1,-1 1-1,-2 3-5,12 0 48,1 1 0,-1 2-1,1 0 1,0 1-1,0 2 1,1 0 0,0 2-1,0 1 1,1 0-1,0 2 1,1 0 0,0 1-1,1 2 1,1 0-1,0 1 1,1 0 0,1 2-1,0 0 1,-1 4-48,13-16-23,1 0 0,-1 1 1,1-1-1,0 1 0,0 0 0,1 0 0,0 1 1,0-1-1,1 1 0,0-1 0,0 1 1,1 0-1,0 0 0,0 0 0,1 7 23,0-12-4204,-3 0-3368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19.4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475 281 10757,'0'0'1542,"0"0"-411,0 0 259,0 0-571,0 0-277,0 0-398,0 0-91,-3-25 65,-16-82 42,15 85 63,-1-1 1,-2 1 0,0 0-224,5 15 268,-1 1-1,0 1 1,0-1-1,0 0 1,-1 1-1,0-1 0,0 1 1,0 0-1,-5-4-267,5 12 779,1 10-643,3 20-434,0-28 346,12 348 145,0 6 438,-12-352-635,0 0 0,-1-1 0,1 1 0,-1 0 0,-1 0 0,1-1 0,-1 1-1,0-1 1,-1 0 0,-1 5 4,2-8-1,0 0-1,0-1 0,0 1 1,-1 0-1,1-1 0,-1 1 1,1-1-1,-1 0 0,0 0 1,0 0-1,0 0 0,0-1 1,0 1-1,0-1 0,0 0 1,-1 0-1,1 0 0,0 0 1,-1 0-1,1-1 0,-1 1 1,-1-1 1,-89 3 147,-52-6-147,63 1 18,197 4 317,-1-1 643,20-5-978,-130 4-61,0 0-1,0-1 1,0 1 0,-1-1 0,1 0 0,0 0 0,0 0 0,-1 0-1,1-1 1,-1 1 0,1-1 0,-1 1 0,2-2 61,22-27-5522,-17 18 2677,11-10-4614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0.1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251 535 6611,'0'0'2452,"0"0"-345,0 0-127,0 0-601,0 0-197,2-30 80,1-11-845,3-116 1052,-6 97-496,-3 0-1,-2 0 1,-3 0-1,-3-2-972,7 58 970,1 14-875,0 92 113,5 29-208,-1-94 61,3-4-52,1-1 1,2 1-1,1-1 1,1-1-1,2 0 1,1 0-1,2 2-9,35 98 6,-40-95-13,-1 1 0,-1 0 0,-2 0 0,-2 1 0,-2 31 7,-1-66-19,0 0-1,-1-1 1,0 1 0,1-1-1,-1 1 1,0-1-1,0 1 1,-1-1-1,1 0 1,0 1-1,-1-1 1,1 0 0,-1 0-1,0 0 1,0 0-1,0 0 1,0 0-1,0-1 1,0 1-1,0-1 1,-1 1 0,1-1-1,0 0 1,-1 0-1,1 0 1,-1 0-1,1-1 1,-1 1-1,0 0 1,0-1 19,-16 4-74,1-1-1,0-1 1,-1 0-1,-2-2 75,7 1-28,-202 0-50,292 0 195,0-2 0,0-5 0,-1-2 0,0-4 0,6-4-117,-49 9-4,-24 6 12,1-1 1,-1 0 0,1 0 0,-1-1 0,0 0 0,0 0-1,0-1 1,5-2-9,-10-6-8828,-3 1 1556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0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7363,'0'0'3522,"0"0"-1580,0 0 382,0 0-841,0 0-653,4 2-598,17 2 61,1 0 0,0-1 0,0-2 1,0 0-1,0-1 0,0-1 0,7-2-293,8 0 328,2 2 343,0-3 0,0-1 0,0-2 0,23-8-671,-84 17 1054,-9-3-4924,3 0-2180,7 1-1537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2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216 280 6947,'0'0'2668,"0"0"-376,0 0 336,0 0-579,0 0-587,-4 0-326,3 1-1079,0-1 0,0 0 0,1 0 0,-1 0 0,0 0 0,0 0 0,0 0-1,1-1 1,-1 1 0,0 0 0,0 0 0,1-1 0,-1 1 0,0 0 0,0-1 0,1 1 0,-1 0 0,0-1-1,1 1 1,-1-1 0,0 1 0,1-1 0,-1 0 0,1 1 0,-1-1 0,1 0 0,-1 1 0,1-1-57,-3-28 1205,3 21-1264,0 0 104,0 1 1,0 0-1,0 0 0,1 0 1,0-1-1,0 1 1,1 0-1,0 0 0,0 1 1,1-1-1,-1 0 0,1 1 1,1-1-1,0 1 0,0 0 1,0 0-1,0 1 0,1-1 1,0 1-1,0 0 0,6-4-45,-3 0-7,2 1 0,0 0-1,0 0 1,0 1-1,1 0 1,0 1 0,0 0-1,0 1 1,1 0-1,0 1 1,0 0 0,0 1-1,1 0 1,-1 1-1,1 1 1,-1 0 0,1 0-1,2 1 8,-12 1-6,1-1-1,-1 1 1,0 0-1,0 0 1,0 0 0,1 0-1,-1 0 1,0 1-1,0 0 1,-1-1-1,1 1 1,0 0 0,-1 0-1,1 1 1,-1-1-1,1 0 1,-1 1 0,0 0-1,0-1 1,0 1-1,-1 0 1,1 0-1,-1 0 1,1 0 0,-1 0-1,0 0 1,0 1-1,0-1 7,2 12-20,0 0 0,0 0 0,-2 0 0,0 0 0,-1 12 20,-1-9-10,-1 0 1,-1 1 0,-1-1-1,0-1 1,-1 1-1,-1-1 1,-1 0-1,0 0 1,-2 0-1,1-1 1,-2 0-1,0-1 1,-1 0-1,-3 2 10,-32 36 9,-1-3-1,-3-1 1,-8 2-9,45-39 3,-56 48 24,11-10 215,-27 32-242,83-80 8,0 0 0,0 0 0,0 0-1,1 1 1,-1-1 0,0 1-1,1-1 1,0 1 0,-1-1 0,1 1-1,0-1 1,0 1 0,1 0 0,-1 2-8,1-4 3,0-1 0,0 1 0,0 0 0,0 0 1,0 0-1,1 0 0,-1 0 0,0 0 1,1 0-1,-1 0 0,1-1 0,-1 1 0,1 0 1,-1 0-1,1-1 0,0 1 0,-1 0 1,1-1-1,0 1 0,0 0 0,-1-1 1,1 1-1,0-1 0,0 1 0,0-1 0,0 0 1,0 1-4,8 2 30,1-1 1,0 0-1,0-1 1,0 0-1,-1 0 1,11-1-31,-14 0 19,38 1 175,-1-2 0,1-1-1,0-3 1,-1-1 0,0-3 0,1-1-194,126-38 128,-166 45-704,1-1 1,-1 1-1,0-1 0,0 0 1,0 0-1,0 0 0,-1-1 1,0 1-1,0-1 0,0 0 1,0 0-1,-1 0 0,0 0 1,0-1-1,0-1 576,6-10-2730,11-26-4778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3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32 9268,'0'0'1057,"0"0"885,0 0 32,0 0-659,0 0-415,-1-7-271,0 5-409,-2-17-68,2 15 327,0 12 836,6 196 2959,27 172-4274,-22-296 239,-4 1-1,-3 0 0,-4 19-238,0-103 24,0-1 0,0 1 0,0 0 0,0-1 0,-1 1-1,1 0 1,-1 0 0,0 0 0,0 0 0,0 0 0,-1 0-24,-7-15-38,4 1-24,0-1 0,2 0 0,0 0 0,1-1 1,1 1-1,0-18 62,2-6-154,1 0 1,5-22 153,-3 47-6,1 0 0,0 1 0,2 0 0,0 0 0,0 0 1,1 1-1,1-1 0,1 2 0,0 0 0,1 0 0,5-5 6,-3 4-12,0 1-1,1 1 1,1 0-1,0 0 1,1 2-1,1-1 1,-1 2-1,2 0 1,-1 1-1,4 0 13,-14 6-26,1 0 0,-1 1 0,0 0 0,1 1 0,0-1-1,-1 1 1,1 0 0,0 1 0,0 0 0,-1 0-1,1 0 1,0 1 0,0 0 0,-1 0 0,7 2 26,-9-1-10,0 0 1,0 0-1,-1 0 1,1 1 0,0-1-1,-1 1 1,1 0-1,-1 0 1,0 0-1,0 0 1,0 1 0,-1-1-1,1 1 1,-1 0-1,0 0 1,0 0-1,0 0 1,0 0 0,-1 0-1,1 0 1,-1 0-1,0 1 1,-1-1 0,1 1 9,2 8-23,-1 0 0,-1 0 0,0 1 0,0-1 0,-1 0 1,-1 1-1,0-1 0,-1 0 0,-1 0 0,0 0 1,0 0-1,-2 0 0,1-1 0,-2 1 0,1-1 1,-2 0-1,0-1 0,0 0 0,-1 0 0,-8 9 23,-6 1 13,-1-1 0,0 0 0,-2-2 0,0-1 1,-2-1-1,1-1 0,-2-1 0,0-1 0,0-2-13,27-10-14,0-1 1,0 1-1,1-1 1,-1 1-1,0-1 1,1 1-1,-1 0 1,0-1-1,1 1 1,-1 0-1,1 0 1,-1-1-1,1 1 1,0 0-1,-1 0 1,1 0-1,0 0 1,0-1-1,-1 1 1,1 0-1,0 0 1,0 0-1,0 0 1,0 0-1,0 0 1,0 0-1,0 0 1,0 0-1,1-1 1,-1 1-1,0 0 1,0 0-1,1 0 1,-1 0-1,1 0 14,17 29-162,-7-21 187,0-1 0,0 1 0,1-2 1,0 1-1,0-2 0,1 0 0,0 0 1,7 1-26,28 9 114,37 6-114,-23-7 23,-49-12 408,0-1 1,0 0-1,0-1 0,8 0-430,12-1-4713,-19 0-762,-14 0-2135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3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25 12438,'0'0'3281,"0"0"33,0 0-753,0 0-1761,0 0-448,0 0-256,-7 0-96,7 0-240,0 0-1296,0 0-1330,14 0-1792,13-25-3233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3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1313,'0'0'6280,"0"0"-3546,0 0-423,0 0-350,0 0-769,6 3-541,7 2-357,0 0-1,0-1 1,0 0-1,1-1 1,0-1-1,-1 0 1,12 0-294,108-3 1298,-62 0-772,177-2-670,-247 3-1489,-1 0-997,-5 0-945,-19 0-616,-12 3-772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4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197 1 4866,'0'0'3226,"0"0"-1169,0 0 80,0 0-625,0 0-626,-1 8-368,-1 18 49,1 0 1,2 0 0,1 0 0,0 0-1,2 0 1,2-1 0,0 1 0,1-1-1,2 0-567,21 57 767,3-1 0,9 7-767,-37-75 17,0 0 1,-1 1 0,-1-1 0,0 1 0,-1 0-1,0 0 1,-1 0 0,-1 0 0,0 9-18,-1-20-21,0 1 0,0-1 1,0 0-1,0 0 0,0-1 1,0 1-1,-1 0 1,1 0-1,-1 0 0,0-1 1,0 1-1,0-1 0,0 0 1,0 1-1,-1-1 0,1 0 1,-1 0-1,1-1 0,-1 1 1,0 0-1,0-1 0,1 0 1,-1 0-1,0 1 0,-2-1 22,-11 5-185,1-1 1,-1-1 0,0 0 0,-7 0 183,-25 1-339,0-2-1,-34-3 340,40-1 255,80 2 892,23 0-786,0-3 0,0-2 0,9-4-361,-14-3-298,96-16 1063,-51 19-4436,-104 0-3785,3 4 5724,0-20-7766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5.6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12294,'0'0'2716,"0"0"-1201,0 0 312,0 0-842,0 0-580,30 2-135,-6 1-221,69 4 334,22-4-383,19-7 1422,11-7-1422,-135 9 1059,-11-1-636,-18-1-3871,-10 4-2798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6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557 526 10005,'0'0'2166,"0"0"-451,0 0-146,0 0-705,0 0-282,-11-32-251,-1-1-222,-47-147 561,51 154-313,0 1 0,-1 0 1,-1 1-1,-2 0 0,0 0 0,-1 1 1,-2 1-1,0 0 0,-2 1 0,0 1 1,-5-4-358,21 23 258,0 11-252,-1 0-1,2-1 0,-1 1 0,2 0 1,-1-1-1,2 4-5,0 17 17,3 21 219,3-1 1,2 1 0,2-1 0,18 47-237,-10-33 352,-4-10-302,-2 1 1,-2 0 0,-3 0 0,-2 1-1,-2 38-50,-5-91-38,0 0 0,-1 0 0,1 0 0,-1 0 0,0 0-1,0-1 1,0 1 0,0 0 0,0-1 0,-1 1 0,1-1 0,-1 1 0,0-1 0,0 0-1,0 1 1,0-1 0,0 0 0,0 0 0,0-1 0,-1 1 0,1 0 0,-1-1-1,1 1 1,-1-1 0,1 0 0,-1 0 0,0 0 0,0 0 0,0-1 0,-2 1 38,-13 3-53,0-1 0,1-1 0,-1 0 0,-12-2 53,22 0-8,-266 1-315,266-1 338,-7-3 72,14 3 137,6 0-88,74-4 154,0-4 0,-1-3 0,0-3 1,-1-4-1,46-18-290,-119 34-790,0-1-1,0 0 1,0 0 0,0 0-1,-1 0 1,1-1-1,-1 1 1,0-1 0,0 0-1,0 0 1,0 0 0,-1-1-1,1 1 1,-1 0-1,0-1 1,-1 0 0,1-1 790,2-3-1899,13-30-6697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7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9 337 7876,'0'0'3609,"0"0"-2144,0 0-11,0 0-552,4 27-94,-3-13-713,3 14 211,1-1 1,8 24-307,-10-39 79,1 0 0,1-1 0,0 1 0,1-1 0,0 0 0,0-1 0,1 0 0,1 0 0,8 9-79,-8-11 64,1 0 1,0 0-1,1-1 0,0 0 0,0-1 0,0 0 0,1 0 0,0-1 0,0-1 0,4 2-64,2-2 90,1 0 1,0-1-1,0-1 0,0 0 0,0-1 0,12-2-90,-19 0 32,-1-1 0,1-1 0,0 0 0,-1 0 0,0-1-1,1-1 1,-1 1 0,-1-2 0,1 1 0,-1-1 0,0-1 0,0 0-1,-1 0 1,0 0 0,0-1 0,-1 0 0,0-1 0,0 0-32,4-5-42,-1 0 0,0 0 1,-1-1-1,0-1 0,-2 1 1,0-1-1,0-1 0,-1 1 0,-2-1 1,1 0-1,-1-7 42,-1-1-120,-1 1-1,-1 0 1,-1-1-1,-2 1 1,-2-17 120,2 30-30,-1 0 0,0 1 0,0-1 1,-1 1-1,0 0 0,-1 0 0,0 0 0,-1 1 1,1 0-1,-2 0 0,0 0 0,0 1 0,-5-5 30,2 4 38,0 1 1,0 0-1,0 1 0,-1 0 1,0 1-1,-1 0 0,0 1 1,1 0-1,-1 0 0,-1 2 1,-7-2-39,-4 0 250,0 2 0,1 1 0,-1 1 1,0 0-1,-20 4-250,35-2 75,-1 1 1,0 0-1,1 0 0,-1 1 1,1 0-1,0 1 0,0 0 1,0 0-1,1 1 0,-1 0 1,1 1-1,0 0 0,1 0 1,-1 1-1,1 0 0,1 0 1,-1 0-1,1 1 0,1 0 1,-1 0-1,1 1 0,1-1 1,-3 6-76,-2 7-93,0 1 0,1 1 1,1-1-1,1 1 1,2 1-1,0-1 0,1 1 1,1-1-1,2 9 93,0-32-7,-1 4-236,1-1 1,0 0-1,-1 1 0,2-1 0,-1 0 1,0 1-1,1-1 0,-1 0 1,1 1-1,0-1 0,0 0 1,0 0-1,0 0 0,1 0 0,-1 0 1,1 0-1,0 0 0,0 0 1,0-1-1,0 1 0,1-1 1,0 1 242,34 13-6438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8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4 5010,'0'0'3687,"0"0"-2062,0 0 445,0 0-309,0 0-739,-3-3-206,3 3-792,0 0-1,0 0 1,0 0-1,0 1 1,0-1-1,0 0 1,0 0 0,0 0-1,0 0 1,0 0-1,0 1 1,0-1-1,0 0 1,0 0-1,-1 0 1,1 0-1,0 0 1,0 0-1,0 1 1,0-1-1,0 0 1,0 0-1,0 0 1,-1 0-1,1 0 1,0 0-1,0 0 1,0 0 0,0 0-1,0 0 1,-1 0-1,1 0 1,0 0-1,0 0 1,0 0-1,0 0 1,0 0-1,-1 0 1,1 0-1,0 0 1,0 0-1,0 0 1,0 0-1,0 0 1,-1 0-1,1 0 1,0 0 0,0 0-1,0 0 1,0 0-1,0 0 1,0 0-1,-1 0 1,1 0-1,0-1 1,0 1-1,0 0 1,0 0-1,0 0 1,0 0-24,4 27 1000,19 55 246,-13-51-774,61 278 1593,-32-131-902,12 16-1163,-40-165-6,-8-20 110,-5-15 375,-71-139-682,63 113 125,0-1 0,2 0 0,2 0 0,1-1 0,1 0 0,2 0 0,1 0 0,2 0 0,2-11 78,-2 38-7,0 0-1,1 0 0,0 0 0,0-1 1,0 2-1,1-1 0,0 0 1,0 0-1,0 1 0,1 0 1,0-1-1,1 2 0,-1-1 1,4-3 7,0 1-2,1 1 0,0-1 0,0 2 0,1-1 0,-1 2 0,2-1 0,-1 1 0,0 1 0,1-1 2,17-4-29,-1 2-1,1 0 1,0 2 0,1 1-1,0 2 1,-1 0-1,2 2 30,-25 0-10,0 0-1,0 0 0,-1 0 0,1 1 0,0 0 1,0 0-1,0 0 0,-1 0 0,1 1 1,-1 0-1,1 0 0,-1 0 0,0 1 0,0-1 1,0 1-1,0 0 0,0 0 0,0 1 1,1 1 10,-1 1-16,0 0-1,0 0 1,-1 0 0,0 1 0,0-1 0,-1 1 0,1-1 0,-1 1 0,-1 0 0,1 0 0,-1 0 0,-1 0 0,1 2 16,1 9-10,-1-1 1,0 1 0,-1 0-1,-1 0 1,-1 0-1,0 0 1,-1-1-1,-1 1 1,-1-1 0,-1 0-1,0 0 1,-1 0-1,-1-1 1,0 0-1,-1 0 10,-5 3-34,-1 0 0,0-1-1,-1-1 1,-1-1 0,-1 0 0,0-1-1,-1-1 1,-1 0 0,0-2-1,0 0 1,-1-2 0,-1 0-1,0-1 1,0-1 0,-16 3 34,38-11-13,0 0 0,-1 1-1,1-1 1,0 0 0,0 1 0,-1-1 0,1 0 0,0 1 0,0-1 0,-1 0 0,1 1 0,0-1 0,0 1 0,0-1 0,0 1 0,0-1 0,0 0 0,0 1 0,0-1 0,0 1 0,0-1 0,0 1 0,0-1 0,0 0 0,0 1 0,0-1 0,0 1 0,0-1 0,1 0 0,-1 1 0,0-1 0,0 1 0,0-1 0,1 0 0,-1 1 0,0-1 0,0 0 0,1 1 0,-1-1 0,0 0 0,1 0 0,-1 1 13,13 14-350,-1-7 344,-1 0 1,1-1-1,0 0 0,0-1 1,1-1-1,0 0 0,0-1 0,7 2 6,32 6 537,33 3-537,-7-2 683,-44-9-21,-22-3-6342,-6-1-1051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8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15399,'0'0'1329,"0"0"-305,0 0-256,0 0-768,0 0-1776,0 0-2482,105-55-2065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8.7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6819,'0'0'1846,"0"0"-168,0 0 121,0 0-423,0 0-653,12-1-96,199-8 5145,22 11-5772,-50 0 1029,-181-2-1136,-2 0-515,-4 7-4031,-2-3 3130,-1-1 0,0 1-1,0-1 1,-1 0 0,1-1-1,-5 1 1524,-25 4-6523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9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1 6611,'0'0'2348,"0"0"-772,0 0 167,0 0-554,0 0 52,3 33-35,11 107 91,-7-101-521,1-1 1,2 0 0,11 26-777,4 14 556,-15-40-440,24 100 112,-31-120-223,-1 0 1,-1 0-1,0 0 1,-1 0-1,-1 0 0,-2 13-5,2-29-17,0 0-1,1 0 1,-1 0-1,0 0 0,0 0 1,0 0-1,-1 0 0,1 0 1,0-1-1,-1 1 1,1-1-1,-1 1 0,0-1 1,1 1-1,-1-1 0,0 0 1,0 1-1,0-1 1,0 0-1,0-1 0,0 1 1,0 0-1,0 0 0,0-1 1,0 1-1,0-1 1,-2 0 17,-10 2-104,0-1 1,0 0 0,0-1 0,-2 0 103,-2-1-37,-23 2 47,-1 1 1,-35 7-11,76-8 11,0-1 0,1 0 0,-1 0-1,0 0 1,0 1 0,0-1 0,0 0 0,0 1 0,1-1 0,-1 1 0,0-1 0,0 1-1,1-1 1,-1 1 0,0 0 0,1-1 0,-1 1 0,1 0 0,-1-1 0,0 2-11,1-1 4,0-1 1,1 1 0,-1-1 0,0 1-1,0-1 1,0 1 0,0-1 0,1 1 0,-1-1-1,0 1 1,0-1 0,1 1 0,-1-1-1,0 0 1,1 1 0,-1-1 0,1 0 0,-1 1-1,0-1 1,1 0 0,-1 1 0,1-1-1,-1 0 1,1 0 0,-1 1 0,1-1 0,-1 0-1,1 0 1,-1 0 0,1 0 0,-1 0-1,1 0 1,-1 1 0,1-1 0,0-1 0,-1 1-1,1 0 1,-1 0 0,1 0 0,-1 0-1,1 0-4,113 6 740,114-8-740,-161 0 90,379-21 2306,-428 20-2266,-20-2-1126,-28-5-2928,16 6 1276,-5-8-4078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29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0 108 8564,'0'0'1779,"0"0"-309,0 0 926,0 0-622,0 0-872,11 1-398,52 5 292,0-3-1,1-3 0,27-4-795,-66 2 218,1-2-1,-1 0 0,1-2 1,-1 0-1,-1-2 0,1-1 1,-1-1-1,-1 0 0,0-2 1,5-5-218,-9 2-34,-19 15-36,0 0 1,0-1-1,0 1 1,1 0-1,-1 0 1,0 0-1,0 0 1,0-1-1,0 1 1,0 0-1,0 0 0,0 0 1,1 0-1,-1-1 1,0 1-1,0 0 1,0 0-1,0 0 1,0-1-1,0 1 1,0 0-1,0 0 0,0 0 1,0-1-1,0 1 1,0 0-1,0 0 1,0 0-1,-1 0 1,1-1-1,0 1 1,0 0-1,0 0 0,0 0 1,0-1-1,0 1 1,0 0-1,0 0 1,-1 0-1,1 0 1,0 0-1,0-1 1,0 1-1,0 0 0,-1 0 70,-33-2-8247,16 2 6817,-25 0-5325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0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0 592 3522,'0'0'7192,"0"0"-5079,0 0-288,0 0-136,29-1-737,110-9 596,0-6-1,91-23-1547,-209 34 37,-7 2-193,0-1 1,-1 0-1,1-1 1,10-5 155,-20 7-404,1 1 1,-1-1 0,0 0-1,0-1 1,0 1 0,-1 0 0,1-1-1,-1 0 1,0 0 0,0 0-1,0 0 1,0-1 0,-1 1-1,1-1 1,-1-1 403,7-18-2245,-8 19 2016,0-1 1,1 1 0,0 0-1,0 0 1,0 0-1,1 0 1,-1 0-1,1 1 1,1-1 0,-1 1-1,0 0 1,2-2 228,-4 6 69,0 0 0,-1-1 0,1 1 0,0-1 0,-1 1 0,1 0 1,0 0-1,0-1 0,-1 1 0,1 0 0,0 0 0,0 0 0,-1 0 0,1 0 1,0 0-1,0 0 0,-1 0 0,1 0 0,0 0 0,0 1 0,-1-1 0,1 0 1,0 0-1,0 1 0,-1-1 0,1 0 0,0 1 0,-1-1 0,1 1 0,-1-1 1,1 1-1,0-1-69,15 22 230,-14-18-87,12 18 415,0-1 0,2-1-1,0 0 1,1-1 0,1 0 0,20 15-558,-26-25 231,1 0 1,1-1-1,-1-1 1,1 0 0,1 0-1,-1-2 1,1 0-1,0 0 1,0-1-1,0-1 1,1-1-1,3 0-231,12 1 192,1-1-1,0-2 0,-1-1 0,1-2 0,-1 0 1,1-3-1,-1 0 0,0-2 0,6-4-191,-22 6 58,1 0 0,-1-1 0,0-1-1,0-1 1,-1 0 0,-1 0 0,1-2 0,-1 1-1,-1-2 1,0 0 0,-1 0 0,0-1 0,-1 0-1,0-1 1,-1 0 0,-1-1 0,0 0 0,1-4-58,-4 5 35,0 0 0,-1 0 0,0 0 1,-1 0-1,-1-1 0,0 1 0,-1-1 1,0 1-1,-1-1 0,-3-14-35,2 21 8,0 0 0,-1 0-1,0 0 1,0 0 0,-1 0-1,0 1 1,0-1 0,-1 1-1,0 0 1,0 0 0,-1 0 0,0 0-1,0 1 1,-1 0 0,1 0-1,-1 1 1,0-1 0,-1 1-1,-5-3-6,0 1 30,-1 1 0,0 1 0,0 0 0,-1 1 0,0 0 0,1 1 0,-1 1 0,0 0 0,-11 0-31,-25 0 336,1 3 1,-7 3-337,23 0 122,1 2 0,-1 2-1,1 1 1,1 1 0,0 2 0,0 1 0,1 1 0,1 1-1,1 2 1,0 1 0,1 2 0,-6 5-122,23-16 37,-1 0 0,1 0 0,1 1 0,-4 4-37,10-10 128,1-1 1,-1 1-1,1 0 1,0 0 0,0 0-1,0 1 1,0-1-1,1 0 1,0 1-1,0-1 1,0 0-1,0 1 1,1 0-1,-1 1-128,1-5 513,27-1 1589,-26 0-2017,-1 1-360,0 0 0,0 0 0,0 0 0,0 0 0,0 0 0,-1-1 0,1 1 0,0 0 0,0 0 0,-1 0 0,1 0 0,0 0 0,-1 0 0,1-1 0,-1 1 0,1 0 0,-1 0 0,1 0 0,-1-1 0,0 1 0,1 0 0,-1-1 0,0 1 0,1-1 0,-1 1 0,0-1 275,-31 18-6405,-10-2-4221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1.2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0 8468,'0'0'2761,"0"0"-493,0 0 53,0 0-112,0 0-542,-13 3-543,-22 9-622,36-8-278,8-1-16,87 2 536,-71-4-587,749-1 876,-662-8-9245,-182 28 536,30-8 1751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1.8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340 1 6867,'0'0'2479,"0"0"-148,0 0-220,0 0-705,0 0-531,-1 8-368,-2 29-64,1 1 0,2-1 0,2 0 0,1 1 0,2-1 1,2-1-1,1 1 0,2-1 0,5 10-443,66 231 1374,-80-274-1413,0-1 0,0 0 0,0 1 0,-1-1 1,1 1-1,-1-1 0,1 1 0,-1-1 0,0 1 0,0-1 0,0 1 0,-1 0 0,1-1 0,0 1 1,-1-1-1,0 0 0,0 1 0,1-1 0,-1 1 0,-1-1 0,1 0 0,0 0 0,0 0 0,-1 0 1,0 0-1,1 0 0,-1 0 0,0 0 0,0 0 39,-5 1-100,0 1-1,0-1 1,0-1 0,-1 0 0,0 0-1,1 0 1,-1-1 0,-6 1 100,13-2 4,-84 9-261,-1-4 1,-57-4 256,82-1 798,61 0-336,0 0 79,9 0 97,-3 0-626,166-1 1438,150-19-1450,-271 13 71,84-10 250,115 1-321,-248 16 224,-2 0 11,0 0-131,0 0-301,0 0-201,0 0-664,0 0-834,0 0-1559,0 0-2063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2.2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92 10629,'0'0'2420,"0"0"-982,0 0 386,0 0-714,0 0-619,43 0 3,18 1-255,57 1 981,48-8-1220,-49-9 986,-1-5 0,52-19-986,-138 31 110,-26 3-1053,-47 4-1902,34 1 2537,-122 0-8405,51 0 1928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2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9332,'0'0'3108,"0"0"-1552,0 0 429,0 0-131,0 0-867,26-2-416,473-8 1603,-277-6-704,-222 15-629,-1-3-655,-2 3-5167,-14 1-560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5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2 352 6419,'0'0'2737,"0"0"-1240,0 0 178,0-27-407,-1-5-894,0-44 2224,6-34-2598,2 5 2390,-7 104-1931,0 1-3,0 2-290,0 442 1493,2-420-1402,1 0 1,6 22-258,1 12-680,-7-18-2634,-3-40 3123,0 1-1,0-1 1,0 1 0,0-1 0,0 0-1,0 1 1,0-1 0,0 1-1,0-1 1,0 0 0,1 1 0,-1-1-1,0 0 1,0 1 0,0-1 0,1 0-1,-1 1 1,0-1 0,0 0-1,1 1 1,-1-1 0,0 0 0,0 1-1,1-1 1,-1 0 0,0 0-1,1 0 1,-1 1 0,1-1 0,-1 0-1,0 0 1,1 0 0,-1 0 0,0 0-1,1 1 1,-1-1 0,1 0-1,-1 0 1,0 0 0,1 0 0,-1 0-1,1 0 1,-1-1 0,0 1-1,1 0 1,-1 0 0,1 0 0,-1 0-1,1 0 192,0 0-589,21 0-6772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6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22 306 8228,'0'0'2022,"0"0"-584,0 0 560,0 0-450,0 0-583,-4-10-242,1 2-540,-1-1 0,2 0-1,-1 1 1,1-1 0,1 0-1,0 0 1,0 0-1,0 0 1,1-1 0,1 1-1,0 0 1,0 0-1,0 0 1,1 0 0,1 1-1,-1-1 1,2 0 0,-1 1-1,1 0 1,1-1-183,1 1 84,0 0 1,1 0 0,0 1 0,0 0-1,1 0 1,0 1 0,0 0 0,0 0-1,1 1 1,0 0 0,0 1-1,0 0 1,1 0 0,-1 1 0,1 0-1,1 1-84,18-4-35,0 1-1,1 1 1,0 2 0,23 2 35,-50 0-5,0 0 0,-1 1 0,1-1 1,0 1-1,-1 0 0,1-1 0,-1 1 1,1 0-1,-1 1 0,1-1 0,-1 0 1,0 1-1,0-1 0,1 1 1,-1 0-1,0 0 0,-1 0 0,1 0 1,0 0-1,0 0 0,-1 0 0,1 0 1,-1 1-1,0-1 0,0 1 0,0-1 1,0 1-1,0-1 0,-1 1 0,1 0 1,-1-1-1,1 1 0,-1 1 5,2 13-52,0 1 0,-1 0 0,-1 0-1,-2 13 53,1-21 5,-1 4-6,0 0-1,-1 0 0,-1 0 0,0-1 0,-1 1 1,0-1-1,-1 0 0,-1 0 0,0-1 0,0 0 0,-4 3 2,-23 30 28,-1-2 0,-14 11-28,18-19 39,-17 16 29,18-20 17,2 1 0,-20 30-85,47-61 35,0 1 1,-1 0 0,1-1-1,0 1 1,0 0 0,1 0-1,-1 0 1,0-1 0,1 1-1,-1 0 1,1 0 0,-1 0-1,1 0 1,0 0 0,0 0-1,0 2-35,0-3 28,1 0-1,-1 0 0,1 0 1,-1 0-1,1 0 0,-1-1 0,1 1 1,-1 0-1,1 0 0,0 0 1,-1-1-1,1 1 0,0 0 0,0-1 1,0 1-1,-1-1 0,1 1 0,0-1 1,0 1-1,0-1 0,0 1 1,0-1-1,0 0-27,8 2 182,0 0 0,0-1 0,0-1-1,0 1 1,0-1 0,5-1-182,4 0 205,48 0 412,1-3 0,-1-4 1,17-5-618,-62 10 79,0-1 1,0-2-1,0 0 1,-1-1-1,2-1-79,-18 5-689,0 1 1,-1 0-1,1-1 1,0 0-1,-1 0 0,1 0 1,-1 0-1,0-1 0,0 1 1,0-1-1,-1 0 1,1 0 688,2-3-1299,21-28-5682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7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7 9316,'0'0'1388,"0"0"404,0 0 111,0 0-615,0 0-434,-5-7-54,5 7-778,0 0 0,0 0 0,0 0-1,0 1 1,0-1 0,0 0 0,0 0 0,0 0 0,0 0 0,0 0 0,-1 0-1,1 0 1,0 1 0,0-1 0,0 0 0,0 0 0,0 0 0,0 0 0,0 0 0,0 0-1,0 0 1,0 0 0,0 0 0,-1 0 0,1 1 0,0-1 0,0 0 0,0 0-1,0 0 1,0 0 0,0 0 0,0 0 0,-1 0 0,1 0 0,0 0 0,0 0 0,0 0-1,0 0 1,0 0 0,0 0 0,0 0 0,-1 0 0,1 0 0,0 0 0,0 0-1,0 0 1,0 0 0,0 0 0,0-1 0,0 1 0,-1 0 0,1 0 0,0 0 0,0 0-1,0 0 1,0 0 0,0 0 0,0 0 0,0 0 0,0-1-22,2 41 801,3 0 0,1 0-1,2-1 1,2 4-801,16 83 908,-5 28 198,-6 1 0,-6 61-1106,-9-154 549,-11-591-1242,12 525 689,-1 0 0,1 1 0,0-1 0,0 0 0,1 0 0,-1 0 0,1 1 0,0-1 0,-1 1 0,2-1 0,-1 1 0,0 0 1,1-1-1,-1 1 0,1 1 0,0-1 0,0 0 0,0 1 0,0-1 0,1 1 0,-1 0 0,1 0 0,-1 0 0,1 1 0,0-1 0,0 1 4,8-4-34,0 1 0,0 0 0,0 1 0,1 1 0,-1 0-1,1 0 1,11 1 34,13 0-33,-22 0-25,0 0 0,0 2 0,1-1 0,-1 2 0,0 0 0,1 1 58,-12-2-24,-1 0-1,1 1 0,-1-1 0,1 1 0,-1 0 1,1 0-1,-1 0 0,0 0 0,0 0 0,0 1 1,0-1-1,0 1 0,0 0 0,-1 0 1,1 0-1,-1 0 0,0 0 0,0 1 0,0-1 1,-1 1-1,1-1 0,-1 1 0,0 0 1,0-1-1,1 4 25,0 3-38,0 1 0,0-1 0,-1 1 0,0-1 0,-1 1-1,-1-1 1,1 1 0,-1-1 0,-1 1 0,0-1 0,-1 0 0,0 1 0,0-1 0,-1-1 0,0 1 0,-1 0 0,0-1 0,-1 0 0,1 0 0,-2-1 0,1 0 0,-1 0 0,-5 4 38,-15 13-20,0-2 0,-2-1 1,0-1-1,-2-2 0,0-1 1,-1-1-1,-1-2 0,-20 7 20,52-22-4,1 0 0,-1 0 0,0 0 0,1 1 0,-1-1 0,1 0 0,-1 1 0,1-1 0,-1 0 0,1 1 0,-1-1 0,1 1 0,0-1 0,-1 1 0,1-1-1,-1 1 1,1-1 0,0 1 0,0-1 0,-1 1 0,1 0 0,0-1 0,0 1 0,0-1 0,-1 1 0,1 0 0,0-1 0,0 1 0,0-1 0,0 1 0,0 0 0,0-1 0,0 1 0,1 0 0,-1-1-1,0 1 1,0-1 0,0 1 0,1 0 0,-1-1 0,0 1 0,0-1 0,1 1 0,-1-1 0,1 1 0,-1-1 0,1 1 4,23 22-55,7-8 177,0-2-1,0-2 1,1-1 0,1-1 0,-1-2 0,12 1-122,51 12 173,-62-12 347,0-2 1,1-2-1,0-1 0,29-1-520,-62-2-66,-1 0-164,0 0-674,0 0-961,0-7-1721,0-26-2395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3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11 486 7331,'0'0'1404,"0"0"570,0 0 294,0 0-540,0 0-314,0 0-1379,0 0-1,0 0 0,0 0 0,0 0 0,-1 0 1,1 1-1,0-1 0,0 0 0,0 0 1,0 0-1,0 0 0,-1 0 0,1 0 0,0 0 1,0 0-1,0 0 0,0 0 0,0 0 1,-1 0-1,1 0 0,0 0 0,0 0 0,0 0 1,0 0-1,-1 0 0,1 0 0,0-1 1,0 1-1,0 0 0,0 0 0,0 0 0,0 0 1,-1 0-1,1 0 0,0 0 0,0 0 1,0-1-1,0 1 0,0 0 0,0 0 0,0 0 1,0 0-1,0 0 0,0 0 0,0-1 1,-1 1-1,1 0 0,0 0 0,0 0 0,0 0 1,0 0-1,0-1 0,0 1 0,0 0 1,0 0-1,0 0 0,0 0 0,0-1-34,-2-10 215,1-1 0,0 0 0,1 0 0,0 0 0,0 0 0,2-3-215,-1-25 175,-1-314 780,0 352-763,0 8-109,4 768 2598,1-766-3327,-2-6-2595,1-1-4437,8-1-59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4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11 532 7571,'0'0'2231,"0"0"-366,0 0 378,0 0-789,0 0-336,-1-21-149,-2-339 1669,3 210 228,-3 334-2782,0-28 1723,16 150-1807,-2-116 1273,-8-180-3813,-2-10 2345,-1 0 0,0 0-1,0 1 1,0-1 0,1 0 0,-1 0 0,0 1 0,0-1 0,0 0-1,0 0 1,0 1 0,1-1 0,-1 0 0,0 1 0,0-1 0,0 0-1,0 1 1,0-1 0,0 0 0,0 1 0,0-1 0,0 0 0,0 1-1,0-1 1,0 0 0,-1 1 0,1-1 0,0 0 0,0 1 0,0-1 0,0 0-1,0 0 1,-1 1 0,1-1 0,0 0 0,0 0 0,0 1 0,-1-1-1,1 0 1,0 0 0,-1 0 0,1 1 0,0-1 0,0 0 0,-1 0-1,1 0 1,0 0 0,-1 0 0,1 0 0,0 1 0,-1-1 0,1 0-1,0 0 1,-1 0 0,1 0 0,0 0 195,-16 5-6040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5.0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23 1809,'0'0'1550,"0"0"333,0 0 182,0 0-53,0 0-441,-14 4-127,-45 11 68,58-15-1443,1 0-1,-1 0 1,1 0-1,-1 0 1,0 0-1,1 0 1,-1 1-1,1-1 1,-1 0-1,1 0 1,-1 0-1,0 0 1,1 1-1,-1-1 1,1 0-1,-1 1 1,1-1-1,-1 0 1,1 1-1,0-1 1,-1 1-1,1-1 1,-1 1-1,1-1 1,0 0-1,-1 1 1,1-1-1,0 1 1,0 0-1,-1-1 1,1 1-69,12 4 1092,-10-4-1200,20 5 397,0 0 0,1-2 0,-1-1 0,1 0 0,7-2-289,125-2 855,-61-1-591,229-1 699,221-35-963,-286 5 211,-240 30-343,-30 4-1523,-32 6-2123,-5 14-1504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7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50 101 7411,'0'0'2895,"0"0"-331,0 0 232,0 0-606,0 0-512,-11 0-362,-13 1-768,9-1-102,42-2-96,206-18 711,-1-10-1,36-18-1060,-300 49-2330,-49-2-6021,5 0 1928,-4 1 1389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7:38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58 5475,'0'0'3478,"0"0"-1106,0 0 400,0 0-453,0 0-815,7-3-658,25-2-383,0 1 0,0 1 0,0 2 0,0 1 0,5 2-463,54-2 513,17-7 1386,92-18-1899,-171 18 921,-37 3-1067,-48 3-3555,5 6-2179,3-4-5301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0.6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62 472 6867,'0'0'1710,"0"0"-512,0 0 261,0 0-514,0 0-665,0 0-184,1-21-24,21-150 1046,-19 133 225,-1 0 0,-2-30-1343,-1 16 1505,-1 42-709,-3 18-462,-2 18-359,-8 114 322,5-1 1,8 86-298,2-207 32,2-1 0,0 1 0,0-1 1,2 0-1,0 0 0,1 0 0,1 0 1,0-1-1,1 1 0,1-2 0,1 3-32,-4-11-5,-1 1 0,1-1 0,1 0 0,-1 0 0,1-1 0,0 0 0,1 0-1,-1 0 1,1-1 0,0 0 0,1 0 0,-1 0 0,1-1 0,0-1 0,0 1 0,0-1 0,0 0 0,1-1-1,-1 0 1,1-1 0,0 1 0,-1-2 0,4 1 5,-4 0 3,1-1 0,-1 0 0,1-1 1,-1 0-1,1 0 0,-1-1 0,0 0 0,1-1 0,-1 1 0,0-1 1,0-1-1,-1 0 0,1 0 0,-1 0 0,0-1 0,0 0 0,0 0 0,-1-1 1,0 0-1,0 0 0,0-1 0,-1 1 0,1-2-3,7-9-4,0 0 0,-1 0 0,-1-1 0,0-1 1,-2 0-1,0 0 0,-1-1 0,3-12 4,-4 2-15,0 0 0,-2 0 0,-2-1-1,0 1 1,-2-22 15,-1 32-3,1-2 7,-1 0 0,-1 0 1,-1-1-1,-1 1 0,-1 0 1,0 0-1,-8-19-4,3 20-4,0 0 0,-1 1 0,-1 0 0,0 1 0,-2 0 0,0 0 0,-7-4 4,14 15 5,-1 2 1,0-1-1,0 1 1,-1 0 0,0 0-1,0 1 1,0 0-1,-1 1 1,1 0-1,-1 0 1,0 1 0,0 0-1,-1 0 1,1 1-1,0 0 1,-1 1 0,1 0-1,-6 0-5,7 1 7,0 0 1,0 0-1,-1 0 1,1 1-1,0 0 0,0 1 1,0 0-1,1 0 0,-1 1 1,0 0-1,1 0 0,0 1 1,-1-1-1,2 2 1,-1-1-1,0 1 0,1 0 1,0 0-1,0 1 0,0 0 1,1 0-1,0 0 0,0 1 1,0 0-1,1 1-7,-11 13 36,2 1 0,1 0 0,1 1 0,0 0-1,2 1 1,1 1 0,-5 24-36,-4 62-1034,12 5-3479,5-76-689,0-11-2932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1.0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11013,'0'0'1729,"0"0"-529,0 0 689,0 0-1553,0 0-288,0 0 369,-14 113 143,18-64-160,-4-10-128,0 4-192,0-3-80,0-4-368,0-5-1137,3-10-2128,11-21-3491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2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542 266 3922,'0'0'995,"0"0"456,0 0 57,0 0-209,0 0-96,13 0 699,-9-4 2151,-5-6-4011,0-1 1,-1 0-1,-1 0 1,1 0 0,-2 1-1,1 0 1,-2-1-1,1 1 1,-1 1-1,-1-1 1,0 1 0,0 0-1,-1 0 1,0 1-1,0 0 1,-1 0-1,0 0 1,-1 1-1,-8-5-42,6 3-15,0 1-1,-1 1 0,0 0 1,-1 1-1,1 0 0,-1 1 1,0 0-1,-1 1 0,1 0 1,-1 1-1,0 1 0,0 0 1,0 1-1,0 1 0,-10 0 16,15 2 20,1 1 0,-1 0 0,1 0 0,0 0-1,0 1 1,0 0 0,1 1 0,0 0-1,-1 0 1,2 0 0,-1 1 0,0 0 0,1 0-1,0 1 1,-3 5-20,-5 6 53,1 0 1,0 1-1,2 0 0,0 1 0,-5 14-53,9-15 60,1 1-1,1 0 1,1 0-1,0 0 1,2 1-1,0-1 1,1 1-1,2-1 1,0 1-1,1 4-59,-1-20 11,0 0 1,0 0-1,1 1 0,-1-1 0,1 0 0,0 0 1,1 0-1,-1-1 0,1 1 0,0-1 0,0 1 0,1-1 1,-1 0-1,1 0 0,0 0 0,0-1 0,0 1 1,0-1-1,1 0 0,-1 0 0,1-1 0,0 1 0,0-1 1,0 0-1,4 1-11,9 2 30,-1 0 0,1-1-1,1-1 1,-1-1 0,0-1 0,17 0-30,-26-2 9,1-1 0,-1 1 0,0-2 0,0 1 0,0-1 0,0-1 1,0 0-1,-1 0 0,1 0 0,-1-1 0,0 0 0,-1-1 0,1 0 0,-1 0 0,0-1 0,-1 0 0,0 0 0,0 0 0,1-2-9,9-12 8,-1 0 1,-2-1-1,0-1 0,-1 0 0,-1-1 1,4-16-9,-7 17 426,-2-1 0,-1 1 0,-1-1 0,0-11-426,-22 355 540,0-35 281,17-41 910,1-242-1397,0-2 15,0 0 49,0 0 66,0 0-42,0 0-81,0 0-162,0 0-152,0 0-268,0 0-321,0 0-735,0-14-6365,0-6-1188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3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 4786,'0'0'2153,"0"0"-64,0 0-16,0 0-496,0 0-329,6 16-34,20 57 895,-4 1 0,12 71-2109,-22-53 639,-4 0 0,-4 81-639,-4-172 45,-3-44 189,1 0 0,5-35-234,-1-4-94,-3 18-34,-1 21 80,2 0-1,3 0 0,1-7 49,-2 38 7,0 0 0,1 1 0,0-1 0,1 1 0,0-1 0,1 1-1,0 0 1,0 1 0,1-1 0,1 1 0,0 0 0,0 1 0,5-4-7,-6 7-7,0 1 0,0 0 0,1 1 0,0 0 0,0 0 0,0 0 0,0 1 1,0 0-1,1 0 0,0 0 0,-1 1 0,1 1 0,0-1 0,0 1 0,0 1 0,0-1 0,0 1 0,0 1 0,0-1 0,0 2 1,0-1-1,0 1 0,-1 0 0,1 0 0,0 1 0,-1 0 0,0 1 0,0-1 0,0 1 0,0 1 0,0-1 0,-1 1 0,0 0 1,0 1-1,0 0 0,-1-1 0,2 4 7,6 14-20,0 0 1,-2 1-1,0 0 1,-2 1-1,-1 1 0,-1-1 1,-1 1-1,-1 0 1,0 9 19,0 22 27,-1 0 1,-3 1-1,-6 45-27,4-101 2,1 0-1,0-1 0,-1 1 1,1 0-1,-1-1 0,1 1 1,-1-1-1,0 1 0,0-1 1,0 1-1,0-1 0,0 1 1,0-1-1,0 0 0,0 0 1,-1 1-1,1-1 0,0 0 1,-1 0-1,0 0-1,1-2 16,0 1-1,0-1 1,0 1 0,0-1 0,0 0-1,0 1 1,0-1 0,1 0-1,-1 0 1,0 1 0,0-1 0,0 0-1,1 0 1,-1 0 0,1 0-1,-1 0 1,1 0 0,-1-1 0,1 1-1,-1 0 1,1 0 0,0-1-16,-10-30 95,9 27-74,-5-29-12,1 0 0,1-1 1,2 0-1,2 0 0,1 1 1,4-28-10,-2 49 2,-1-1 1,2 1 0,0-1-1,0 1 1,1 0-1,1 1 1,0-1 0,1 1-1,0 0 1,1 1 0,0-1-1,1 2 1,0-1 0,1 1-1,0 1 1,0 0-1,1 0 1,4-2-3,1 1-1,0 0-1,1 1 1,1 0-1,-1 1 1,1 2-1,0-1 1,1 2-1,0 1 1,0 0-1,0 1 0,0 1 1,17 1 1,-31 1 0,0 0 0,0 1 0,-1-1 0,1 1 0,0 1 0,0-1 0,0 1 0,-1-1 0,1 1 0,-1 1-1,1-1 1,-1 1 0,0 0 0,0-1 0,0 2 0,0-1 0,-1 0 0,1 1 0,-1 0 0,0 0 0,0 0 0,0 0 0,0 0 0,-1 1 0,0-1 0,0 1 0,0-1 0,-1 1 0,1 0 0,-1 0 0,0 2 0,5 20 31,-2 0 1,-1 1 0,-1 0 0,-1-1 0,-1 7-32,0-16 47,0 13 49,1 4 64,-2 0-1,-1-1 1,-2 1-1,-7 32-159,2-35-62,4-17-284,1 1 1,1-1-1,0 1 1,1 0-1,0 3 346,2-18-3031,0-8-2185,0-28-2251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3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388 180 3490,'0'0'6576,"0"0"-4610,0 0-13,0 0-277,0 0-983,-9 20-410,-242 575 3239,136-354-2140,108-229-1123,3-13-75,3-26 10,13-56-106,37-118-245,13-11 157,-2 9-62,-42 135 54,-4 13-16,2 1 0,2 1 0,7-11 24,-24 63 1,-1-1 0,0 1 0,1 0 0,-1-1 0,1 1-1,0 0 1,-1 0 0,1-1 0,0 1 0,0 0 0,0 0-1,0 0 1,0 0 0,0 0 0,0 0 0,0 0 0,0 0-1,0 0 1,0 1 0,1-1 0,-1 0 0,0 1 0,1-1-1,-1 1 1,0-1 0,1 1 0,-1 0 0,0 0 0,1-1-1,0 1 0,0 1-5,0 1 1,1-1-1,-1 1 0,0-1 0,0 1 0,-1 0 0,1-1 0,0 1 0,0 0 0,-1 0 0,1 0 0,-1 0 0,0 1 0,0-1 0,0 0 0,0 1 0,0-1 0,0 1 5,15 38 65,-2 1 0,-2 0 0,4 28-65,19 140 389,-9-46-18,-24-150-337,31 135 509,-28-131-491,0-1 1,2 1 0,0-1-1,1 0 1,0-1-1,2 0 1,0 0-53,0-7-1955,-25-19-1204,-19-10-441,-1 2 1,-1 1 0,-28-9 3599,22 12-3535,-38-7 3535,-25 3 2706,1 12 7621,174 6-8758,10 2-722,0-4-1,0-4 1,35-8-847,13-13 1368,41-19-1368,-158 43-778,-7 1 2095,-5 1-3832,2-4-4974,8-10-5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4.7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1149 1 5090,'0'0'8081,"0"0"-6152,0 0-694,0 0 356,0 0-986,6 9-423,2 7-16,-1 2 1,0-1 0,-1 1 0,0 0-1,-2 0 1,0 1 0,0 11-167,4 53 1138,-2 11-1138,-4-41 410,8 157 1243,-1 5 555,20 80-2208,-27-278 15,15 68 19,-16-79-34,1 0 0,0-1 0,0 1 0,1-1 0,0 0 1,0 0-1,0 0 0,0 0 0,1 0 0,0-1 0,0 1 0,0-1 1,1 0-1,-3-2-4,1 0 0,0-1 0,0 0-1,0 1 1,0-1 0,0 0 0,0-1 0,0 1 0,1-1 0,-1 1 0,0-1 0,0 0 0,0 0 0,1 0 0,-1 0 0,0-1 0,0 1 0,0-1 0,1 0 0,-1 0 0,0 0 0,0-1 4,0 1-7,-1 0-1,1 0 1,-1 0 0,1 0 0,-1-1 0,0 1-1,0-1 1,1 1 0,-1-1 0,0 0-1,-1 0 1,1 0 0,0 0 0,-1 0-1,1-1 1,-1 1 0,1 0 0,-1-1 0,0 1-1,0-1 1,0 1 0,0-1 0,-1 1-1,1-1 1,-1-2 7,0 4-11,0 1 0,-1-1 0,1 1 1,0-1-1,-1 1 0,1-1 0,-1 1 0,1 0 0,-1-1 0,1 1 0,-1 0 0,1-1 0,-1 1 0,0 0 1,1 0-1,-1-1 0,1 1 0,-1 0 0,0 0 0,1 0 0,-1 0 0,1 0 0,-1 0 0,0 0 0,1 0 1,-1 0-1,0 0 0,1 0 0,-1 0 0,1 0 0,-1 1 0,0-1 0,1 0 11,-8 0-69,-20 1 8,-1 2 1,1 0-1,1 2 1,-1 1-1,-14 6 61,-48 18-274,0 4 274,27-10-26,-209 82 1114,-226 125-1088,496-230 7,-116 67 399,105-59-373,0 1 0,1 0 0,0 0 0,0 1 0,1 1-1,1 0 1,-2 3-33,11-15-20,1 0 0,0 1-1,-1-1 1,1 0 0,0 1 0,0-1 0,-1 1-1,1-1 1,0 0 0,0 1 0,-1-1-1,1 1 1,0-1 0,0 1 0,0-1-1,0 1 1,0-1 0,0 0 0,0 1-1,0-1 1,0 1 0,0-1 0,0 1 0,0-1-1,0 1 1,0-1 0,0 1 0,0-1-1,0 0 1,1 1 0,-1-1 0,0 1-1,0-1 1,1 1 0,-1-1 0,0 0-1,0 1 1,1-1 20,20 5-546,31-10-269,-52 5 805,75-17-1952,0-3-1,-2-3 0,15-10 1963,44-13-3401,130-37-1241,-55 21 3732,-4-9 0,82-46 910,-208 75 2366,-33 8 2178,-49 35 1088,-36 18-5632,-431 275 926,313-201-263,-64 38 2465,-142 112-3128,346-229 119,9-7-38,0 1 1,0 0 0,0 0-1,1 1 1,0 0-1,-6 9-81,14-16 169,0 0-721,0-2-5897,-4 0-683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09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0 407 8708,'0'0'2060,"0"0"-286,0 0 245,0 0-474,0 0-435,0 0-320,11-5 506,-7 4-1202,0 1 1,0 1-1,0-1 0,0 0 1,0 1-1,0 0 0,-1 0 0,1 0 1,0 0-1,0 1 0,-1-1 1,1 1-1,-1 0 0,1 0 0,-1 0 1,0 1-1,0-1 0,0 1 1,1 1-95,11 10 297,0 2 0,-2 0 1,5 7-298,-9-11 147,44 64 642,-3 3 1,30 65-790,-11-18 235,3 12-109,-47-86-41,3-2 0,1 0 0,35 43-85,-64-94 12,-1 1 0,1-1 0,0 1 0,0-1 0,0 1 0,0-1 0,1 0 0,-1 1 0,0-1 0,0 1 0,0-1 0,0 1 0,0-1 0,1 1 0,-1-1 0,0 1 0,1-1 0,-1 1 0,0-1 0,1 1-1,-1 0 1,0-1 0,1 1 0,-1-1 0,1 1 0,-1 0 0,1 0 0,-1-1 0,0 1 0,1 0 0,-1 0 0,1-1 0,0 1 0,-1 0 0,1 0 0,-1 0 0,1 0 0,-1 0 0,1 0 0,-1 0 0,1 0-1,-1 0 1,1 0 0,0 0 0,-1 0 0,1 0 0,-1 0 0,1 1 0,-1-1 0,1 0 0,-1 0 0,1 1 0,-1-1 0,1 0 0,-1 0 0,0 1 0,1-1 0,-1 1 0,1-1 0,-1 0 0,0 1 0,1-1-1,-1 1 1,0-1 0,0 1 0,1-1 0,-1 1 0,0-1 0,0 1-12,4-59 312,-3 40-237,20-346 479,-16-14-554,-1 41 142,2 180 138,-6 156-200,0 1-123,0 0-135,3 4-419,-1 0 1,0 0-1,1 0 1,-2 0-1,1 0 1,0 0-1,-1 0 1,0 1-1,1 2 597,4 14-1811,14 16-2780,3 2-2618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0.4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44 181 4066,'0'0'1665,"0"0"-782,0 0 237,0 0 118,0 0-69,-7-6-188,-17-16-41,17 16 241,7 6-105,0 44 129,-1 1-84,2 1 1,2-1-1,5 18-1121,-5-47 105,1 0 0,0 0 0,2-1-1,-1 0 1,2 0 0,0 0 0,1-1 0,0 0 0,1 0-1,1-1 1,5 5-105,-6-7 18,0 0 0,2-1 0,-1 0 1,1-1-1,1 0 0,-1 0 0,2-2 0,-1 1 0,1-2 0,0 1 0,0-2 0,1 0 0,-1 0 1,1-2-1,0 1 0,1-2 0,-1 0 0,0 0 0,1-2 0,-1 0 0,1 0 0,-1-1 0,4-2-18,-12 2 11,1-1-1,-1 0 0,0-1 0,0 1 0,0-1 0,0 0 1,-1-1-1,1 0 0,-1 0 0,0 0 0,0 0 0,0-1 0,0 1 1,-1-1-1,0-1 0,0 1 0,0 0 0,-1-1 0,0 0 1,3-5-11,2-6-36,0-1-1,-1 0 1,-1 0 0,-1 0 0,-1-1 0,2-14 36,-2-3-122,-3 0 0,-1-12 122,0 19-47,-1 19 35,-1 0-1,0 0 1,0 0-1,-1 0 0,0 0 1,-1 1-1,0-1 1,0 1-1,-1 0 1,0 0-1,-1 1 1,0-1-1,0 1 0,-7-6 13,-6-7-14,-1 2-1,-1 0 0,-1 1 0,-20-13 15,31 23 15,-1 1-1,1 0 1,-1 1-1,-1 0 1,1 1-1,-1 1 1,0-1-1,0 2 1,0 0-1,0 1 1,-1 0-1,1 1 1,-1 0-1,-10 2-14,17 0 6,1 1-1,0 0 0,0 0 1,-1 1-1,1-1 0,1 1 1,-1 1-1,0-1 0,1 1 1,-1 0-1,1 0 0,1 1 1,-1-1-1,0 1 0,1 0 1,0 0-1,0 1 0,-2 3-5,-6 8 29,1 1 0,1 1 0,1 0 0,0 0-1,-2 10-28,7-13 17,1 0 1,0 0-1,1 0 0,1 0 0,1 0 0,0 1 0,2 15-17,-1-29-107,0-1 0,0 1 0,0 0 1,0-1-1,1 1 0,-1-1 0,0 0 0,1 1 0,0-1 0,0 0 0,-1 0 0,1 0 0,0 0 0,1 0 0,-1 0 0,0-1 0,1 1 107,4 3-1147,0-1 0,0 0 0,0-1 0,0 1 1,7 1 1146,22 3-6910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0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58 6883,'0'0'2073,"0"0"59,0 0-206,0 0-392,0 0-280,2 5-302,0-3-855,-1 0-1,1 1 1,0-1-1,0 0 0,0 0 1,0-1-1,1 1 0,-1 0 1,0-1-1,1 1 1,-1-1-1,1 0 0,0 1 1,-1-1-1,1-1 1,0 1-1,-1 0 0,1-1 1,0 1-1,0-1 1,0 0-1,1 0-96,81 3 1267,-65-3-1080,37 1 324,-32 1-357,0-2 1,0 0 0,-1-1-1,1-2 1,0 0 0,-1-2-1,0 0 1,1-3-155,-7-3-342,-17 11 132,-1-1 1,0 0-1,1 1 1,-1-1 0,0 1-1,1-1 1,-1 1-1,0-1 1,0 0-1,0 1 1,1-1 0,-1 0-1,0 1 1,0-1-1,0 0 1,0 1-1,0-1 1,0 0 0,0 1-1,0-1 1,-1 0-1,1 1 1,0-1-1,0 1 1,0-1-1,-1 0 1,1 1 0,-1-1 209,-16-16-6591,2 8 4957,-21-9-5036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1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3778,'0'0'6323,"0"0"-4184,0 0-511,0 0-308,0 0-346,22 0-152,56 1-38,54 0 1889,90-10-2673,-143 2 454,28 3-454,-67 3-3065,0 1-3306,-30 0 1219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1.6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0 380 10069,'0'0'1803,"0"0"102,0 0-614,0 0-715,0 0-245,14 15 51,29 39 582,-2 1 1,18 35-965,-21-26 388,2-1 0,4-2 0,2-1 0,12 7-388,-50-57 83,13 13 51,-20-22-114,-1-1-1,1 1 0,-1-1 1,1 0-1,-1 1 0,1-1 1,0 1-1,-1-1 0,1 0 1,0 0-1,-1 1 1,1-1-1,0 0 0,-1 0 1,1 0-1,0 0 0,0 1 1,-1-1-1,1 0 0,0 0 1,-1-1-1,1 1 1,0 0-1,-1 0 0,1 0 1,0 0-1,0-1 0,-1 1 1,1 0-1,-1-1 0,1 1 1,0 0-1,-1-1 0,1 1-19,0-2 45,0 1-1,0-1 0,-1 1 0,1-1 0,0 0 1,-1 0-1,1 1 0,-1-1 0,0 0 0,1 0 0,-1 1 1,0-1-1,0 0 0,0 0 0,0 0 0,-1 0-44,2-8 150,9-213 1652,-15-156-1802,0 79 1570,5 299-1677,0 1-114,0 0-371,0 0-548,-11 20-4603,1 6-239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2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94 260 464,'0'0'2831,"0"0"-2015,0 0-13,0 0 464,0 0 278,-3-4 291,-8-15 146,8 15-61,3 4-454,0 0-450,0 0-228,0 5-220,4 52 158,3-1 1,2 0 0,3-1 0,2 0-1,10 19-727,0 9 467,-23-98-245,1-1-1,-2 1 1,-1-13-222,-4 11-138,0 1 0,-1-1 0,-1 1 0,0 0 0,-1 1 0,-1 0 0,0 0-1,-1 1 1,-8-8 138,-1-3-140,2-1-1,-7-15 141,20 32 37,0 1 1,0-1 0,1-1-1,0 1 1,0 0 0,1-1 0,0 0-1,1 1 1,0-1 0,1 0-38,0-4 129,-1 8-124,1-1 0,-1 1-1,1 0 1,0-1 0,1 1-1,0-1 1,0 1 0,0 0-1,1 0 1,0 0-1,0 0 1,0 0 0,1 0-1,0 0 1,0 1 0,0-1-1,1 1 1,2-2-5,5-5-6,1 2 1,0-1-1,1 2 1,0 0-1,0 0 0,1 1 1,0 1-1,1 0 0,0 1 1,0 1-1,0 0 1,0 1-1,1 1 0,0 0 1,-1 1-1,1 1 1,0 0-1,0 1 0,15 2 6,-27-1-19,-1-1-1,1 1 1,0 0-1,-1 1 1,1-1-1,-1 1 1,0-1-1,1 1 1,-1 0-1,0 0 1,0 0-1,0 1 0,0-1 1,-1 1-1,1-1 1,-1 1-1,1 0 1,-1 0-1,0 0 1,0 0-1,0 1 1,-1-1-1,1 1 1,-1-1-1,0 1 1,0-1-1,0 1 1,0 0 19,3 14-113,-1 1 0,-1 0 0,-1 0 0,-1 0 0,0 2 113,0-6-63,-1 1 12,0-1 0,0 0-1,-2 0 1,0 0-1,0 0 1,-2-1 0,1 1-1,-2-1 1,0 0-1,-7 11 52,-4 2-13,0-2 1,-2 0-1,0-1 0,-21 19 13,22-25-6,13-14 20,0 0 1,0 0-1,1 0 1,-1 1-1,1 0 1,1 0-1,-1 0 1,1 0-1,-1 0 1,2 1-1,-1-1 1,0 1-1,1 0 1,0 0-1,1 0 0,-1 0 1,0 5-15,3-9 16,-1 0 0,0 0 0,1 0 0,-1 0 0,1 0 0,-1 0 0,1 0-1,0 0 1,0 0 0,0 0 0,0-1 0,0 1 0,0 0 0,1-1 0,-1 1 0,0-1 0,1 1 0,-1-1 0,1 0 0,1 1-16,3 3 59,1-1 0,-1-1 0,1 1 0,0-1 0,0-1-1,4 2-58,15 3 219,-1-2 0,1 0 0,7-1-219,-12-1 316,1 1 0,-1 1 1,0 0-1,0 2 1,16 7-317,-37-14-281,9 1 739,-7-5-6910,1-19 1244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3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44 322 6739,'0'0'2006,"0"0"-661,0 0 269,0 0-333,0 0-134,-1 0-967,-1 0-1,1 0 1,-1 0 0,1 0 0,0 0 0,-1 0 0,1-1 0,-1 1-1,1 0 1,0-1 0,0 1 0,-1-1 0,1 1 0,0-1 0,0 0-1,-1 1 1,1-1-180,-3-8 245,1 0-1,0-1 1,0 1 0,1 0-1,0-1 1,1 1-1,0-1 1,1 1 0,0-1-1,0 0 1,2-7-245,-2-10 575,0 21-519,1-1 0,-1 1 1,1 0-1,0 0 1,1 0-1,-1 0 0,1 0 1,1 0-1,-1 0 0,1 0 1,0 1-1,0-1 0,0 1 1,1 0-1,0 0 1,0 0-1,0 1 0,1 0 1,0-1-1,-1 1 0,1 1 1,1-1-1,-1 1 0,0 0 1,1 0-1,0 0 1,0 1-1,3-1-56,14-4 19,-1 1 0,1 1-1,0 1 1,0 1 0,0 1 0,0 1 0,5 1-19,-25 0-9,1 0 1,-1 0-1,0 0 0,0 1 1,0 0-1,1-1 1,-1 1-1,0 0 0,0 1 1,0-1-1,0 0 1,0 1-1,-1 0 0,1 0 1,0-1-1,-1 2 1,1-1-1,-1 0 0,2 2 10,-1 1-25,1 0 0,-1 0 0,0 1 0,0-1 0,-1 1 0,0 0 0,0-1 0,0 1 0,0 0 0,-1 2 24,3 18-127,-2 0 0,-1 0 0,0 0 0,-4 18 127,3-37-26,-2 5-2,1 0 0,-2 0 0,0 0 0,0-1-1,-1 1 1,0-1 0,-1 0 0,0 0 0,-1-1 0,-7 10 28,-12 15 1,-2-1 0,-14 14-1,-18 22-1,58-69-2,-1 0-1,1 1 0,0-1 1,0 1-1,0-1 1,0 1-1,0 0 1,0-1-1,1 1 0,-1 0 1,1-1-1,-1 1 1,1 0-1,0 0 0,-1 0 1,1 0-1,0 1 4,0-2 8,1 0-1,-1-1 1,1 1-1,-1 0 1,1 0-1,-1 0 1,1-1-1,-1 1 1,1 0 0,-1-1-1,1 1 1,0 0-1,0-1 1,-1 1-1,1-1 1,0 1-1,0-1 1,-1 0-1,1 1 1,0-1-1,0 0 1,0 1-1,0-1 1,0 0-8,10 2 124,0-1-1,-1-1 1,1 0 0,-1 0 0,8-2-124,0 1 136,12-3 99,-1-2-1,1 0 1,-1-2 0,0-1-1,-1-2 1,0 0-1,0-2-234,47-18 530,25-12 486,-99 43-1106,-1 0-1,1 0 0,-1 0 1,0 0-1,1 0 0,-1 0 1,1-1-1,-1 1 1,0 0-1,1 0 0,-1 0 1,0-1-1,1 1 0,-1 0 1,0 0-1,0-1 0,1 1 1,-1 0-1,0-1 0,0 1 1,1 0-1,-1-1 0,0 1 1,0 0-1,0-1 0,0 1 1,1-1-1,-1 1 0,0 0 1,0-1-1,0 1 0,0-1 1,0 1-1,0 0 0,0-1 1,0 1-1,0-1 0,0 1 1,0 0-1,-1-1 0,1 1 1,0-1-1,0 1 0,0-1 91,-11-13-4446,10 12 3525,-21-21-10060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6.8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3419 4162,'0'0'1259,"0"0"-333,0 0 122,0 0-165,0 0-26,0 0-97,5-2 193,24-13 3042,43-21 661,-31 15-4335,-1-2 0,-2-2 1,9-9-322,-19 10 141,-1-2 0,-1-1 0,-1-1 0,-2-1 0,-1-1 0,-1-1-1,-2-1 1,-1-1 0,-2 0 0,12-34-141,15-56 566,-5-1 0,9-63-566,-36 138 4,15-68 49,-6-2 1,-5 0-1,-5-1 0,-5-65-53,-5 134 23,-2 0-1,-3-1 1,-2 1-1,-2 1 0,-5-12-22,-24-63-2,-5 2 0,-6 1 1,-58-103 1,-5 23-51,-110-144 51,196 304 26,19 28-14,-1 1 0,-1-1 0,-1 1 0,1 1 0,-2 0 0,0 0 0,-3-1-12,-7-1 42,17 12-31,0 1 0,1-1 1,0-1-1,-1 1 0,1 0 1,0-1-1,0 1 0,1-1 1,-1 0-1,0 0 0,1 0 1,0-1-1,-2-2-11,0-2 21,4 5-35,-1 0 0,0 0 0,0 0 0,0 1 0,-1-1 0,1 0-1,-1 1 1,0-1 0,1 1 0,-1-1 0,0 1 0,0 0 0,-1 0 0,1 0 14,2 2 11,0 0-38,0 0-32,0 565-666,0-562 631,0-3 84,0 0 0,0 0 0,0 0 0,1 0 0,-1 0 0,0 0 0,0 0 0,1 0 0,-1 0 0,0 0 0,0 0 0,0 0 0,1 0 0,-1 0 0,0 0 0,0 0 0,1 0 0,-1 0 0,0 0 0,0 0 0,0 0 0,1 0 0,-1-1 0,0 1 0,0 0 0,0 0 0,0 0 0,1 0 0,-1 0 0,0-1 0,0 1 0,0 0 0,0 0 0,0 0 0,1-1 0,-1 1 0,0 0 0,0 0 0,0 0 0,0-1 0,0 1 0,0 0 0,0 0 0,0-1 0,0 1 0,0 0 0,0 0 0,0 0 0,0-1 0,0 1 0,0 0 0,0 0-1,0-1 1,0 1 0,0 0 0,0 0 0,-1 0 0,1-1 0,0 1 0,0 0 0,0 0 10,4-86-21,-3 1 0,-10-72 21,-1 68-112,-7-19 112,15 104-8,1 3-104,8 248-727,0-53 1107,-7-137-156,0-47 51,0-37-20,0 7-117,-5-210 54,1 183-83,-2-1 0,-3 1 0,-11-37 3,12 59 15,4 18-26,2-1 0,-1 0-1,1 0 1,0 1-1,1-1 1,0 0 0,0-3 11,2 13-11,-1-1 0,1 1 0,0 0 0,0 0 0,0 0 0,0 0 1,0-1-1,0 1 0,0 0 0,1-1 0,-1 1 0,0-1 1,1 0 10,5 8-4,33 46 50,6 11 108,4-1-1,37 35-153,-68-83-44,0-1 1,1-2 0,1 0-1,0-1 1,1-1-1,1-1 1,-1 0 0,2-2-1,-1-1 1,1-1 0,1-1-1,15 1 44,-38-7-25,-1 0 0,0 1 0,1-1-1,-1 0 1,0 0 0,1 1 0,-1-1-1,0 0 1,1 1 0,-1-1 0,0 1-1,0 0 1,1-1 0,-1 1 0,0 0-1,0 0 1,0 0 0,0 0 0,0 0-1,0 0 26,-1 0-7,0 0-1,0-1 1,-1 1-1,1 0 1,0-1-1,0 1 1,-1 0-1,1 0 1,0-1-1,-1 1 1,1-1-1,-1 1 1,1 0-1,-1-1 1,1 1-1,-1-1 1,1 1-1,-1-1 1,0 1-1,1-1 1,-1 0-1,0 1 1,1-1-1,-1 0 1,0 1 7,-64 26 20,50-22-52,-78 37 0,-41 16 470,134-58-420,0 0 1,0 0-1,-1 0 0,1 0 1,0 0-1,0 0 1,-1 0-1,1 0 1,0 0-1,0 0 1,-1 0-1,1 0 1,0 0-1,0 0 1,-1 0-1,1 0 1,0-1-1,0 1 1,-1 0-1,1 0 1,0 0-1,0 0 1,0 0-1,-1-1 1,1 1-1,0 0 1,0 0-1,0 0 1,0-1-1,0 1 1,-1 0-1,1 0 1,0 0-1,0-1 0,0 1 1,0 0-1,0 0 1,0-1-1,0 1 1,0 0-1,0 0 1,0-1-1,0 1 1,0 0-1,0 0 1,0-1-19,0-16-75,0 11 148,0 3-72,-1-49-9,3 0 1,1 0-1,4 1 1,1-2 7,-8 53 0,0 0 1,0 0 0,0 0-1,0 0 1,0 0 0,0 1-1,0-1 1,0 0 0,0 0-1,0 0 1,0 0 0,0 0 0,-1 0-1,1 1 1,0-1 0,0 0-1,0 0 1,0 0 0,0 0-1,0 0 1,0 0 0,-1 0-1,1 0 1,0 0 0,0 0 0,0 1-1,0-1 1,0 0 0,-1 0-1,1 0 1,0 0 0,0 0-1,0 0 1,0 0 0,0 0-1,-1 0 1,1 0 0,0 0-1,0 0 1,0 0 0,0 0 0,0-1-1,-1 1 1,1 0 0,0 0-1,0 0 1,0 0 0,0 0-1,0 0 1,0 0 0,-1 0-1,1 0 1,0 0 0,0-1 0,0 1-1,0 0 1,0 0 0,0 0-1,0 0 1,0 0 0,0 0-1,0-1 1,0 1 0,0 0-1,-1 0 1,1 0 0,0 0-1,-19 17 88,-22 25 46,39-40-133,-8 10 8,9-9-2,-2 0-1,1 0 0,0 0 1,-1 0-1,1-1 0,-1 1 1,0 0-1,0-1 0,0 0 1,0 0-1,0 0 0,0 0 0,-1 0 1,1-1-1,-1 1-6,4-2 53,-1-36 43,0 11-85,2 0 1,0-1 0,4-19-12,-22 75 30,-2-1 1,-1-1-1,-16 18-30,36-46 0,0 0 1,0 0 0,0 1-1,0-1 1,-1 0-1,1 0 1,0 0-1,0 1 1,0-1 0,0 0-1,-1 0 1,1 0-1,0 1 1,0-1-1,0 0 1,-1 0 0,1 0-1,0 0 1,0 0-1,-1 0 1,1 0-1,0 1 1,0-1 0,-1 0-1,1 0 1,0 0-1,0 0 1,-1 0-1,1 0 1,0 0 0,-1 0-1,1 0 1,0 0-1,0-1 1,-1 1-1,1 0 1,0 0 0,0 0-1,0 0 1,-1 0-1,1 0 1,0 0-1,0-1 1,-1 1 0,1 0-1,0 0 1,0 0-1,0 0 1,0-1-1,-1 1 1,1 0 0,0 0-1,0-1 1,0 1-1,-5-24 70,6-43 51,-1 56-119,7-43-34,-6 51 24,0 0 1,-1 0-1,2 0 1,-1 0-1,0 0 1,0 0-1,1 1 1,0-1-1,0 0 1,-1 1-1,1-1 1,1 1-1,-1 0 1,0 0-1,0 0 1,3-2 7,-5 4-9,0 0-1,1 0 1,-1 0 0,1 0-1,-1-1 1,0 1 0,1 0-1,-1 0 1,1 0 0,-1 0-1,1 0 1,-1 0 0,0 0 0,1 0-1,-1 0 1,1 0 0,-1 0-1,1 1 1,-1-1 0,0 0-1,1 0 1,-1 0 0,1 0-1,-1 1 1,0-1 0,1 0-1,-1 0 1,0 1 0,1-1-1,-1 0 1,0 1 0,0-1 0,1 0-1,-1 1 1,0-1 0,0 1-1,1-1 1,-1 0 0,0 1-1,0-1 1,0 1 0,0-1-1,0 0 1,0 1 9,6 22-21,-5-20 6,4 29 2,-1 0 0,-1 0-1,-2 20 14,-1-52-2,1 0 0,-1 0 0,0 0 0,1 0 0,-1 0 0,0 0 0,1 0 0,-1 0 0,0 0 0,1 0-1,-1 0 1,0 0 0,1 0 0,-1 0 0,0 0 0,1-1 0,-1 1 0,0 0 0,0 0 0,1 0 0,-1 0 0,0-1 0,1 1-1,-1 0 1,0 0 0,0 0 0,0-1 0,1 1 0,-1 0 0,0-1 0,0 1 0,0 0 0,0 0 0,1-1 0,-1 1-1,0 0 1,0-1 0,0 1 0,0 0 0,0-1 0,0 1 0,0 0 0,0-1 0,0 1 0,0 0 0,0-1 0,0 1 0,0 0-1,0-1 1,0 1 2,1-22-17,-1 13 5,0 1-1,1 0 1,0-1 0,0 1 0,1 0 0,2-8 12,-3 14-5,0 0 1,0 0-1,0 0 1,0 0-1,0 1 1,1-1-1,-1 0 1,1 0-1,-1 1 1,1-1-1,0 1 1,-1-1-1,1 1 1,0 0-1,0 0 1,0 0 0,0 0-1,0 0 1,0 0-1,0 0 1,1 1-1,-1-1 1,0 1-1,0 0 1,1-1-1,-1 1 1,0 0-1,2 0 5,7 0-25,7-1-11,0 1 0,0 1 0,0 0 0,0 1 0,0 1 0,-1 1 0,1 0 0,-1 1 0,7 4 36,179 92-155,-203-100 107,0-1 0,1 1 0,-1-1-1,0 1 1,0-1 0,1 1 0,-1 0 0,0-1 0,0 1-1,0-1 1,0 1 0,0 0 0,0-1 0,0 1 0,0-1-1,0 1 1,0 0 0,0-1 0,0 1 0,-1-1 0,1 1-1,0 0 1,0-1 0,-1 1 0,1-1 48,-5 14-5420,1-7-5393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19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10325,'0'0'2502,"0"0"-821,0 0 122,0 0-394,0 0-467,0 0-379,14 11 248,-5-4-669,0 0 0,0-1 0,0 0 0,1-1 0,0 0 0,0 0 0,0-1 0,1 0 0,-1-1 0,1 0 0,0-1 0,0 0 0,5 0-142,254-1 2044,-228 4-1819,-7-2-953,-10-2-3230,-24-3 144,-2-8 1209,-11-15-1973,-23-5-1329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0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0 576,'0'0'6667,"0"0"-3652,0 0-675,0 0-457,0 0-543,7 2-223,29 7-38,0-1 0,1-2 0,0-1 0,14-2-1079,159-1-920,-115-3-4826,-95-1 1806,0-5-2130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1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272 462 8996,'0'0'1566,"0"0"59,0 0-46,0 0-367,0 0-292,1-7-37,3-15-470,-1-1 0,-1 1 0,-1-1 0,-1 1 0,-1-1 0,-1 0 1,-1 1-1,-1 0 0,-1 0 0,0 0 0,-2 0 0,-8-17-413,-51-106 229,64 143-135,1 1-14,-1 11-13,2 14-92,-1-3 54,1 1 0,1 0 0,1-1 0,0 1 0,2-1 0,1 0 0,6 20-29,19 26 178,31 50-178,-7-18 4,-48-83-68,1 0 0,-2 1 0,0-1 1,-1 1-1,-1 0 0,-1 0 0,0 0 1,-1 1-1,-1-1 0,-1 7 64,1-18-39,-1 0 1,0 0-1,0-1 0,0 1 0,-1 0 1,0-1-1,0 1 0,-1-1 0,1 1 1,-1-1-1,0 0 0,0 0 0,-1 0 1,-1 1 38,-3 2-63,1 0 1,-1-1 0,-1 0-1,0 0 1,0-1 0,0 0 0,-9 4 62,1-1-54,-1-2 0,1 0 0,-1-1 1,0-1-1,-1-1 0,1 0 0,-1-1 1,1-1-1,-7-1 54,11-2 38,10 0-12,-1 1 0,1-1-1,0 1 1,-1 0-1,1 0 1,0 0-1,-1 1 1,1-1 0,0 1-1,-1 0 1,1 1-1,0-1 1,-1 1-26,5-1 16,0-1 0,0 1 0,1-1 0,-1 1 0,0-1 0,0 1 0,1 0 0,-1-1 0,1 1 0,-1-1 0,0 1 0,1-1 0,-1 0 0,1 1 0,-1-1 0,1 1 0,-1-1 0,1 0 0,-1 1-1,1-1 1,0 0 0,-1 0 0,1 1 0,-1-1 0,1 0 0,0 0 0,-1 0 0,1 0 0,-1 0 0,1 0 0,0 0 0,-1 0 0,1 0 0,0 0 0,-1 0 0,1 0 0,-1-1 0,1 1-16,4 1 65,87 7 608,1-3 0,50-6-673,-44 0-71,-96-2-332,0-1-1,0 0 0,0 0 0,-1 0 1,0 0-1,0-1 0,0 1 1,-1-1-1,1 0 404,5-17-2202,-1 0 0,-1-1 0,-2 0-1,0 0 1,0-10 2202,-2-23-4044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1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0 253 1809,'0'0'2916,"0"0"120,0 0-171,0 0-669,0 0-774,4 5-654,11 19-111,0 1-1,-1 0 1,2 9-657,-9-17 142,0 0 1,2-1-1,0 0 1,1 0-1,0-1 1,1-1 0,1 0-1,0 0 1,1-1-1,0 0 1,5 2-143,-4-6 63,1 0 0,-1-1 0,2-1 0,-1 0 0,1-1 0,0-1 0,0 0 0,0-1 0,0-1 0,1-1 0,0 0 0,0-1 0,-1-1 0,1 0 0,0-1 0,15-4-63,-21 3 24,0 0 1,0-1-1,0-1 1,0 0 0,-1 0-1,0-1 1,0-1-1,0 0 1,0 0-1,-1-1 1,0 0 0,-1 0-1,1-1 1,-1 0-1,-1 0 1,0-1-1,0 0 1,-1-1-1,0 1 1,0-1 0,-1 0-1,0-1 1,-1 1-1,0-1 1,0-5-25,0-1-13,0 0 1,-1-1-1,-1 0 0,0 0 0,-2 1 1,0-1-1,-2-12 13,1 20-10,0 0 0,-1 1 1,-1-1-1,1 1 0,-1-1 0,-1 1 0,0 0 0,0 0 0,-1 0 1,0 1-1,0 0 0,-1 0 0,0 0 0,-4-3 10,-3-1 9,0 0 1,-2 0-1,1 1 0,-1 1 0,-1 1 1,0 0-1,0 1 0,-1 1 0,0 0 1,0 1-1,-2 1-9,-7-1 94,1 2-1,-1 0 1,0 2 0,0 1-1,0 1 1,0 1 0,-13 2-94,29-1-12,1-1-1,-1 1 1,1 0 0,0 1 0,-1 0 0,1 1 0,1 0-1,-1 0 1,0 1 0,1 0 0,0 1 0,0-1 0,1 2-1,0-1 1,0 1 0,0 0 0,1 0 0,0 1 0,0 0-1,1 0 1,0 0 0,0 1 0,1-1 0,0 1 0,1 0-1,0 0 1,0 1 0,1-1 0,0 1 0,1-1-1,0 1 1,0 0 12,1-8-153,0 0 1,0 0-1,0 0 0,0 0 0,0 0 0,1 0 0,-1 0 1,0 0-1,1 0 0,0 0 0,0 0 0,-1 0 0,1 0 1,0 0-1,0 0 0,1-1 0,-1 1 0,0 0 1,1-1-1,-1 1 0,1-1 0,-1 1 0,1-1 0,0 0 1,-1 0-1,1 0 0,0 0 0,0 0 0,0 0 0,0 0 1,0-1-1,0 1 0,0-1 0,0 1 0,2-1 153,51 9-5792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2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8932,'0'0'1726,"0"0"192,0 0-255,0 0-514,0 0-295,4 16-24,50 155 1664,-3-7-429,-1 25-2065,-10-22 387,15 75 8,-55-251 482,-5-61-687,-5 30-208,-1 2-17,2 0 0,2-1 0,1 0 1,0-40 34,6 66 1,0-4-5,0 1 1,1 0-1,3-15 4,-3 25-6,1 0 0,0 1 0,0-1 0,0 0 0,1 1 0,0-1-1,0 1 1,0 0 0,1 0 0,-1 0 0,1 1 0,2-2 6,4-5-20,1 1 0,1 0 0,0 1 0,0 0 0,1 1 0,0 0 0,0 1-1,1 1 1,0 0 0,0 1 0,2-1 20,11 0-46,1 0 0,-1 2 0,0 1 0,1 1 0,17 2 46,-41 0-23,0 0 0,0 0 0,-1 1-1,1 0 1,0-1 0,-1 1 0,1 0 0,0 1 0,-1-1-1,1 1 1,-1 0 0,0-1 0,0 1 0,0 1-1,0-1 1,0 0 0,0 1 0,0 0 0,-1-1 0,1 1-1,-1 0 1,0 0 0,0 1 0,0-1 0,0 0 0,0 1-1,-1-1 1,0 1 0,1-1 0,-1 1 0,-1 0 23,5 14-119,-2 1 1,-1 0-1,0 0 1,-1 0-1,-1 12 119,0-31-1,-1 14-34,-1-1 1,0 0-1,-1 0 1,0-1-1,-1 1 1,0-1 0,-1 1-1,-1-1 1,0-1-1,0 1 1,-1-1 0,-1 0-1,0 0 1,0-1-1,-4 3 35,2-2 16,0-1-1,0 0 0,-1-1 0,-1 0 0,1-1 0,-1 0 0,-1-1 1,1 0-1,-1-1 0,0 0 0,-1-1 0,1 0 0,-1-2 0,-4 1-15,18-4 13,-1 0-1,1 0 0,0 0 0,-1 0 0,1 1 0,-1-1 1,1 0-1,0 0 0,-1 0 0,1 0 0,-1 0 1,1 1-1,0-1 0,-1 0 0,1 0 0,0 0 1,-1 1-1,1-1 0,0 0 0,-1 1 0,1-1 0,0 0 1,0 1-1,-1-1 0,1 0 0,0 1 0,0-1 1,0 1-1,-1-1 0,1 0 0,0 1 0,0-1 0,0 1 1,0-1-1,0 0 0,0 1-12,7 16 62,20 10-106,-7-10 152,1 0 1,0-2-1,1-1 1,1-1-1,1 0 1,-1-2-1,2-1 1,0-1-1,0-1 1,0-1-1,1-1 1,0-2-1,0 0 0,0-2 1,8 0-109,-33-2-19,-1 0-82,0 0-297,0 0-426,0 0-897,0 0-1771,0 0-2548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3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71 5378,'0'0'1679,"0"0"-81,0 0-318,0 0-175,0 0 106,-2 16 3623,-19-3-4574,3-3 779,18-13-909,-1 0-1,1-1 0,-1 1 0,1-1 0,0 1 0,1 0 0,-1-1 0,1 1 1,-1 0-1,1-1 0,0 1 0,0 0 0,0 0 0,1 0 0,1-3-129,0 2-153,0 1 1,0 0-1,1 0 0,0 0 0,-1 0 0,1 1 0,0-1 0,0 1 1,0 0-1,1 0 0,-1 1 0,0-1 0,1 1 0,-1 0 0,3 0 153,24-9-7402,-14 1-535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3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97 120 7780,'0'0'2259,"0"0"-927,0 0 359,0 0-661,0 0-462,-3 11-344,-5 31 314,2 0 0,2 0 0,2 0 0,2 1 0,2 8-538,-1 14 482,-1-52-409,1 0-1,1 0 0,0 0 0,1 0 1,1-1-1,-1 0 0,2 1 0,0-1 1,0-1-1,1 1 0,1-1 0,0 0 1,0 0-1,9 8-72,-9-11 23,1 1 1,0-1-1,0-1 1,1 1-1,0-2 1,0 1-1,1-1 1,-1 0-1,1-1 1,1 0 0,-1-1-1,1 0 1,0-1-1,0 0 1,0-1-1,0 0 1,3 0-24,-4-1 20,-1-1 0,1 0 0,-1 0 0,1-1 0,-1-1 1,0 1-1,1-2 0,-1 1 0,0-1 0,0 0 0,0-1 1,-1 0-1,1-1 0,-1 1 0,0-1 0,-1-1 0,1 0 1,-1 0-1,0 0 0,0-1 0,-1 0 0,0-1 0,0 1 1,-1-1-1,2-2-20,2-5-22,0 0 1,0 0-1,-2 0 1,0-1-1,-1 0 1,0 0-1,-1-1 0,-1 0 1,1-9 21,0-17-102,-2 1 1,-2 0-1,-3-16 102,2 46 2,-1 0-1,-1 0 1,0 1 0,-1-1-1,0 1 1,-1-1 0,0 1-1,-1 0 1,0 1 0,-1-1 0,0 1-1,-1 0 1,0 1 0,0-1-1,-1 1 1,0 1 0,0 0-1,-4-3-1,1 2 44,-1 0 0,-1 1-1,1 0 1,-1 1-1,-1 0 1,1 1-1,-1 0 1,0 1-1,0 1 1,-1 1 0,1 0-1,-1 0 1,0 1-1,-7 1-43,17 1 19,-16-1 91,1 1 1,0 1-1,-6 2-110,19-2 24,0 0-1,1 1 1,-1 0-1,1 0 1,-1 1-1,1 0 1,0 0-1,0 0 1,0 1-1,1 0 0,-4 3-23,-4 4-29,1 1 0,1 0-1,0 1 1,1 0-1,0 1 1,1 0-1,1 1 1,0-1-1,1 2 1,0-1-1,1 1 1,1 0-1,1 0 1,0 0 0,1 1-1,1 0 1,0-1-1,1 1 1,1 0-1,1 0 1,0-1-1,2 1 1,0 1 29,-3-14-325,1 1-1,1-1 1,-1 0 0,0 0-1,1 0 1,0 0 0,0 0-1,0 0 1,1 0 0,-1-1-1,1 1 1,0-1 0,0 1-1,0-1 1,0 0 0,4 2 325,28 17-5443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4.2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10053,'0'0'912,"0"0"1105,0 0 64,0 171-1281,0-116 65,0-3-593,0-3-16,0-3-144,0-13-112,0-5-176,0-1-544,0-12-1137,0-8-1921,0-7-3633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4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506 157 4210,'0'0'1761,"0"0"-201,0 0 244,0 0-481,0 0-61,-9-13-59,-6-5-549,0 1-1,-1 0 0,-1 1 0,-8-5-653,18 14 227,-1 2 0,0-1 0,0 1 0,-1 0 0,0 1 0,1 0-1,-1 0 1,-1 1 0,1 0 0,0 0 0,-1 1 0,1 1 0,-1 0 0,-1 0-227,11 1 2,-15-1 107,0 2 1,0 0 0,0 0 0,-4 2-110,14-1 20,-1-1 1,1 1-1,-1 1 0,1-1 1,0 1-1,0 0 1,0 0-1,0 0 0,0 0 1,1 1-1,-1 0 0,0 2-20,-9 8 88,2 0 0,0 1 0,0 1 0,2 0 1,0 0-1,0 1 0,2 0 0,0 1 0,1 0 0,1 0 0,1 1 0,0-1 0,1 1 0,1 0 0,1 0 0,1 17-88,1-34 6,0 0 1,0 1-1,0-1 0,0 0 1,1 0-1,0 1 0,-1-1 1,1 0-1,0 0 0,0 0 1,0 0-1,0 0 0,0 0 1,1 0-1,-1 0 0,0 0 1,1 0-1,0-1 1,-1 1-1,1-1 0,0 1-6,3 1 13,-1 0-1,1-1 1,-1 0-1,1 0 0,-1 0 1,1-1-1,0 1 1,0-1-1,0 0 1,1-1-13,8 2 32,0-1-1,0-1 1,1-1 0,-1 0 0,0-1-1,0 0 1,2-1-32,0-3 12,0 1-1,0-2 1,-1 0 0,0-1-1,-1 0 1,1-2-1,6-5-11,91-79 4,-102 85-1,8-2 8,-9 19 1,-7 32 20,-2-28-17,0 12 33,1 28 375,-3 0 0,-2-1 1,-7 38-424,2-49 42,-11 64 619,14-38-3800,6-64-63,0-2-2299,0 0-3426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5.6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34 121 2449,'0'0'1449,"0"0"-94,0 0 425,0 0 2,0 0 125,-3-2 43,3 2-1803,-1 0-1,1 0 1,0 0-1,-1 0 1,1 0-1,-1 0 1,1 0-1,0 0 0,-1 0 1,1 0-1,-1 0 1,1 0-1,0 0 1,-1 0-1,1 0 1,0 0-1,-1 1 0,1-1 1,-1 0-1,1 0 1,0 0-1,0 1 1,-1-1-1,1 0 1,0 0-1,-1 1 0,1-1 1,0 0-1,0 0 1,-1 1-1,1-1 1,0 0-1,0 1 1,0-1-1,-1 1 0,1-1 1,0 0-1,0 1 1,0-1-1,0 0 1,0 1-147,-5 29 1947,5 49-2537,0-55 1483,1 88-5,7 31-888,-5-100 150,-3-38 232,-3-26-145,-7-52-186,5 37-51,1 1-1,1-18 1,2 35 0,2 0-1,0 0 1,1 0-1,1 0 1,0 1 0,2-1-1,1-1 1,-4 12-1,1 0 0,0 0 0,1 1 1,-1 0-1,1-1 0,1 2 0,-1-1 0,1 0 0,0 1 1,0 0-1,1 0 0,-1 0 0,1 1 0,0 0 0,1 0 0,-1 0 1,1 1-1,5-2 1,-8 3-12,0 0 0,1 1 0,-1-1 1,0 1-1,0 0 0,1 1 0,-1-1 1,0 1-1,1-1 0,-1 1 0,1 1 1,-1-1-1,0 1 0,1-1 0,-1 1 1,0 1-1,0-1 0,0 1 0,2 0 12,-1 1-13,0 0-1,0 1 1,-1-1-1,0 1 1,0 0-1,0 1 1,0-1-1,0 0 1,-1 1-1,0 0 1,0 0-1,0 0 1,0 2 13,6 14-16,-2 0-1,0 1 1,-1 0 0,-2 0 0,0 0 0,-1 0-1,-1 1 17,-1 74-1037,-1-96 749,0-15 165,-1-17 138,2-1 0,1 1 0,2-1 0,1 1 0,1 0 0,3-3-15,-5 22-16,1 0-1,-1 1 1,2-1-1,0 1 1,0 0-1,1 0 1,1 1-1,0 0 1,0 0-1,1 1 1,0 0-1,0 0 1,1 1-1,0 0 1,1 1-1,8-5 17,-12 8 3,-1 1-1,1 0 1,0 0-1,0 1 1,0-1-1,0 1 0,0 1 1,0 0-1,0 0 1,1 0-1,-1 1 1,0 0-1,1 0 0,-1 1 1,0-1-1,1 2-2,-3-1 8,1 1-1,-1 0 1,1 0-1,-1 1 1,0 0-1,0 0 1,0 0-1,0 0 1,-1 1 0,0-1-1,1 1 1,-1 1-1,0-1 1,-1 0-1,1 1 1,-1 0-1,0 0 1,0 0-1,0 0 1,-1 1-8,11 29 168,-2 1 1,-1-1-1,-2 2 1,-1-1-1,-2 1 1,0 33-169,0-8 1489,13 55-1489,-17-114 141,-1-3 24,0 0 36,0 0-79,0 0-255,0-24-6702,0-1-1113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7.4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12710,'0'0'2785,"0"0"-1840,0 0 1087,0 0-1103,0 0 175,0 0-399,251 42-417,-179-42-64,-15 0-208,-19 0-32,-18 0 0,-13 0-96,-7 0-304,0 0-609,0 0-1040,-4-3-656,-29-3-1905,-18-12-3650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27.7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9652,'0'0'4130,"0"0"-3023,0 0 187,0 0 302,36 11-345,119 29-544,-128-34-625,0-2 0,0-2 0,1 0 0,-1-1 0,20-4-82,11 2 76,-58 1-77,1 0 0,0 0 0,-1 0 0,1 0 1,-1 0-1,1 0 0,0 0 0,-1 0 0,1 0 1,0 0-1,-1 0 0,1 0 0,-1-1 0,1 1 1,0 0-1,-1 0 0,1-1 0,-1 1 0,1 0 1,-1-1-1,1 1 0,-1 0 0,1-1 0,-1 1 1,1-1-1,-1 1 0,1-1 0,-1 1 0,0-1 1,1 0 0,-3-13-3581,-4 2-1352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30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692 331 5298,'0'0'894,"0"0"632,0 0-130,0 0-295,0 0-39,0 0 43,0 0 21,0 0-86,0 0-109,0 0-83,0 0-55,0 0-156,0 0-66,0 0-194,0 0-111,0 0-132,0 0-54,0 0 24,0 0-3,-4-9 171,0-3-260,-9-23 13,-1 0-1,-11-16-24,19 39-1,-2 0 0,1 1 0,-1 0 0,-1 1 0,0 0 1,-1 0-1,0 1 0,-10-8 1,1 5-10,-1 0 0,0 2 0,0 0 0,-1 2 0,0 0 0,0 1 0,-1 2 0,0 0 0,0 1 0,-1 1 0,1 1 0,-1 1 0,1 1 0,-1 1 0,-20 4 10,35-3-10,1 0 0,-1 1-1,1-1 1,0 2-1,0-1 1,0 1 0,0 0-1,1 1 1,-1-1-1,1 1 1,0 1 0,1-1-1,-1 1 1,1 0-1,0 0 1,1 1 0,-1-1-1,1 1 1,-2 6 10,-4 5-22,2 0 0,1 1 1,0-1-1,1 1 0,1 1 1,1-1-1,-1 8 22,2-8-6,1 0-1,1 0 1,1 0 0,1 1-1,0-1 1,4 19 6,-3-30 3,1 1 0,-1-1 1,2 0-1,-1 0 0,1 0 0,0-1 0,0 1 1,1-1-1,0 0 0,1 0 0,-1 0 0,1-1 1,1 0-1,-1 0 0,1-1 0,3 3-3,9 2-34,-1 0 1,1-1-1,0-1 1,1-1-1,0-1 0,0 0 1,0-2-1,1 0 0,0-1 1,0-1-1,0-1 0,-1-1 1,3-1 33,-16 0 7,0 1 1,0-1-1,0-1 1,0 1-1,0-1 0,0-1 1,0 1-1,-1-1 1,1 0-1,-1 0 1,0-1-1,0 0 1,0 0-1,-1-1 1,1 1-1,-1-1 1,0 0-1,0-1 1,-1 1-1,1-1 1,-1 0-1,-1 0 1,1 0-1,-1 0 0,2-6-7,9-21 17,-1-1 0,-2-1 0,-2 0 0,4-25-17,-1 9 18,-8 37 245,-1-1 1,-1 0-1,0 0 1,0 0 0,-2-1-264,0 16 296,0 0-21,0 0-67,0 0-35,0 0-69,0 0-8,0 0-40,0 0-24,0 0-5,0 0 26,0 0-7,0 0-20,0 0 20,0 0 7,0 0-34,0 0-33,0 0-12,0 0 7,0 0 0,0 0-15,0 0-17,0 27 38,0-21-9,0-3 22,0 0 24,0-3-2,0 0-4,0 0-31,0 0 26,0 0 25,-1 38-9,1 0 1,2-1 0,2 1 0,1-1-1,2 0 1,1 0 0,5 9-30,9 4 11,1 0-1,3-2 1,2 0 0,2-2 0,13 13-11,-16-21 26,-25-35-39,1 0 0,-1 0 0,0 1 1,0-1-1,0 1 0,-1-1 0,1 1 1,-1 0-1,0-1 0,0 1 0,0 0 1,0 0-1,-1 0 0,1 0 0,-1 0 0,0 0 1,-1 2 12,0-3-21,0 0 0,0 1 0,-1-1 0,0 0 0,1 0 0,-1 0 0,0-1 0,-1 1 0,1 0 0,0-1 0,-1 1 0,1-1 0,-1 0 0,0 0 0,0 0 0,0 0 0,0-1 0,0 1 0,-1 0 20,-29 13-44,-1 0-1,0-2 0,-1-2 0,0-1 0,-11 0 46,-46 7 200,-44 0-200,83-13 213,22-2 683,73-1-588,8-1-319,-1-3-1,1-2 1,-1-2 0,0-2 0,13-6 11,-41 11-35,-18 3 37,0 1 0,0-1 0,0 1 1,1-1-1,-1 0 0,0 0 0,0-1 0,0 1 0,1-2-2,-3 2 72,-1 1 40,0 0-45,0 0 26,0 0-64,0 0-34,0 0 8,0 0-19,0 0 32,0 0 37,-3-4 2733,-15 2-3221,16 2 594,2 0-183,0 0 6,0 0-6,-22 0-3055,9 0-715,4 0-1819,2 0-2975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3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0 410 7347,'0'0'2196,"0"0"-806,0 0 910,0 0-337,0 0-514,1-4-406,-1 3-1024,-1 1 0,1-1 1,0 1-1,0-1 0,0 1 0,0 0 0,1-1 1,-1 1-1,0-1 0,0 1 0,0 0 0,0-1 1,0 1-1,0-1 0,1 1 0,-1 0 0,0-1 0,0 1 1,1-1-1,-1 1 0,0 0 0,0-1 0,1 1 1,-1 0-1,0 0 0,1-1 0,-1 1 0,0 0 1,1 0-1,-1 0 0,1-1 0,-1 1 0,0 0 1,1 0-1,-1 0 0,1 0 0,-1 0 0,1 0 0,-1 0 1,0 0-1,1 0 0,-1 0 0,1 0 0,-1 0 1,1 0-1,-1 0 0,0 0 0,1 0 0,-1 0 1,1 1-20,27 21 748,32 51 410,-53-63-953,59 77 679,191 244 612,-250-322-1434,0-1 1,0 1-1,1-1 1,1-1-1,-1 0 1,1 0-1,2 1-62,-11-9 28,1 1 0,-1 0-1,1 0 1,-1 0 0,1 0-1,0-1 1,-1 1 0,1 0 0,-1 0-1,1-1 1,-1 1 0,1 0 0,-1-1-1,0 1 1,1-1 0,-1 1-1,1 0 1,-1-1 0,0 1 0,1-1-1,-1 1 1,0-1 0,0 1-1,1-1 1,-1 0 0,0 1 0,0-1-1,0 1 1,0-1 0,0 1 0,1-1-1,-1 0 1,0 1 0,0-1-1,-1 1 1,1-1 0,0 0 0,0 1-1,0-1 1,0 1 0,0-1-1,-1 0-27,2-4 167,13-134 110,-6 0 0,-9-94-277,6-125 287,2 273 174,-7 84-647,0 8-1791,0 1 924,-1-1 0,0 0 1,-1 0-1,0 0 0,0 0 1,0 0-1,-1-1 1053,-8 22-6704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32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503 31 11749,'0'0'822,"0"0"-310,0 0 441,0 0 367,0 0-250,-5-7-502,2 3-566,-11-15 346,9 23-26,6 19 52,5 10 277,1-1-1,2 0 1,1 0-1,2 0 0,2 3-650,8 21 590,146 337 1850,-75-183-1817,-81-182-565,10 24 87,2-1 1,13 18-146,-37-69-15,0 1 1,0 0-1,1-1 0,-1 1 0,0-1 0,1 1 0,-1-1 1,0 1-1,1-1 0,-1 1 0,1-1 0,-1 0 0,1 1 1,-1-1-1,1 1 0,-1-1 0,1 0 0,-1 0 0,1 1 0,-1-1 1,1 0-1,-1 0 0,1 0 0,0 1 0,-1-1 0,1 0 1,0 0 14,-26 3-408,-11 12 232,0 1 0,1 1 0,-23 17 176,-3 0-78,-106 58 354,-22 25-276,134-79 64,1 2 0,2 3-1,2 1 1,2 4 0,-3 7-64,42-37-1521,9-18 1445,1 1 0,-1-1 1,1 0-1,-1 1 0,0-1 0,1 0 0,-1 1 1,1-1-1,-1 0 0,0 1 0,1-1 1,-1 0-1,1 0 0,-1 0 0,1 1 1,-1-1-1,1 0 0,-1 0 0,1 0 1,0 0-1,-1 0 0,1 0 0,-1 0 0,1 0 1,-1 0-1,1 0 0,-1 0 0,1-1 1,-1 1-1,1 0 0,-1 0 0,1 0 1,-1-1-1,1 1 0,-1 0 0,0 0 1,1-1-1,-1 1 0,1 0 0,-1-1 0,0 1 1,1-1 75,118-62-10221,-30 21 2559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18:32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954 0 4210,'0'0'5864,"0"0"-3871,0 0-574,0 0-533,0 0-635,-25 18 2,-296 185 2506,321-202-2750,-147 82 2683,5 6 1,-61 54-2693,194-136 111,-3 1-6,1 0 1,0 1-1,1 1 1,0 0-1,1 0 1,0 1-1,0 0 1,1 0 0,0 1-1,-1 3-105,8-10 84,1-5-6974,0-10-911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 13350,'0'0'2161,"0"0"-1697,0 0 689,0 0 928,0 0-689,0 0-1215,-14 0-177,11 0-81,-4 3-1055,-17 12-2130,-13 0-3217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7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11 600 3426,'0'0'1189,"0"0"-308,0 0-81,0 0 177,0 0 170,-10 8 4826,10-7-4772,0-1-219,123 5 1440,31 8-2422,-17 0 176,164 14-315,64 24 139,-339-46 12,-5-1 16,-1-1 0,1-1 0,15 0-28,-35-3 72,-1 1-1,1-1 0,-1 0 0,0 1 0,1-1 0,-1 0 0,0 1 0,0-1 0,1 0 1,-1 0-1,0 1 0,0-1 0,0 0 0,0 0 0,0 1 0,0-1 0,0 0 0,0 0 1,0 1-1,-1-1 0,1 0 0,0 1 0,0-1 0,-1 0 0,1 0-71,-9-36-152,4 18 266,-7-55 184,3-1 0,4 1 0,3-74-298,2 148 42,0 3-71,4 52-6,3 0 1,2-1-1,2 0 1,3-1-1,4 7 35,1 8-3,-14-46 41,2 0-1,0 0 1,1-1-1,1 0 1,2-1 0,0 0-1,0 0 1,2-1 0,7 7-38,-20-25 7,0 0 1,1 0 0,-1 0-1,1 0 1,0-1 0,-1 1-1,1 0 1,0 0 0,-1-1-1,1 1 1,0 0 0,0-1-1,0 1 1,-1 0 0,1-1-1,0 1 1,0-1 0,0 0-1,0 1 1,0-1 0,0 0-1,0 0 1,0 1 0,0-1-1,0 0 1,0 0 0,0 0-1,0 0 1,0 0 0,0 0-1,0-1 1,0 1 0,0 0-1,0 0 1,0-1 0,0 1-1,0-1 1,0 1 0,0-1-1,0 1 1,0-1 0,-1 1-1,1-1 1,0 0 0,0 0-1,-1 1 1,1-1 0,0 0-1,-1 0 1,1 0 0,-1 0-1,1 0 1,-1 1 0,1-1-1,-1 0 1,0 0 0,0 0-8,5-11 181,-1-1 0,0 1 1,-1 0-1,1-12-181,0 4-36,15-76 64,-5-1 0,-4 0 0,-4-1 0,-5-50-28,-1 147 18,1 2-135,7 13 58,-2-1 0,0 1 0,0 1 0,-2-1 0,1 1 0,-2 0 0,2 14 59,3 9-22,3 10-7,0 1 5,1-1 0,18 41 24,-13-57-2,-16-30 4,0-1-1,0 1 0,0-1 1,0 1-1,0-1 0,0 0 1,0 0-1,1 0 0,-1 1 1,0-1-1,1-1 0,-1 1 1,1 0-1,-1 0 0,1 0 1,-1-1-1,1 1 0,0-1 1,-1 1-2,11-15 168,-1-12-96,-2 0-1,5-19-71,9-25-10,5-4 15,51-143-87,-78 217 77,-1 0 0,1 0 0,-1 1 0,1-1 0,-1 0 0,1 0 0,-1 1 0,1-1 0,-1 0 0,1 1 1,-1-1-1,0 0 0,1 1 0,-1-1 0,0 1 0,1-1 0,-1 1 0,0-1 0,0 1 0,1-1 0,-1 1 0,0-1 0,0 1 0,0-1 0,0 1 1,0-1-1,1 1 0,-1 0 0,0-1 0,0 1 0,0-1 0,-1 1 0,1 0 5,9 31-141,-2 29-44,-1 35 185,-5-52 0,3-1-1,1 0 0,2 0 1,5 16 0,-10-51 11,0-1 1,0 1 0,1-1-1,0 1 1,0-1-1,1 0 1,0 0-1,0-1 1,1 1-1,-1-1 1,1 0 0,4 3-12,-7-12 66,0 0 1,-1 0 0,1 0-1,-1-1 1,1 1-1,-1-1 1,0 1 0,0 0-1,0-1 1,-1 0 0,1-1-67,2-7 48,25-80 23,55-166-72,-83 257 3,0 1-26,0 5-90,18 284-201,-18-277 310,1 0 1,1 0 0,0 0-1,1-1 1,0 1 0,1-1-1,0 0 1,1 1 0,0-2-1,1 1 1,5 7 4,-10-17 14,-1-1 0,0 0 0,1 0 0,-1-1 0,1 1 1,-1 0-1,1 0 0,-1 0 0,1 0 0,-1 0 0,1 0 0,-1-1 1,1 1-1,-1 0 0,0 0 0,1-1 0,-1 1 0,1 0 0,-1 0 0,0-1 1,1 1-1,-1-1 0,0 1 0,0 0 0,1-1 0,-1 1 0,0-1 1,0 1-1,1 0 0,-1-1 0,0 1 0,0-1 0,0 1 0,0-1 0,0 1 1,0-1-1,0 1 0,0-1 0,0 1 0,0-1 0,0 1 0,0-1 1,0 1-15,8-31 15,-7 29 23,100-372-35,-97 356 12,-3 12-11,0 0 0,1-1 0,0 1 0,0 0 0,0 0 0,1 0 0,0 0 0,0 0 0,1-2-4,-4 8-2,1 0 1,-1 0 0,0 0-1,0 0 1,0-1 0,0 1-1,0 0 1,0 0-1,0 0 1,0 0 0,1 0-1,-1 0 1,0-1 0,0 1-1,0 0 1,0 0-1,0 0 1,1 0 0,-1 0-1,0 0 1,0 0 0,0 0-1,0 0 1,0 0-1,1 0 1,-1 0 0,0 0-1,0 0 1,0 0 0,0 0-1,1 0 1,-1 0-1,0 0 1,0 0 0,0 0-1,0 0 1,1 0 0,-1 0-1,0 0 1,0 0-1,0 0 1,0 0 0,1 1-1,-1-1 1,0 0 0,0 0-1,0 0 1,0 0-1,0 0 1,0 0 0,0 1-1,1-1 1,-1 0 0,0 0-1,0 0 1,0 0 0,0 0-1,0 1 1,0-1-1,0 0 2,3 14-162,-2-11 143,12 74-93,-3 0 0,0 79 112,-10-156 0,0 0 32,6 1-16,1-1 0,-1 1 0,0 0 0,0 1 0,0 0 1,4 1-17,24 6-4,64 4 107,1-4 0,20-4-103,202-6-45,-194-1 1,19-6 24,35-10 20,74-5 4,-107 17-332,-148-20 256,2-131 48,-4-178-32,1 319 101,-1-1 0,0 1 0,-1-1-1,0 1 1,-5-12-45,7 27 40,1 15-152,-5 109 36,-10 39 76,1-16 124,0 330 677,14-464-787,1-1 1,0 0 0,0 0-1,1 0 1,0 0 0,1-1-1,0 1 1,1-1 0,0 1-1,2 3-14,-5-13 16,-1-1-18,0 0 60,0-38 313,17-795-1080,-27 779 516,7 45 179,1 0-1,0 0 1,0 0 0,1 0-1,0-5 15,1 14 19,0 0-43,0 0-19,0 0-5,2 29-64,1-18 152,0 0 1,1 1-1,0-2 0,1 1 0,1 0 0,-1-1 1,2 0-1,-1 0 0,6 5-40,16 18 118,0-1 0,2-2-118,19 16 76,2-3 0,1-1 0,2-3-1,29 13-75,71 36 201,12-4-201,-163-83-11,0 1 1,1-1-1,-1 1 1,0 0-1,0 0 0,0 1 1,0-1-1,-1 1 0,1-1 1,-1 1-1,1 0 1,-1 0-1,0 0 0,0 0 1,0 2 10,-1-3-7,-1 0-1,1 0 1,-1 0 0,0 0 0,0 0 0,0 0 0,0 0-1,0 1 1,0-1 0,-1 0 0,1 0 0,-1 0 0,0 0-1,1 0 1,-1 0 0,0 0 0,0-1 0,0 1-1,0 0 1,-1 0 0,1-1 0,0 1 0,-1 0 0,1-1-1,-1 0 1,1 1 0,-1-1 0,0 0 7,-14 13-50,-1-2 0,-1 0 1,0-1-1,0-1 0,-1-1 1,0 0-1,0-1 0,-10 1 50,-42 11-171,-57 9 171,72-18 14,31-6-19,-76 17 162,1 3 1,-16 11-158,105-32 2237,5-3-7472,24-6-6721,14-3 4977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39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8 4002,'0'0'1582,"0"0"-112,0 0-179,0 0-157,0 0-387,0 0-301,0-7 380,0 8 3371,0 99-3941,-13 472 1839,-4-314-1321,-14 172 543,-10-74 412,38-288-1484,3-67-162,0-1 8,0 0-56,-5 0-1330,-10-2-9952,11-6 4975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0.6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3474,'0'0'1307,"0"0"72,0 0 115,0 0-72,0 0-205,-7 4-11,-20 14 122,20-13-117,7-5-242,0 0-147,0 0-49,5 1-84,250 13 2571,186-16-3260,-148-2-267,-222 5 347,11 0 297,1-4 1,10-4-378,-83 5-4230,-14 0-2361,-11 2 1495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1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19 1265,'0'0'904,"0"0"-88,0 0-34,0 0-166,0 0-55,0 0 71,-5 0 390,-13 0 322,13 0 190,5 0 56,0 0 56,0 0-162,0 0-329,0 0-237,8 0 261,255 0-160,-262-14-2197,-3 10-5858,-10 4 2530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1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1761,'0'0'2574,"0"0"-928,0 0-154,0 0-321,0 0-280,-3 2-275,2-2-540,0 0 0,0 0 1,1 1-1,-1-1 0,0 0 0,0 1 0,1-1 0,-1 1 0,0-1 0,0 1 0,1-1 0,-1 1 0,1 0 1,-1-1-1,1 1 0,-1 0 0,1-1 0,-1 1 0,1 0 0,-1 0 0,1 0-76,9 9 3233,36 2-820,33-4-1107,1-4 0,66-5-1306,-47 0 269,177-10 128,-3 1 999,-163 3-2351,-109 7 88,0 0-377,0 0-612,1 0-1921,-4-3 1012,-12 0-1853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2.5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5539,'0'0'2587,"0"0"-730,0 0-64,0 0-366,0 0-287,22 0-492,22 3-439,-4 0 257,1-2 0,-1-1 1,1-2-1,0-2 0,8-3-466,-29 0 753,-14 3-1440,-10 3-3960,3 1 4778,1 0 272,0 0 229,2 240 5080,16 84-5712,0-59 2377,-12-230-2142,-6-35-331,0-10-1665,-3-77-4319,0 19 253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43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0 480,'0'0'987,"0"0"-168,0 0-181,0 0-321,0 0-148,22 0 8150,-10 0-8211,182 2 3176,2-1-5252,-196-1-1927,0-3-1857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0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0 730 1457,'0'0'2553,"0"0"-414,0 0-124,0 0-134,0 0-70,0 0-138,3-30-409,18-177 1202,-9 108-1586,5-45 3642,-2-105-4522,-9 403 302,12 47-302,6 111 285,-24-236-158,-1-35 128,2 0-1,2 1 1,3 11-255,-2-179-547,-4-128-1224,1 253 1765,-1 0 0,0 0 0,0 0 1,0 0-1,0 0 0,0 0 0,0 0 1,0 0-1,0 0 0,0 0 1,0 0-1,0 0 0,0 0 0,-1 1 1,1-1-1,-1 0 0,1 0 0,0 0 1,-1 0-1,1 0 0,-1 0 0,0 1 1,1-1-1,-1 0 0,0 1 0,1-1 1,-1 0-1,0 1 0,0-1 0,0 1 1,1-1-1,-1 1 0,-1-1 6,2 1 43,0 0 2,0 0-10,0 0-11,0 0-37,0 0-19,0 1 34,1 0 0,-1 0 0,1 0 0,-1 0 0,1 0 0,-1 0 0,1 0 1,0 0-1,0 0 0,-1 0 0,1 0 0,0-1 0,0 1 0,0 0 0,0-1 0,0 1 1,0 0-1,0-1 0,0 1 0,0-1 0,0 0 0,0 1 0,0-1 0,1 0 1,-1 0-3,33 9 89,-31-9-74,69 9 166,1-4 1,-1-2-1,36-6-181,-5 2 22,39 1 9,113 0-102,18-12 71,746-34 158,-581 43 2797,-438-11 1213,0 8-4613,0 13 540,0 1-103,0 0-1,1 0 1,0 0 0,1 0 0,0 0-1,0 0 1,3 6 8,-4-11 4,1 1 0,-1-1 0,1 0 0,0 0 0,0 0-1,0 0 1,0 0 0,0-1 0,1 1 0,-1 0 0,1-1 0,0 0 0,0 0-1,0 0 1,0 0 0,0 0 0,0-1 0,0 1 0,3 0-4,-5-1-102,0 0 0,-1 0 1,1 0-1,0 0 0,0 0 0,-1 1 1,1-1-1,-1 0 0,1 0 0,-1 1 0,1-1 1,-1 0-1,0 0 0,1 1 0,-1-1 1,0 0-1,0 1 0,0-1 0,0 0 1,-1 2 101,1 39-2299,-1-29 2329,1 48-182,-2-1-1,-3 0 0,-8 32 153,1-42 52,-3 0 1,-7 14-53,-21 76 415,41-127-390,0 0 0,1 0 0,1 1 0,0-1 0,1 3-25,0-3-10,-1 0 0,0 0 0,-1 0 0,-2 12 10,2-23-26,0 1-1,0-1 0,0 0 0,0 0 1,0 0-1,-1 0 0,1 1 1,-1-2-1,0 1 0,1 0 1,-1 0-1,0 0 0,0-1 1,0 1-1,0-1 0,0 0 1,0 0-1,0 1 0,-1-1 1,1-1-1,0 1 0,-3 0 27,-57 12-191,47-12 158,-429 63-76,443-64 123,-1 0 1,1 0 0,0 0-1,0 0 1,0 0 0,0 1 0,0-1-1,-1 0 1,1 1 0,0-1-1,0 1 1,0-1 0,0 1-1,0-1 1,0 1 0,0 0-1,0-1 1,0 1 0,1 0-1,-1 0 1,0 0-15,1-1 5,0 1-1,1 0 1,-1-1 0,0 1-1,1 0 1,-1-1 0,1 1-1,-1-1 1,1 1-1,-1-1 1,1 1 0,-1-1-1,1 1 1,-1-1 0,1 1-1,0-1 1,-1 0 0,1 1-1,0-1 1,-1 0 0,1 1-1,0-1 1,-1 0-5,50 16 108,29-3 108,0-4-1,0-3 1,51-3-216,6 0 153,-82-1-152,-11-1-62,1 1 0,-1 2 0,0 3 0,27 7 61,-63-9-591,-17 1 412,-26 2 218,31-7-100,-298 52-304,71-14 762,-11 13-397,220-43 130,22-9-127,1 0 0,0 1 0,0-1 1,0 0-1,0 0 0,0 0 1,0 0-1,0 1 0,0-1 1,0 0-1,0 0 0,0 0 1,0 0-1,0 1 0,1-1 0,-1 0 1,0 0-1,0 0 0,0 0 1,0 1-1,0-1 0,0 0 1,0 0-1,0 0 0,0 0 0,1 0 1,-1 1-1,0-1 0,0 0 1,0 0-1,0 0 0,0 0 1,1 0-1,-1 0 0,0 0 1,0 0-1,0 0 0,0 0 0,1 0 1,-1 0-1,0 0 0,0 1 1,0-1-1,0 0 0,1 0 1,-1-1-1,0 1 0,0 0 1,0 0-1,1 0 0,-1 0 0,0 0 1,0 0-1,0 0 0,0 0-3,49 3 140,591-3 271,-615-1-489,-1 2 1,0 1 0,21 5 77,-45-7-15,1 0 1,-1-1 0,0 1 0,1 0 0,-1 0-1,0 0 1,1 0 0,-1 0 0,1 0 0,-1 0-1,0 0 1,1 0 0,-1 0 0,0 0 0,1 1 0,-1-1-1,0 0 1,1 0 0,-1 0 0,0 0 0,1 0-1,-1 1 1,0-1 0,0 0 0,1 0 0,-1 1-1,0-1 1,0 0 0,1 0 0,-1 1 0,0-1 0,0 0-1,0 1 1,1-1 0,-1 0 0,0 1 0,0-1-1,0 0 1,0 1 0,0-1 0,0 0 0,0 1-1,0-1 1,0 0 0,0 1 0,0-1 0,0 1-1,0-1 1,0 0 0,0 1 0,0-1 0,0 0 14,-20 13-495,-41 5 376,-1-2-1,-1-3 1,-62 5 119,57-10 101,1 4 1,0 2 0,-31 13-102,98-27 0,-1 0 1,1 0-1,0 0 1,0 0-1,-1 0 1,1 0-1,0-1 1,0 1 0,-1 0-1,1 0 1,0 1-1,0-1 1,-1 0-1,1 0 1,0 0-1,-1 0 1,1 0-1,0 0 1,0 0 0,-1 0-1,1 0 1,0 1-1,0-1 1,0 0-1,-1 0 1,1 0-1,0 0 1,0 1-1,0-1 1,-1 0 0,1 0-1,0 0 1,0 1-1,0-1 1,0 0-1,0 0 1,0 1-1,0-1 1,-1 0-1,1 0 1,0 1 0,0-1-1,0 0 1,0 1-1,0-1 1,0 0-1,0 0 1,0 1-1,0-1 1,1 0-1,-1 0 1,0 1 0,0-1-1,0 0 1,0 0-1,0 1 1,0-1-1,0 0 1,1 0-1,-1 1 1,0-1-1,0 0 1,0 0-1,26 10 18,40 1-9,76 0 15,-74-8-25,-1 3 0,1 3 0,49 13 1,-101-13-860,-25-1 540,-36 4 328,33-9-87,-93 18-541,-69 4 620,76-13-146,-96 26 146,175-30 48,17-1-4,4-5-48,0-1 1,0 0 0,0 0-1,0 0 1,0 0 0,0-1-1,0 1 1,1-1 0,-1 1-1,0-1 1,0 1 0,0-1-1,1 0 4,127-1 25,-94-1 48,1 1-1,0 3 1,35 4-73,-71-3 18,0-1 0,0 1 0,0-1-1,0 1 1,-1 0 0,1-1 0,-1 1 0,0 0 0,1-1-1,-1 1 1,0 0 0,-1 0 0,1-1 0,0 1-1,-1 1-17,1 2 32,7 589 2545,-5-448-1979,7 0-1,25 123-597,-20-191 287,4-2 0,6 12-287,-21-74-346,0 1-1,-1-1 1,0 1 0,-1-1 0,-1 15 346,-4-30-147,-35 2-333,-1 2 0,-19 5 480,18-2-273,-1-2 1,-23-1 272,-612-4-392,676 0 421,1 0 41,0 0 18,0 0 32,0 0 2,0 0-12,41 0 162,109 0-168,318-4 104,-272-5-227,75-18 19,-128 6-34,206-22 26,-332 46-6194,-21 5 2368,-32 16-1065,25-17 2735,-32 15-3887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1.4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1889,'0'0'771,"0"0"237,0 0 17,0 0 213,0 0 24,0 0 202,0 1-1037,0 1-1,0-1 0,0 1 0,1-1 1,-1 1-1,1-1 0,-1 1 1,1-1-1,-1 0 0,1 1 0,0-1 1,0 0-1,-1 0 0,2 1-426,10 3 302,0-1 0,1 0 0,-1-1 0,1-1 0,0 0 0,0 0 0,0-2 0,0 1 0,0-2 0,0 1 0,3-2-302,25 0 248,102 4 313,-6-1-786,-94-2-4980,-49 3 4339,-1 0 0,0 1 0,1-1 0,-1 1 0,1 1 0,-4 2 866,-1 0-1156,-26 13-2216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1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1 2625,'0'0'1003,"0"0"-546,-30 6 546,-8 1-571,14-3 44,0 1-1,0 1 1,1 1-1,-20 9-475,37-14 266,4-2-58,0 1 0,0 0-1,0-1 1,0 1 0,1 0 0,-1 0 0,0 0 0,0 0-1,1 0 1,-1 1 0,1-1 0,-1 0 0,1 1-1,-1-1 1,1 1 0,0 0-208,0-1 1259,1-1-82,0 0-195,176 0 1875,560-15-1280,-216-4 544,-519 19-2265,-1 0-155,0 0-152,0 0-406,0 0-532,0 0-666,-2 0-2041,-6 1 797,-13 4-3144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2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0 896,'0'0'4659,"0"0"-2944,0 0-218,0 0 205,0 0-166,-7 2-391,0-1-1074,-13 4 857,19-2-252,15-1 18,137 9 1034,-1-7-1,56-9-1727,-128-2 538,-50 4-1276,-26 2-983,-11 2-1320,2 0 2368,1 1 0,-1 0-1,1 0 1,0 1 0,0-1 0,0 2 0,0-1 0,0 0 0,0 1-1,-3 4 674,-20 11-2857,-4-5 99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4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7140 0 96,'0'0'2014,"0"0"-1096,0 0 53,0 0 387,0 0 53,-10 7 1731,-1 3 5279,-3 37-7879,2-6-21,2 0 1,-5 35-522,0 46 755,-21 233 1785,33-288-2178,-3-1 0,-3 0 0,-3 0 0,-4 3-362,15-64 24,-10 19 29,-20-13-90,-22-2-55,-1-3 0,-1-2-1,-13-2 93,-51 4-96,-43 7 153,-510 32 470,-472-36 537,677-12-1045,-1164 3 814,1586-2-922,1-3 1,0-1 0,-41-13 88,-24-3-250,-313-26 8,193 25 150,85 13-205,-106 7 297,152 4 30,42 1-153,-50 10 123,51-5-103,-51-1 103,-8-3-106,1 5 1,-38 10 105,91-9 75,-113 20 21,157-27-110,0-1 0,-1 0 0,-14-1 14,13 0-793,17 0-496,1-4-835,0-65-7285,0 10 23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4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1185,'0'0'0,"0"0"-913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5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2177,'92'-31'2724,"-92"31"-1670,0 0-393,0 0-263,2 160 8235,20 214-7059,-6-183-794,33 303 1164,-35-342-1418,-7 0-1,-8 46-525,1-87 667,-1-26-29,-12 81-638,9-114 94,1 1 0,3 0-94,0-37 39,0-15-50,0-1 32,0 0 9,0 0-4,0 0 33,0 0 21,0 0 24,0 0 30,0 0-62,0 0-40,0 0 2,0 0-63,0 0 21,0 0-13,0 0 53,0 0 10,0 0-26,0 0-26,16 0 18,141-6 10,-148 3-392,-7 3-6410,-2 0 1638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8.3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209 309 2977,'0'0'3917,"0"0"-1823,0 0-330,0 0-358,0 0-441,5-4-303,-2 1-502,0 0 0,-1 0-1,1-1 1,-1 1 0,0-1 0,0 0 0,0 1-1,0-1 1,-1 0 0,0 0 0,1 0 0,-1-1-1,-1 1 1,1 0 0,-1 0 0,1 0 0,-1-1-1,-1 1 1,1 0 0,-1-4-160,1-193 2956,0 200-2910,0 1-1,0-1 1,0 0-1,0 0 1,-1 0 0,1 1-1,0-1 1,0 0-1,-1 0 1,1 1-1,0-1 1,-1 0 0,1 1-1,-1-1 1,1 0-1,-1 1 1,1-1 0,-1 0-1,1 1 1,-1-1-1,0 1 1,1-1-1,-1 1 1,0 0 0,1-1-1,-1 1 1,0 0-1,0-1 1,1 1-1,-1 0 1,0 0 0,0 0-1,0-1 1,1 1-1,-1 0 1,-1 0-46,2 0 123,0 0-78,0 0-5,0 0-61,0 0-38,0 0 0,0 0 22,0 4 8,3 30 75,1 1 1,3-2 0,0 1 0,2-1 0,2 0 0,3 4-47,16 57 23,-15-39-8,-3 1 1,-1 1-1,-4-1 1,-1 1-1,-3 33-15,-3-85-16,-1-1-1,1 1 1,-1-1 0,0 0-1,0 1 1,0-1-1,0 0 1,-1 0 0,0 0-1,0 0 1,0 0-1,0 0 1,-1 0 0,1 0-1,-1-1 1,0 1 16,-4 2-40,0 0 1,1 0-1,-2 0 0,1-1 1,-1 0-1,0 0 0,0-1 1,0 0 39,-22 8-85,0-1 1,-1-2 0,0-1 0,-6 0 84,30-7 6,-30 5-19,27-5 32,1 0 0,-1 1 1,0 0-1,1 1 0,-5 2-19,68 0 595,227-5 61,-281 0-949,0 0-286,4-29-9322,-4 6 3730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8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41 229 7123,'0'0'1292,"0"0"-207,0 0-66,0 0-191,9 29-65,1 9-416,-1-2 487,1 0 0,2-1 0,14 28-834,-24-59 66,0 0 0,0-1 0,0 1 0,1-1 1,-1 0-1,1 0 0,0 0 0,0 0 0,0 0 0,0-1 0,0 1 1,1-1-1,-1 0 0,1 0 0,0 0 0,-1 0 0,1-1 0,0 1 1,0-1-1,0 0 0,1 0-66,10 1 70,-1 0 0,1-2 0,0 1 0,0-2 0,3 0-70,-12 0-21,-2 1 20,0-1-1,-1 0 1,1 0 0,0-1-1,-1 1 1,1-1 0,-1 1-1,0-1 1,1 0 0,-1 0-1,0-1 1,0 1 0,0-1-1,-1 1 1,1-1-1,-1 0 1,1 0 0,-1 0-1,0-1 1,0 1 0,0 0-1,-1-1 1,1 1 0,-1-1-1,1 1 1,-1-1 0,0-2 1,3-10-20,0-1 1,-1 1-1,-1 0 1,-1-1 0,0-14 19,-1 25-10,0-24-68,-1 0 0,-1 0-1,-2-3 79,2 22-4,-1-1 0,0 0 0,-1 1-1,-1 0 1,0 0 0,0 0-1,-1 1 1,0 0 0,-3-5 4,4 8 95,0 0 0,0 0 0,-1 1 0,1-1 0,-2 1 0,1 1 0,0-1 0,-1 1 0,0 0 0,0 0 0,-1 1 0,1 0 0,-1 0 0,0 1 0,0 0 0,0 0 1,-1 1-1,1 0 0,0 1 0,-1 0 0,1 0 0,-1 1 0,0 0 0,-4 0-95,8 2 33,1-1-1,0 1 1,-1 0 0,1 0 0,0 0-1,0 1 1,0-1 0,0 1 0,1 0 0,-1 0-1,1 0 1,0 1 0,0-1 0,0 1-1,0 0 1,0 0 0,1 0 0,-1 2-33,-7 10 44,2 1 0,0 1 1,-6 17-45,8-16-127,1 1 1,1 0-1,1 0 0,0 0 1,1 8 126,1 27-5429,1-42 342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3:59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1 169 7379,'0'0'2612,"0"0"-317,0 0-484,0 0-674,0 0-332,1 17 254,0-10-925,0 9 130,1-1 1,1 0-1,0 1 1,1-1-1,1 0 1,0 0-1,4 6-264,52 104 2410,46 65-2410,-107-190 10,0 0 0,0 0 1,0 0-1,0 0 0,0 1 1,0-1-1,1 0 0,-1 0 1,0 0-1,0 0 1,0 0-1,0 1 0,0-1 1,0 0-1,0 0 0,0 0 1,0 0-1,0 0 1,1 0-1,-1 1 0,0-1 1,0 0-1,0 0 0,0 0 1,0 0-1,0 0 1,1 0-1,-1 0 0,0 0 1,0 0-1,0 0 0,0 0 1,1 0-1,-1 0 1,0 1-1,0-1 0,0 0 1,0-1-1,1 1 0,-1 0 1,0 0-1,0 0 1,0 0-1,0 0 0,0 0 1,1 0-1,-1 0 0,0 0 1,0 0-1,0 0 1,0 0-1,0 0 0,1 0 1,-1-1-1,0 1 0,0 0 1,0 0-1,0 0 0,0 0 1,0 0-1,0 0 1,0-1-11,4-16 196,-3-37-290,-1 43 136,-7-542 963,7 552-954,0 1-62,0 0-21,0 0-72,0 0-155,0 0-309,0 0-499,0 0-1097,-1 0-1696,-5 0-1759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1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269 206 8404,'0'0'1531,"0"0"-450,0 0-57,0 0-135,0 0-465,0 0-264,-7-12 61,-4-7-73,-3-10 463,-2 1-1,-1 1 0,-1 0 0,-1 1 0,-11-9-610,30 35 24,0 0-1,0-1 0,-1 1 1,1 0-1,0 0 1,0 0-1,0 0 1,0 0-1,0-1 1,0 1-1,0 0 1,-1 0-1,1 0 1,0 0-1,0 0 1,0 0-1,0 0 1,-1 0-1,1 0 0,0 0 1,0-1-1,0 1 1,0 0-1,-1 0 1,1 0-1,0 0 1,0 0-1,0 0 1,0 0-1,-1 0 1,1 1-1,0-1 1,0 0-1,0 0 1,0 0-1,-1 0 0,1 0 1,0 0-1,0 0 1,0 0-1,0 0 1,0 0-1,-1 0 1,1 1-1,0-1 1,0 0-1,0 0 1,0 0-1,0 0 1,0 0-1,0 1 1,-1-1-1,1 0 0,0 0 1,0 0-1,0 0 1,0 1-1,0-1 1,0 0-1,0 0-23,0 18 170,6 20-337,13 19 588,21 39-421,-25-64 86,-1 1 1,-2 0-1,-1 1 1,-1 0-1,-3 1 0,4 32-86,-10 57-13,-1-121 4,0 0-1,0 0 1,-1 0-1,0 0 1,1-1-1,-1 1 1,0 0-1,0 0 1,-1-1-1,1 1 1,0-1 0,-1 1-1,0-1 1,0 0-1,1 1 1,-1-1-1,0 0 1,-1 0-1,1 0 1,0-1-1,-1 1 1,1-1-1,-1 1 1,1-1-1,-1 0 1,1 1-1,-1-2 1,0 1 0,0 0-1,0 0 1,1-1-1,-2 1 10,-14 2-50,0-1-1,0 0 1,-1-2 0,-14 0 50,14 0-16,-70 0 229,88 0 81,1 0-46,5 0-131,79-2 100,1-4 0,-1-3 0,53-14-217,-116 20 231,-19 3-8300,-2 0 932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1.8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10309,'0'0'1568,"0"0"-1135,0 0 831,0 0-383,20 186-657,-9-137-48,-5-12-32,-2-4-96,-4-11-48,0-7-240,3-9-1569,1-6-2177,6-3-3473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2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4978,'0'0'3026,"0"0"-767,0 0-215,0 0-254,0 0-552,0-5-384,0 2-798,0 0 1,1 0 0,-1 0 0,1 0-1,0 0 1,0 0 0,0 0-1,0 0 1,1 1 0,-1-1 0,1 0-1,0 1 1,-1-1 0,1 1 0,0-1-1,1 1 1,-1 0 0,0 0-1,1 0 1,-1 0 0,1 1 0,-1-1-1,1 0 1,0 1 0,0 0-1,0 0 1,1-1-57,10-4 117,0 0 0,0 1-1,1 1 1,-1 0 0,1 1 0,0 0 0,0 2-1,0-1 1,13 2-117,-25 0-1,-1 1-1,0-1 0,0 0 1,1 1-1,-1 0 1,0 0-1,0-1 0,0 1 1,0 1-1,0-1 1,0 0-1,0 0 1,0 1-1,0-1 0,0 1 1,-1-1-1,1 1 1,-1 0-1,1 0 0,-1 0 1,0 0-1,0 0 1,0 0-1,0 0 0,0 0 1,0 0-1,0 0 1,-1 1-1,1-1 0,-1 0 1,1 0-1,-1 2 2,2 13-19,0 0 0,-1-1 0,0 1 1,-2 6 18,1-4-10,-1-6 17,0 0 0,-1 0 0,0 0 0,-1 0 0,-1-1 0,0 1 0,0-1-1,-1 0 1,-1 0 0,0 0 0,0-1 0,-1 0 0,-1 0 0,0-1 0,-1 0 0,1 0 0,-8 5-7,-24 24 89,21-21 177,1 0-1,1 2 0,-2 2-265,19-21 16,-1-1 0,0 1 0,1 0 0,-1-1-1,1 1 1,-1-1 0,0 1 0,1 0 0,0 0 0,-1-1-1,1 1 1,-1 0 0,1 0 0,0-1 0,-1 1 0,1 0-1,0 0 1,0 0 0,0 0 0,0-1 0,0 1-1,0 0 1,0 0 0,0 0 0,0 0 0,0-1 0,0 1-1,0 0 1,1 0 0,-1 0 0,0 0 0,1-1 0,-1 1-1,0 0 1,1 0 0,-1-1 0,1 1 0,0 0 0,-1-1-1,1 1 1,-1-1 0,1 1 0,0-1 0,-1 1-1,1-1 1,0 1 0,0-1 0,-1 1 0,1-1 0,0 0-1,0 0 1,0 1 0,-1-1 0,1 0 0,0 0 0,0 0-1,0 0 1,0 0-16,10 1 88,1 0 1,-1-1-1,0 0 0,8-1-88,0 0 245,-12 1-166,37 0 259,-1-1-1,1-2 1,-1-2 0,14-4-338,-35 3 65,0 1 87,0 0 1,0 1-1,0 1 1,5 1-153,-26 2-19,-1 0-8,0 0-18,0 0-120,0 0-116,0 0-183,0 0-379,0 0-461,0 0-596,0-6-6659,0 3 4670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3.5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8 4882,'0'0'1654,"0"0"-392,0 0 24,0 0 0,0 0 19,-6-7 911,6 7-2150,0 0-1,0 0 1,0 1-1,0-1 1,0 0-1,0 0 1,0 0-1,0 0 1,0 1-1,0-1 0,0 0 1,0 0-1,0 0 1,0 0-1,0 1 1,0-1-1,0 0 1,0 0-1,-1 0 1,1 0-1,0 0 1,0 1-1,0-1 1,0 0-1,0 0 0,0 0 1,0 0-1,0 0 1,-1 0-1,1 1 1,0-1-1,0 0 1,0 0-1,0 0 1,0 0-1,-1 0 1,1 0-1,0 0 0,0 0 1,0 0-1,0 0 1,-1 0-1,1 0 1,0 0-1,0 0 1,0 0-1,0 0 1,-1 0-1,1 0 1,0 0-1,0 0 1,0 0-1,0 0 0,0 0 1,-1 0-1,1 0 1,0 0-1,0 0 1,0 0-1,0-1 1,0 1-1,-1 0 1,1 0-1,0 0 1,0 0-1,0 0 0,0 0 1,0-1-1,0 1-65,3 28 307,1-1-1,2 1 0,0-1 0,2-1 1,1 1-1,1-1 0,3 2-306,13 39 311,0 6 58,-6-23 77,-2 0 0,-3 2 0,-1 0-1,-3 1 1,3 42-446,-14-87 47,0-3 3,0 0 1,1 0-1,-1 0 0,1 0 0,0 0 1,0 0-1,1-1 0,-1 1 0,3 4-50,-16-36-2318,0 9 2251,0-1 1,1 0-1,2-1 1,-1 0-1,2 0 1,1-1-1,0 1 1,2-2-1,0 1 1,2-1-1,0 0 1,1 1-1,2-1 1,0-14 66,1 32 7,0 0 0,0 0-1,1 0 1,-1 0 0,1 1 0,-1-1 0,1 0 0,1 1-1,-1-1 1,0 1 0,1 0 0,0 0 0,-1-1 0,1 2 0,0-1-1,1 0 1,-1 1 0,0-1 0,1 1 0,0 0 0,-1 0 0,3 0-7,9-6 26,1 1 0,0 0 1,0 1-1,16-3-26,-10 5 22,0 1 0,0 0 0,1 2-1,-1 1 1,8 1-22,-27-1-5,0 1-1,1-1 0,-1 1 0,0-1 1,0 1-1,1 0 0,-1 0 0,0 1 1,0-1-1,0 1 0,0-1 0,-1 1 1,1 0-1,0 0 0,-1 0 0,1 0 1,-1 1-1,0-1 0,1 1 0,-1-1 1,0 1-1,-1 0 0,1 0 0,0 0 1,-1 0-1,0 0 0,0 0 0,0 0 1,0 0-1,0 1 0,0 2 6,2 12-33,-1 0 1,-1 0-1,-1 0 0,0 1 1,-2 7 32,2-18 0,-2 3-2,0 0 1,0 0-1,-1 0 1,0 0-1,-1 0 1,0 0 0,-1-1-1,0 0 1,-1 0-1,0 0 1,0-1-1,-1 0 1,0 0-1,-8 7 2,-9 8 57,-2-1-1,-1-1 1,0-1-1,-10 4-56,37-25 6,0 0 0,-1 0 0,1 0 0,0 1 0,0-1-1,-1 0 1,1 0 0,0 1 0,0-1 0,-1 0 0,1 1-1,0-1 1,0 0 0,0 1 0,0-1 0,-1 0 0,1 1 0,0-1-1,0 0 1,0 1 0,0-1 0,0 0 0,0 1 0,0-1 0,0 1-1,0-1 1,0 0 0,0 1 0,0-1 0,0 0 0,0 1 0,0-1-1,1 0 1,-1 1 0,0-1 0,0 0 0,0 1 0,0-1-1,1 0 1,-1 1 0,0-1 0,0 0 0,1 0 0,-1 1-6,17 9-7,22-2 259,0-3 1,0 0-1,0-3 0,0-1 0,38-5-252,20 2 911,-89-17-2878,-5 15 1323,0 1-1,1 0 1,-1 1-1,1-1 1,-1 1-1,1-1 1,0 1-1,0 0 1,0 1-1,0-1 1,1 1-1,0-1 645,46-13-7723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4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388 14 7507,'0'0'1532,"0"0"776,0 0-734,0 0-627,0 0-480,-1-3 3169,-7-3-2814,-9 4-754,0 1 1,-1 0-1,1 1 1,0 1-1,-1 0 1,1 2-1,-14 3-68,19-3-6,1 1 1,-1 0-1,1 1 0,0 0 0,1 1 1,-1 0-1,1 1 0,0 0 0,1 0 1,0 1-1,-5 6 6,5-6-1,0 1 0,1 0 0,0 0 0,0 1 0,1 0 0,1 1 0,0-1-1,0 1 1,1 1 0,0-1 0,1 1 0,0-1 0,1 1 0,0 0 0,1 1 0,0-1 0,1 0 0,1 1 1,0-12-5,0 0 0,1 0 0,-1 0 0,1 1-1,-1-1 1,1 0 0,-1 0 0,1 0 0,0 0 0,0 0 0,-1 0 0,1 0-1,0 0 1,0 0 0,0 0 0,0-1 0,0 1 0,0 0 0,0-1 0,0 1-1,0-1 1,1 1 0,-1-1 0,0 1 0,0-1 0,0 0 0,1 1-1,0-1 6,43 7-61,-39-7 66,122 2 145,-76-2-105,0 1 0,6 4-45,-43-4-9,-1 2 0,1 0 0,-1 0 1,0 1-1,0 1 0,0 1 0,0 0 0,-1 0 0,7 6 9,-16-10-8,0 1 0,0 0-1,-1 1 1,1-1 0,-1 1 0,0 0-1,1 0 1,-2 0 0,1 0 0,0 0-1,-1 0 1,0 1 0,0-1 0,0 1-1,0 0 1,-1 0 0,0-1 0,0 1-1,0 0 1,-1 0 0,1 0 0,-1 0-1,0 0 1,-1 0 0,1 0 0,-1 0-1,0 0 1,0 0 0,-1-1 0,-1 4 8,0 2 8,-1 0 0,0 0 1,-1 0-1,0-1 0,-1 0 1,0 0-1,0-1 1,-1 1-1,0-1 0,-1-1 1,0 1-1,0-1 0,-7 4-8,7-6-16,0 0 0,0 0 0,0-1 0,0-1 0,-1 1 0,0-1 0,1-1 0,-1 0 0,0 0 0,0-1 0,0 0 0,-6 0 16,14-1-2,1 0 0,0 1 0,-1-1 0,1 0 0,0 0 0,-1 0 0,1 0 0,0 0 0,-1 0-1,1 0 1,0 0 0,-1 0 0,1 0 0,0 0 0,-1 0 0,1 0 0,-1 0 0,1 0 0,0 0 0,-1 0 0,1 0-1,0 0 1,-1 0 0,1-1 0,0 1 0,-1 0 0,1 0 0,0 0 0,0-1 0,-1 1 0,1 0 0,0 0 0,0-1-1,-1 1 1,1 0 0,0-1 0,0 1 0,0 0 0,-1-1 0,1 1 0,0 0 0,0-1 0,0 1 0,0 0 0,0-1-1,0 1 1,0 0 0,0-1 0,0 1 0,0-1 0,0 1 0,0 0 0,0-1 0,0 1 0,0 0 0,0-1-1,0 1 4,1-3-13,0-4-9,0 1 0,1 0 0,0 0 0,0 0 0,1 0 0,0 0 0,0 0-1,0 1 1,0-1 0,1 1 0,0 0 0,0 0 0,1 0 0,-1 0 0,1 1 0,0 0 0,2-1 21,12-11-38,2 1-1,0 1 0,0 0 0,2 2 39,-8 4-10,0 1 0,1 1 0,0 0 0,10-2 10,-18 6-18,0 1-1,-1-1 1,1 1 0,0 1-1,0-1 1,-1 2-1,1-1 1,0 1-1,0 0 1,-1 0 0,4 2 18,-7-1 2,1 1 0,-1 0 1,1 1-1,-1-1 1,0 1-1,0 0 0,-1 0 1,1 0-1,-1 0 1,0 1-1,0-1 1,0 1-1,-1 0 0,2 4-2,1-1 65,-1 1 0,1-2 0,1 1-1,-1-1 1,7 7-65,-4-8 81,-1-1 0,1 1 0,0-2-1,0 1 1,0-1 0,1-1 0,-1 1 0,1-1 0,0-1 0,0 0-1,0 0 1,9 0-81,17 1 659,1-2 1,28-2-660,-7-1 707,-53 3-770,0-1 0,0 0 0,0 0 0,1 0-1,-1 0 1,0-1 0,0 0 0,0 0 0,0 0 0,0 0 0,0 0-1,0-1 1,-1 0 0,1 0 0,0 0 0,-1 0 0,1 0 0,-1-1-1,0 0 1,0 0 0,0 1 0,0-2 0,-1 1 0,1 0 0,-1 0-1,1-1 1,-1 0 0,0 1 0,-1-1 0,1 0 0,-1 0 0,0 0-1,1 0 1,-2 0 0,1 0 0,0 0 0,-1 0 0,0 0 0,0-2 63,1-32-3527,-1-9-2103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5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17128,'0'0'1633,"0"0"-1009,0 0 576,0 0-1200,0 0-960,0 0-1921,78 0-2738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6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 0 5731,'0'0'2673,"0"0"-219,0 0-925,0 0-513,0 0-418,0 0-142,0 10-50,0-1-302,0 5 124,0 1-1,0-1 1,-2 0 0,1 1 0,-2-1-1,0 0 1,-1 0 0,-1 2-228,-13 19 271,-2-2 1,-1-1-1,-2 0 0,-1-2 1,-1 0-272,-12 16 100,36-46-114,0 1 1,1 0 0,-1-1-1,1 1 1,-1 0 0,1-1-1,-1 1 1,1 0 0,-1 0-1,1 0 1,0-1 0,0 1-1,-1 0 1,1 0-1,0 0 1,0 0 0,0 0-1,0 0 1,0-1 0,0 1-1,0 0 1,0 0 0,0 0-1,0 0 1,1 0 0,-1 0-1,0-1 1,0 1 0,1 0-1,-1 0 1,1 0 0,-1-1-1,1 1 1,-1 0 0,1-1-1,-1 1 1,1 0 13,26 14-210,-21-12 180,104 47 11,-32-16 86,30 21-67,-105-53-2,0 0-1,0-1 1,0 1-1,0-1 1,0 0-1,0 0 1,1 0 0,-1-1-1,0 1 1,1-1-1,1 1 3,-4-1-16,-1 0 43,1-44 291,2 21-297,-4 7 46,0 0 0,-1 0 0,-1 0 0,0 1 0,-1-1 0,0 1 0,-2 0 0,0 0 0,-1-1-67,5 11 142,0-1-1,0 0 1,1 0 0,-1 0 0,1 0-1,1 0 1,-1-5-142,1 11 152,-1 0-72,-1 0 16,2 13-205,17 581-86,-15-580-3971,3-12-1755,1-2-821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7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7732,'0'0'1488,"0"0"-191,0 0 320,0 0-65,0 0-831,51 156-113,-47-132 80,-1 1-256,0-7-256,-3-3-176,4 1-96,-1-10-864,1 0-1137,2-6-1345,5 0-1792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7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2273,'0'0'5536,"0"0"-3455,0 0-987,0 0 146,0 0-303,31 3-452,103 8-125,-116-10-235,1-1 0,-1-1 0,0-1-1,0 0 1,7-3-125,42-3 454,-65 8-439,0 0 0,0 1-1,0-1 1,0 1 0,0-1 0,0 1-1,0 0 1,-1 0 0,1 0-1,0 0 1,-1 0 0,1 0 0,0 0-1,-1 0 1,1 1 0,-1-1-1,0 1 1,1-1 0,-1 1 0,0-1-1,0 1 1,0 0 0,0 0-1,-1-1 1,1 1 0,0 0 0,-1 0-1,1 0 1,-1 0 0,1 0-1,-1 1-14,2 11 73,0 0 1,0 0-1,-2 0 0,0 4-73,0-4 76,1-4-42,1 87 503,-5 3-537,1-69 202,-2 1 0,-1-2 0,-1 1 0,-1 0 1,-5 7-203,7-23 41,-6 12 30,2 0 0,1 1 0,1 0 0,1 1 0,2 0 0,-1 14-71,-13-45-9146,6-13 4928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7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1 141 9012,'0'0'1905,"0"0"-352,0 0-417,0 0 481,227-25-929,-159 13-368,-17 3-320,-14 0-128,-3 0-368,-13-4-352,-8-2-1377,-6-6-1329,-7-7-2064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8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5378,'0'0'2228,"0"0"-526,0 0-296,0 0-424,0 0-464,0 6 79,3 45 1041,2 0 0,3 0 0,3 6-1638,9 57 1300,54 394 1874,-69-476-3038,4 72-31,-9-103-148,0-1-42,0 0 13,0 0-75,0 0 19,0 0-120,-2-11-630,-26-45-558,19 41 1288,1-1 0,1 0 0,0 0 0,1-1 0,0 0 0,-1-12 148,4 2 35,1-1 0,1 1-1,2-12-34,0-2-29,-1 34 35,1 0 0,0 0 0,1-1 0,0 1 0,0 0 0,0 0 0,1 0 0,0 1 0,0-1 0,1 1 0,0-1 0,0 1 0,0 0 0,1 1 0,0-1 0,0 1 0,0 0 0,1 0 0,0 1-1,0-1 1,0 1 0,0 1 0,2-1-6,2-2 9,1 0-1,0 1 0,0 1 1,0 0-1,1 0 0,0 1 0,-1 1 1,1 0-1,0 0 0,0 1 0,0 1 1,0 0-1,0 0 0,1 2-8,-10-2 1,-1 1 0,1-1-1,-1 1 1,1 0 0,-1 0 0,0 0-1,0 0 1,1 1 0,-1-1-1,0 0 1,0 1 0,0 0 0,0-1-1,0 1 1,-1 0 0,1 0-1,0 0 1,0 2-1,1 1 0,0 0 0,-1 1 1,0-1-1,0 1 0,0-1 0,0 1 0,-1 0 0,0 2 0,2 13 1,-2-1 1,-1 1-1,0-1 0,-3 10-1,2-19-6,-1 0 1,-1 0-1,0 0 0,0-1 0,-1 1 1,0-1-1,-1 0 0,0 0 1,-1 0-1,0-1 0,-7 8 6,-1 1-14,-1-2 0,-1 0 0,0 0 0,-1-2 0,-9 6 14,23-18 4,1 0 0,0-1 1,1 1-1,-1 0 0,0 0 1,0 0-1,1 0 0,-1 0 0,1 0 1,0 1-1,0-1 0,0 1 1,0-1-1,0 0 0,0 1 1,1-1-1,-1 1 0,1 0 1,-1-1-1,1 1 0,0-1 1,0 1-1,0 0 0,1-1 1,-1 1-1,1-1 0,0 3-4,0-1 17,0 0-1,1-1 1,-1 1-1,1 0 1,0-1-1,0 0 1,0 1-1,1-1 1,-1 0-1,1 0 1,0 0-1,-1 0 1,1-1 0,1 1-1,-1-1 1,0 0-1,2 1-16,10 4 163,0-1 0,0 0 0,1-1 0,0-1 0,0 0 0,1-1 0,15 0-163,24 0 1523,40-3-1523,-30-1 959,-66 1-882,0 0-87,0 0-350,0 0-718,0 0-1203,0 0-2095,0 0-3254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09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294 349 4594,'0'0'1838,"0"0"-2,0 0 117,0 0-526,0 0-186,0 0-305,0-4-130,0-22-409,0 0 1,-2 0-1,-1 0 1,-1 0-1,-1 1 1,-2-1-1,-3-9-397,5 21 282,0 0 0,-1 0 0,-1 0-1,0 1 1,-1 0 0,0 0 0,-1 1 0,-8-9-282,17 21 16,0 0 1,0 0 0,-1 0 0,1 0-1,0 0 1,0 0 0,0 0 0,-1 0-1,1 0 1,0 0 0,0 0 0,-1 0-1,1 0 1,0 0 0,0 0 0,0 0-1,-1 0 1,1 0 0,0 0 0,0 0-1,0 1 1,-1-1 0,1 0 0,0 0-1,0 0 1,0 0 0,-1 0-1,1 1 1,0-1 0,0 0 0,0 0-1,0 0 1,0 1 0,0-1 0,0 0-1,-1 0 1,1 0 0,0 1 0,0-1-1,0 0 1,0 0 0,0 1 0,0-1-1,0 0 1,0 0 0,0 0 0,0 1-1,0-1 1,0 0 0,0 0 0,0 1-1,0-1 1,1 0 0,-1 0 0,0 0-1,0 1 1,0-1 0,0 0-17,0 24-231,0-17 318,3 32 59,1 0 0,2 0 1,2 0-1,1-1 0,2 0 0,9 18-146,5 15 207,-10-33-225,-3-1 0,-1 2 0,3 22 18,-13-57-17,0 0 0,-1 0 1,0 0-1,1 0 0,-2 0 1,1 0-1,0 0 0,-1 0 1,1 0-1,-1 0 0,0 0 1,-1-1-1,1 1 0,-1 0 1,1-1-1,-1 1 1,0-1-1,-1 1 0,1-1 1,0 0-1,-1 0 17,-4 3-54,0 0-1,0-1 1,0 0 0,-1-1-1,0 0 1,0 0 0,0 0-1,-8 2 55,-10 1-123,-1 0 1,1-2-1,-1-1 0,0-1 1,0-1-1,-1-1 0,-10-2 123,438 4 3127,-368-8-5035,-29 4 1401,0-1 1,0 1-1,0-1 1,0 0-1,-1 1 1,1-2-1,0 1 1,-1 0-1,0 0 1,1-1-1,-1 1 1,0-1 0,0 0-1,0 0 1,-1 1-1,1-1 1,-1 0-1,0-1 1,1 1-1,-1 0 507,8-19-6024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0.1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50 163 6211,'0'0'2225,"0"0"-867,0 0-246,0 0-418,4 26 272,-2-13-809,4 33 784,3-1 0,2 0 0,12 32-941,-20-68 179,1-1-1,0 0 1,0 0 0,1 0-1,0 0 1,0-1 0,1 0 0,5 6-179,-8-10 51,1 0 1,0 0-1,0 0 1,0 0-1,0-1 1,0 1-1,0-1 1,0 0-1,1 0 0,-1-1 1,1 0-1,0 1 1,-1-1-1,1-1 1,0 1-1,0-1 1,0 0-52,6 1 57,-1-2 0,1 1 0,0-1 0,0-1 1,-1 0-1,1-1 0,-1 0 0,1 0-57,-5 0 4,1-1 1,-1 1-1,0-1 0,0 0 1,-1 0-1,1-1 1,-1 0-1,0 0 0,0 0 1,-1 0-1,1-1 0,1-3-4,0 0-23,-1 0-1,0 0 0,0-1 0,-1 0 0,0 0 0,-1 0 0,0 0 0,-1-1 1,1-5 23,0-15-206,-1 1 0,-1-20 206,-1 41-30,0 0 15,-1 1 0,0-1 0,0 0 1,-1 0-1,0 0 0,0 1 0,-1-1 0,0 1 0,-1 0 0,0-1 0,0 2 1,-1-1-1,0 0 0,0 1 0,-1 0 0,1 0 0,-2 1 0,1 0 0,-7-5 15,4 3 69,-2 1 0,1 1-1,-1 0 1,0 0-1,0 1 1,0 1 0,-1 0-1,0 0 1,0 1-1,0 1 1,0 0 0,0 0-1,0 1 1,-6 1-69,11-1 27,1 1 1,-1 0-1,0 1 1,0-1 0,1 1-1,-1 0 1,0 1-1,1 0 1,-1 0-1,1 0 1,0 1 0,0 0-1,0 0 1,0 0-1,0 1 1,1 0-1,0 0 1,-1 0 0,1 1-1,1 0 1,-1 0-1,1 0 1,0 1-1,0-1 1,0 1 0,1 0-1,-1 1-27,-1 2-83,1 1-1,-1-1 0,2 1 1,-1 0-1,1 0 1,1 0-1,-1 0 1,2 2 83,0-3-1028,0 1 1,1-1-1,0 1 1,1-1 0,0 6 1027,5 5-5493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0.9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2 133 4898,'0'0'2863,"0"0"-419,0 0-313,0 0-562,0 0-446,-2 1 670,7 10-1443,142 182 2720,-115-143-2760,-17-25-79,1 0 1,1-1-1,1-1 0,20 19-231,-37-44 38,0 0-1,0 0 1,0 0-1,0 0 0,0-1 1,0 1-1,-1 0 0,1 0 1,-1 0-1,1-1 0,-1 1 1,0 0-1,0 0 0,0-1 1,0 0-38,1-2 45,2-16-77,36-210-205,-29 187 434,2 1 1,1 0-1,3 2 0,5-10-197,-19 44-957,-2 6 696,0 1-1,0 0 1,0 0 0,-1-1-1,1 1 1,0 0 0,0 0 0,-1-1-1,1 1 1,0 0 0,0 0-1,-1 0 1,1 0 0,0-1 0,-1 1-1,1 0 1,0 0 0,-1 0-1,1 0 1,0 0 0,-1 0 0,1 0-1,0 0 1,-1 0 0,1 0-1,0 0 1,-1 0 0,1 0-1,0 0 1,-1 0 0,1 0 0,0 0-1,-1 0 1,1 1 0,0-1 261,-2 0-244,-15 3-8410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3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 6563,'0'0'1892,"0"0"-425,0 0-397,0 0-462,0 0-176,0 0-173,0 1-132,0-1 0,0 0 0,0 0 0,0 0 0,0 0 0,0 0 0,0 0 0,-1 0-1,1 0 1,0 0 0,0 0 0,0 0 0,0 0 0,0 0 0,0 0 0,0 0 0,0 0 0,0 0 0,-1 0 0,1 0 0,0 0 0,0 0 0,0 0 0,0-1 0,0 1 0,0 0 0,0 0-1,0 0 1,0 0 0,0 0 0,-1 0 0,1 0 0,0 0 0,0 0 0,0 0 0,0 0 0,0 0 0,0-1 0,0 1 0,0 0 0,0 0 0,0 0 0,0 0 0,0 0 0,0 0 0,0 0-1,0 0 1,0-1-127,0 562 2295,0-560-2325,0-1-84,0 0-156,0 0-370,0 0-555,-3 7-3647,-14 4 749,-14 1-1432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3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0 181 8436,'0'0'2470,"0"0"-741,0 0 8,0 0-262,0 0-416,15 1-394,78 3 414,-1-4 1,0-3 0,51-11-1080,311-67 482,-88 13-484,-251 55 1091,-78 9-3290,-18 1-7100,-50 19 3642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4.3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4562,'0'0'4752,"0"0"-2869,0 0-266,0 0-371,0 0-368,12 1-297,42 3-11,0-2 0,0-2 0,0-3 0,0-2-1,18-6-569,-70 11-693,-2 0-377,0 0-603,-4-1-1576,-15 5 1133,-16 11-1544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14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6867,'-10'183'3170,"10"-183"-1362,0 0 113,3 0-688,34 0-337,18 0 81,12 0-17,-5-18-191,-12 3-161,-19 5-304,-17 7-80,-11 0-32,-3 3-176,0 0-16,0 0-480,0 0-1281,0 0-2721,0-6-4642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27.3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5173 2497,'0'0'2134,"0"0"-1018,0 0-580,0 0-165,0 0 13,3 0-399,23 0 8864,-16 0-7609,28-1-861,1-2-1,-1-2 1,0-2 0,-1-1-1,1-2 1,-2-1 0,1-2-1,-2-2 1,27-15-379,-19 7 163,-1-2 0,-1-2 0,-2-2 0,0-1 0,-2-2 0,-2-2 0,16-20-163,21-28 60,204-243-54,-216 245 2,-2-2 0,-5-3 0,9-24-8,12-40-20,46-133 20,-88 190 48,-4-2-1,-3 0 1,8-82-48,-11 17 192,-6-2 0,-6-48-192,-11 145 57,-2 0 0,-3 1-1,-3 0 1,-2 0-57,-141-532 854,106 451-736,-6 2 0,-6 3 0,-6 2 0,-57-87-118,81 152 129,-27-70-129,31 61-150,-23-32 150,44 87 20,-2 1 0,-1 0 0,0 1 0,-2 2 0,-1-1 0,-4-2-20,-215-210-107,230 224 164,9 9-56,0 1 1,-1-1-1,1 1 1,0-1 0,-1 1-1,1-1 1,-1 1-1,1 0 1,-1-1-1,0 1 1,1 0-1,-1 0 1,0 0 0,0 1-1,0-1 1,0 0-1,0 1 1,0-1-1,0 1 1,0-1-2,1 1-8,1 0-24,0 0-48,0 0 5,0 0-128,0 15-162,-3 244 349,3-258 43,0-1-35,0 0-3,0 0 11,0 0-24,-6-22 0,-10-14 25,-1 1 0,-5-4-1,2 4 18,1-2-1,1-3-17,14 30 8,3 7 2,0 0 0,0-1-1,-1 1 1,1 0-1,-1 0 1,0 0 0,0 0-1,0 0 1,0 0-1,-2-1-9,4 4-4,0-1-1,-1 1 0,1 0 0,0 0 1,-1 0-1,1 0 0,0 0 0,0 0 1,-1-1-1,1 1 0,0 0 1,-1 0-1,1 0 0,0 0 0,-1 0 1,1 0-1,0 0 0,0 0 0,-1 0 1,1 1-1,0-1 0,-1 0 1,1 0-1,0 0 0,0 0 0,-1 0 1,1 0-1,0 1 0,0-1 0,-1 0 1,1 0-1,0 0 0,0 1 1,-1-1-1,1 0 0,0 0 0,0 1 1,0-1-1,0 0 0,0 0 0,-1 1 1,1-1-1,0 0 0,0 0 1,0 1-1,0-1 0,0 0 0,0 1 1,0-1-1,0 0 0,0 1 0,0-1 1,0 0-1,0 0 0,0 1 1,0-1-1,0 0 0,0 1 0,0-1 1,1 0-1,-1 1 5,-1 20-199,1-20 195,2 38-33,1-1 0,8 38 37,-10-64 21,-1-11-22,-1-1 0,1 1 0,0-1 0,0 1 0,0 0 0,0-1-1,0 1 1,0 0 0,0-1 0,0 1 0,0 0 0,0-1 0,0 1 0,0-1-1,0 1 1,0 0 0,1-1 0,-1 1 0,0-1 0,0 1 0,1 0 0,-1-1-1,1 1 1,-1-1 0,0 1 0,1-1 0,-1 1 0,1-1 0,-1 0-1,1 1 1,-1-1 0,1 0 0,-1 1 0,1-1 0,0 0 0,-1 1 0,1-1-1,0 0 2,-1-15 86,-1-9-112,-1 0 1,-1 0 0,-1 0-1,-1 0 1,-2 0 0,-3-9 25,3 5 11,6 21 23,0 1 1,-1-1-1,1 1 0,-1-1 1,-1 1-1,1 0 0,-1 0 1,0 0-1,0 0 1,-4-4-36,7 10 23,0 0-70,0 0-24,0 0 16,0 0 0,7 13-174,4-8 225,-1 0 1,1-1-1,0 0 0,0 0 0,0-1 0,0 0 0,5-1 5,91 11-45,-63-9 7,-20-2-35,-18-2 41,0 0 0,0 0 0,0 0 1,0 1-1,0 0 0,0 1 1,0-1-1,0 1 0,0 0 1,-1 0-1,1 1 0,0 0 32,-5 0-39,0-1-1,-1 1 1,0-1 0,0 1-1,0-1 1,0 1-1,0 0 1,0-1-1,0 1 1,-1-1-1,0 1 1,1-1-1,-1 1 1,0-1 0,0 0-1,0 1 1,0-1-1,-1 0 1,0 1 39,-5 7 29,-2 0 1,0 0-1,0-1 1,0 0-1,-1-1 1,-1 0-1,1-1 0,-1 0 1,-1 1-30,-32 16 941,-33 12-941,72-34 72,23-29 480,-17 26-554,15-16-26,1 1 0,0 0 0,1 2 0,1 0 0,19-11 28,-37 24 11,-1 1-88,-32 13-110,11-13 596,21-1-409,0 1-1,-1-1 1,1 1-1,-1-1 1,1 1 0,0-1-1,0 1 1,-1-1-1,1 0 1,0 1 0,0-1-1,0 1 1,0-1 0,0 0-1,0 1 1,0-1-1,0 1 1,0-1 0,0 0-1,0 1 1,0-1 0,0 0-1,0 1 1,1-1-1,-1 1 1,0-1 0,0 1-1,1-1 1,-1 1 0,1-1 0,2 0-525,0 0 0,0 0 1,0 0-1,0 0 1,1 1-1,-1 0 1,0-1-1,0 1 1,1 0-1,-1 1 1,0-1-1,3 1 525,2-1-1840,27 0-4976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28.0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9 260 8340,'0'0'2049,"0"0"50,0 0-511,0 0-225,0 0-435,-6-2 861,4 2-968,5 5 38,139 140 2486,57 82-3345,-160-177 70,-17-19 6,2-1 0,1-1 1,2-1-1,0-2 0,5 2-76,-30-26 30,1-1 0,-1 0 0,0 0 0,1 1-1,-1-1 1,0-1 0,1 1 0,0 0 0,-1 0 0,1-1-1,-1 0 1,1 1 0,0-1 0,-1 0 0,1 0 0,0-1-30,3 1 232,-6-1-213,1 1 0,-1-1-1,1 0 1,-1 0 0,1 0 0,-1 0 0,0 1 0,1-1 0,-1 0-1,0 0 1,0 0 0,0 0 0,0 0 0,0 0 0,0 0 0,0 0 0,0 0-1,0 0 1,0 0-19,0-6 53,5-183 382,-9-23-435,0 169 170,-3 0 0,-1 1 0,-3-1 0,-1 1 0,-8-15-170,-3-14 828,-2-19-828,21 209-11731,4-72 5336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28.5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0 162 5827,'0'0'2574,"0"0"-466,0 0-884,0 0-279,0 0-75,13 16 7,4 6-663,8 10 838,2 0 0,25 22-1052,-44-46 102,0-1 0,0 0 0,0-1 1,1 0-1,0 0 0,0-1 0,0 0 0,1-1 1,0 1-1,0-2 0,0 0 0,0 0 0,0-1 1,6 1-103,-11-2 25,1-1 0,-1 0 0,1 0 0,-1-1 0,0 1 0,1-1 0,-1 0 1,0-1-1,0 1 0,0-1 0,0 0 0,0 0 0,0-1 0,2 0-25,-4 0 27,0 0-1,1 0 0,-1-1 1,-1 1-1,1-1 1,0 0-1,-1 1 0,0-1 1,0 0-1,0 0 1,0 0-1,-1-1 0,1 1 1,-1 0-1,0-1 1,-1 1-1,1-3-26,1-7 122,0 0-1,-1 1 1,-1-1 0,0 0 0,-1 0-1,0 0 1,-1 0 0,-1 1 0,0-1-1,-1 1 1,-1 0 0,1 0-1,-6-9-121,6 15 111,-1-1-1,1 2 1,-1-1-1,-1 0 0,1 1 1,-1 0-1,0 0 1,0 1-1,-1 0 1,0 0-1,0 0 0,0 1 1,0 0-1,-1 0 1,1 1-1,-1 0 0,0 0 1,0 1-1,0 0 1,0 1-1,0-1 1,-1 2-1,-3-1-110,8 1 27,0-1-1,0 1 1,0 0-1,0 1 1,0-1 0,0 1-1,0-1 1,0 1-1,0 0 1,0 1 0,1-1-1,-1 1 1,0 0-1,1 0 1,-1 0 0,-1 2-27,-1 1-28,1 1 0,0 0 0,0 0 0,1 0 0,-1 1 0,2 0 1,-1-1-1,-1 4 28,-8 20-1007,0 1 1,2 0 0,-3 13 1006,-9 50-7431,12-47-1048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3:04:39.559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0 1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43.7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2029 4066,'0'0'3105,"0"0"-1541,0 0-847,0 0-74,0 0-347,-1-6 7905,-1-32-7931,-2-328 350,8-381-309,-2 701-356,1 0-1,3 0 1,2 0 0,4-12 45,2 23-54,0 0 0,2 1 1,2 1-1,1 1 0,2 1 1,0 0-1,2 2 0,2 0 1,20-18 53,-30 33-9,0-1 1,1 2 0,1 0-1,0 1 1,0 1 0,1 1 0,1 0-1,0 1 1,0 1 0,1 1-1,-1 1 1,2 1 0,-1 0-1,0 2 1,1 0 0,0 1-1,12 1 9,734 1-328,-672-12-429,-111-7-103,2 4 987,1 0-1,0-2 1,2 1-1,-1-1 1,-7-18-127,19 34 203,0 1-35,0 0 32,0 0-102,0 0 4,0 0-100,0 18-178,2 11 221,2 1-1,1-1 0,1 0 1,9 24-45,0 7 164,33 165 791,-49-255 34,-5-49-1010,-16-50 424,18 93-222,-1 1 1,-2 0-1,-2 0 1,-11-30-182,19 64 0,1 1-1,0 0 1,-1-1 0,1 1-1,0-1 1,0 1 0,0-1-1,-1 1 1,1-1 0,0 1-1,0-1 1,0 0 0,0 1-1,0-1 1,0 1 0,0-1-1,0 1 1,0-1 0,0 1-1,0-1 1,0 1 0,1-1-1,-1 1 1,0-1 0,0 1-1,0-1 1,1 1 0,-1-1 0,0 1-1,1-1 1,-1 1 0,0-1-1,1 1 1,-1 0 0,0-1-1,1 1 1,-1 0 0,1-1-1,-1 1 1,1 0 0,-1 0-1,1-1 1,-1 1 0,1 0-1,-1 0 1,1 0 0,-1 0-1,1 0 1,-1 0 0,1 0-1,0 0 1,-1 0 0,1 0-1,-1 0 1,1 0 0,-1 0-1,1 0 1,-1 0 0,1 0-1,-1 1 1,1-1 0,-1 0-1,1 0 1,-1 1 0,1-1 0,-1 0 0,51 18 164,-37-12-118,40 10 125,1-1-1,48 6-170,-43-10-93,-59-11 59,0 0 0,0 0 0,0 1 0,0-1 0,0 0 0,0 0 0,0 1 0,0-1 0,0 1 0,0-1 0,0 1 0,0-1 0,0 1 0,0-1 0,-1 1 0,1 0 0,0 0 0,0-1 0,-1 1 0,1 0 0,0 1 34,-1-2-18,0 1-1,0 0 1,0 0-1,0-1 1,0 1-1,0 0 1,0 0-1,0 0 1,0-1-1,-1 1 1,1 0-1,0 0 1,0-1-1,-1 1 1,1 0-1,-1 0 1,1-1-1,0 1 1,-1-1-1,1 1 1,-2 0 18,-38 32-202,35-29 199,-36 21 14,0-2 1,-2-1-1,0-3 0,-2-1 0,-44 11-11,87-28 40,2-1 59,0 0-11,0 0 56,0 0 53,1-2-182,-1 0-1,1 1 0,0-1 0,-1 0 1,1 0-1,0 1 0,0-1 0,0 1 1,0-1-1,0 1 0,0-1 0,1 1 1,-1 0-1,0 0 0,1-1 0,-1 1 1,2-1-15,6-5 27,10-13-53,0 0 1,2 2-1,1 1 0,0 0 1,8-3 25,-29 18-120,-1 1-118,0 1-271,0 4 415,-1 1-1,0-1 1,0 0 0,0 0 0,0 1-1,-1-1 1,1 0 0,-1 0 0,0-1 0,-1 1-1,1 0 1,-1-1 0,1 1 0,-3 1 94,-51 49 470,42-41-419,-17 10-5886,17-3-111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44.3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95 720,'0'0'5237,"0"0"-2246,0 0-606,0 0-74,0 0-529,0-7-355,0 5-1330,1 0 0,-1 0 0,0 0 0,1 0 0,-1 0 0,1 0 0,0 0-1,-1 0 1,1 1 0,0-1 0,0 0 0,1 0 0,-1 1 0,0-1 0,0 0 0,1 1 0,-1 0 0,1-1 0,-1 1 0,1 0-1,1-1-96,4-2 201,-1 0 0,1 1-1,0 0 1,0 0-1,0 1 1,0-1 0,1 2-201,23-6 601,1 2 0,30 0-601,264-3 774,-259 8-3895,-23-1-4483,-78 5 3984,-2 6-942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45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1 5731,'0'0'2393,"0"0"-315,0 0-440,0 0-301,0 0-596,-7 16 996,8-3-1425,0 0 0,1 0-1,0 0 1,1 0 0,1 0 0,0-1-1,3 6-311,44 89 1043,-20-45-840,-3-6-43,-15-33-47,-2 1-1,0-1 0,-2 2 0,0 0 0,0 7-112,-9-30 2,1 0 1,-1 0-1,1 0 1,-1 0-1,0 1 1,0-1-1,0 0 1,0 0-1,-1 0 1,1 0 0,-1 1-1,1-1 1,-1 0-1,0 0 1,1 0-1,-1 0 1,0 0-1,0 0 1,-1 0-1,1-1 1,0 1-1,-1 0 1,1 0-1,-1-1 1,1 1-1,-1-1 1,0 0-1,0 1-2,-5 2-34,0 0-1,-1-1 0,1 0 1,-1 0-1,0-1 0,-6 2 35,-11 3-108,-19 9-44,24-8 188,0 0-1,-1-1 1,0-2 0,0 0-1,0-1 1,-17 1-36,38-5 221,7 1 109,0 0 0,1 0 0,-1-1 0,1 0 0,-1 0 0,6-2-330,53-8 271,0-3 1,6-5-272,4-1-95,30-1 95,-50 13 1190,-57 6-1160,-16-4-6901,0 5 3144,-3 0-2073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0.6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6447 6755,'0'0'1254,"0"0"-179,0 0-237,31-1 130,102-4-357,-113 3-421,1-1 0,-1-1 0,0-1 0,0 0 0,-1-2 0,1 0 0,-1-1-1,-1-1 1,8-6-190,13-5 431,49-27-159,-3-5 0,-1-3 0,-4-3 0,-2-4-1,-2-4 1,-4-3 0,-2-2 0,-4-4 0,-3-3 0,-4-2 0,-3-2 0,6-20-272,52-104 179,-9-5 1,-9-5 0,23-91-180,-64 128 385,3-49-385,-4 16 31,-30 118 284,-4-1 1,-4-2-1,-5 1 0,-4-1 1,-4-37-316,-3 0 133,6-1 0,16-79-133,12 26 75,-13 86-14,-5-1 1,-5 0-1,-2-41-61,-2-76 74,10 1-1,21-74-73,-26 214 15,4 2-1,3 0 1,4 1 0,3 1 0,3 1-1,4 2 1,16-24-15,-19 43 14,3 2 0,2 1-1,2 2 1,3 2 0,1 1 0,2 2-1,2 2 1,1 2 0,45-28-14,-54 43-95,0 2 0,2 1 0,1 2-1,16-4 96,-29 13-66,1 2-1,0 1 0,0 1 0,0 1 0,1 1 0,0 2 0,5 1 67,7 1-459,-40 0 387,-1-25 182,0 9-80,0 9 35,1-1-1,-1 1 1,-1-1 0,1 0-1,-2 1 1,1-1 0,-1 1-1,0 0 1,0 0 0,0-1-1,-2 1-64,-1 4 443,2 13-464,2 12-209,1 276 295,0-296-17,0-2 48,0 0 88,-2-5-116,1-1 0,1 1 0,-1 0 0,1-1 0,0 1 1,0-1-1,0 1 0,1 0 0,0-3-68,1-14 75,-4-14 64,-2 0-1,-1 0 1,-2 1 0,-2-1-1,-8-22-138,4 13 521,12 37-417,29 6-472,13 2 133,-1 2 1,11 3 234,-37-3-107,0 0 1,0 2-1,0-1 1,-1 2 0,1 0-1,-1 1 1,0 0-1,5 4 107,-15-9-27,-1 0 0,1 1 0,-1 0 1,1 0-1,-1 0 0,0 0 0,1 0 0,-1 0 0,0 0 0,0 1 0,-1-1 0,1 1 1,0-1-1,-1 1 0,0 0 0,1 0 0,-1 0 0,0-1 0,-1 1 0,1 0 0,0 0 0,-1 0 1,0 0-1,1 0 0,-1 1 0,-1-1 0,1 0 0,0 0 0,-1 0 0,1 0 0,-1 0 0,0 0 1,0-1-1,0 1 0,-2 2 27,-1 5 29,-2-1-1,1 0 1,-1-1 0,-1 1-1,0-1 1,0-1 0,0 1-1,-1-1 1,-5 4-29,3-3 11,0 0 0,0-1 1,0 0-1,-1 0 0,0-2 0,-1 1 0,1-1 0,-1-1 0,0 0 0,0 0 0,0-1 1,-12 1-12,19-4-365,-1-1-980,8-12-3260,18-31-3108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1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12 5699,'0'0'1005,"0"0"175,0 0 260,0 0 17,0 0-254,0-4 51,0-4 1060,2 12-849,5 26-308,3 50-530,-6-2-317,-3-1 0,-4 0 0,-3 0 0,-8 35-310,8-83 150,2 0-1,1 1 0,1 11-149,7-39 16,0-1-1,0 0 0,1 0 0,-1-1 0,0 1 0,0-1 0,0 0 0,1-1 1,0 1-16,1-1 29,62 0 340,1-3 0,-1-3 0,58-14-369,-91 13 29,-17 3 40,1 1-1,-1 1 1,0 0 0,12 1-69,-30 1-402,0 0 1,-1-1-1,1 1 0,0 0 1,-1-1-1,0 1 0,1-1 1,-1 1-1,0-1 0,0 1 0,0-1 1,0 1-1,0-1 0,0 1 1,0-1-1,0 1 0,-1-1 402,1-1-1191,0-20-6548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1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8404,'0'0'867,"0"0"309,0 0 142,0 0-325,0 0-3,5 26 167,1 1-777,7 40 1655,11 25-2035,70 297 3556,-92-382-3573,11 39 138,-13-44-126,0-1-1,1 0 1,-1 0 0,1 0-1,-1 0 1,1 0 0,-1 0 0,1 0-1,0 0 1,-1 0 0,1 0-1,0 0 1,0-1 0,0 1-1,-1 0 1,1 0 0,0-1-1,0 1 1,0-1 0,0 1-1,0-1 1,0 1 0,1-1-1,-1 1 1,0-1 0,0 0-1,0 0 1,0 0 0,0 0-1,0 0 1,1 0 0,-1 0-1,0 0 1,1 0 5,-1-1-2,1 0 0,-1 0 1,1-1-1,-1 1 0,0 0 0,1-1 0,-1 1 1,0-1-1,0 1 0,0-1 0,0 0 1,0 1-1,0-1 0,-1 0 0,1 0 0,0 0 1,-1 1-1,1-3 2,2-4 0,138-360 8,-148 388-289,-2 0 0,0 0 0,-1-1 1,-2 2 280,-19 20-1,14-20 3,2 1 1,0 0-1,1 2-2,11-19 1,0 0 0,0 1 0,1-1 0,0 0 0,0 1 1,1-1-1,0 1 0,0 0 0,0-1 0,0 1 0,1 0 0,0 0 0,0-1 0,1 1 1,-1 0-1,1 1-1,1-4 4,0 0 0,0 1 0,0-1 1,0-1-1,0 1 0,1 0 0,-1-1 0,1 1 1,-1-1-1,1 1 0,0-1 0,0 0 1,0 0-1,0-1 0,1 1 0,-1-1 1,3 1-5,67 24 95,-60-23-76,33 11 94,-7-4 46,-1 2 1,0 2-1,-1 2 0,18 10-159,-49-23 41,1 1 0,0-1 0,0 0 0,0-1 0,0 0 0,0 0 0,0 0 0,5 0-41,20-1-3914,-30-1 3552,0 0-1,-1 0 0,1-1 0,0 1 0,-1-1 0,1 0 1,-1 1-1,1-1 0,-1 0 0,1 0 0,-1 0 0,0 0 1,1 0-1,-1 0 0,0-1 0,0 1 0,0 0 0,0-1 1,0 1-1,0 0 0,0-1 0,0 1 0,0-1 0,-1 0 1,1 0 362,17-38-7956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2.4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80 6659,'0'0'2436,"0"0"-846,0 0-96,0 0-171,0 0-336,30 0-82,10 1-547,8 1 431,1-3 1,40-6-790,-63 3 184,0 0 1,-1-2 0,0-1 0,0-2 0,0 0 0,-1-1 0,7-5-185,-31 14-1532,-13-2-5080,-13-1 4658,24 3 1978,0 1 0,0-1 0,0 1-1,-1 0 1,1 0 0,0 0 0,0 0 0,0 0 0,-1 0 0,1 1-1,0-1 1,0 1 0,0 0 0,0-1 0,0 1 0,0 0 0,0 0 0,0 0-1,0 1 1,0-1 0,0 1-24,-1 7 349,0 1-1,1-1 0,0 1 1,0 0-1,1-1 1,1 1-1,0 0 1,0 0-1,1 0 0,1 7-348,0 19 961,-3 16 95,3-1 1,2 0-1,2 0 1,5 14-1057,-4-27 579,-7-30-384,1 0 0,0 0 0,0 0 1,1-1-1,0 1 0,1-1 0,-1 1 0,1-1 0,1 0 0,-1 0 1,1 0-1,0-1 0,3 4-195,-5-6 247,-2-4-7745,0 0-1440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4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456 91 6835,'0'0'2620,"0"0"-382,0 0-512,0 0-376,0 0-635,0 24 102,0 10-298,1 1 0,2 0 1,1 0-1,2-1 1,2 0-1,11 33-519,-13-50 203,-3-10-143,0 1 0,0-1-1,0 1 1,1-1 0,0 0 0,0 0 0,1-1 0,0 1 0,1 0-60,-6-7 13,0 0 1,0 0 0,0-1 0,0 1 0,0 0-1,0 0 1,0 0 0,0-1 0,0 1 0,0 0-1,0 0 1,0 0 0,0-1 0,0 1 0,0 0-1,0 0 1,0-1 0,0 1 0,0 0 0,0 0-1,0 0 1,0-1 0,0 1 0,0 0 0,1 0-1,-1 0 1,0 0 0,0-1 0,0 1 0,0 0-1,0 0 1,1 0 0,-1 0 0,0 0 0,0-1-1,0 1 1,0 0 0,1 0 0,-1 0 0,0 0-1,0 0 1,0 0 0,1 0 0,-1 0-1,0 0 1,0 0 0,1 0 0,-1 0 0,0 0-1,0 0 1,0 0 0,1 0 0,-1 0 0,0 0-1,0 0 1,0 0 0,1 0 0,-1 0 0,0 0-1,0 0 1,0 1 0,0-1 0,1 0 0,-1 0-14,-2-32-3,0 0-1,-2 1 1,-2-1 0,-1 1 0,-6-15 3,-58-154-507,64 183 539,6 13-127,-17-32 623,17 35-524,1 0 0,-1 0 0,1 1 0,-1-1 0,1 1 1,-1-1-1,0 0 0,1 1 0,-1-1 0,0 1 0,0-1 0,1 1 0,-1 0 0,0-1 0,0 1 1,0 0-1,1 0 0,-1-1 0,0 1 0,0 0 0,0 0 0,0 0 0,0 0 0,0 0 0,1 0 0,-1 0 1,0 1-1,0-1 0,0 0 0,0 0 0,1 1 0,-1-1 0,0 0 0,0 1 0,0-1 0,1 1 1,-1-1-1,0 1 0,1-1 0,-1 1 0,0-1 0,1 1 0,-1 0 0,1-1 0,-1 1 0,1 0-4,-26 31-110,1 2 0,2 0-1,-3 10 111,-21 30 41,4-12 72,8-14-17,3 1 1,2 2-1,-22 49-96,49-92 3,1 1-1,-1-1 0,1 1 0,1-1 0,0 1 0,0 0 0,0-1 0,1 1 1,1 0-1,0 7-2,0-15 0,0 0 0,-1-1 0,1 1 0,0 0 0,0 0 0,-1 0 0,1 0 0,0-1 0,0 1 0,0 0 0,0-1 0,0 1 0,0 0 0,0-1-1,0 0 1,0 1 0,0-1 0,1 1 0,-1-1 0,0 0 0,0 0 0,0 0 0,0 0 0,1 0 0,-1 0 0,0 0 0,44 0 36,-32 0 1,343-9 176,-376 33-712,-31 23 500,-1-2-1,-2-2 1,-2-3-1,-20 10 0,-51 36 222,124-85-229,0 1 0,0 0 0,1 0 0,-1 1 0,1-1 0,-1 0 0,1 1 0,0-1 0,0 1 0,0 0 0,0 0 0,1 0-1,-1 0 1,1 0 0,0 0 0,0 0 0,0 0 0,0 1 0,0-1 0,1 0 0,-1 1 0,1-1 0,0 0 0,0 1 0,0-1-1,1 3 8,0-1-6,1 1-1,0 0 0,1-1 1,-1 0-1,1 0 0,0 1 1,1-2-1,-1 1 0,1 0 1,0-1-1,0 1 0,0-1 1,0 0-1,4 1 7,12 10 5,1-1-1,1-1 1,0 0-1,1-2 1,0-1 0,1-1-1,0-1 1,0-1 0,1-1-1,21 2-4,33 2 379,1-4-1,62-4-378,-138-3 48,-1 1-1,0-1 1,0 0-1,0 0 1,0 0 0,0-1-1,0 1 1,0-1 0,0 1-1,0-1 1,-1 0-1,1 0 1,-1-1 0,1 1-1,-1 0 1,0-1-1,0 1 1,0-1 0,0 0-1,0 0 1,-1 0-48,35-67 393,-32 62-361,2-11 27,0 0 1,-2-1-1,0 1 1,-1-1-1,0 0 1,-2 0-1,-1 0 1,-1-16-60,1 17-492,0 18 209,-1 0 1,1 0 0,0-1-1,-1 1 1,1 0 0,-1 0 0,0 0-1,1 0 1,-1 0 0,0 0-1,0 0 1,0 0 0,0 0 0,0 0-1,0 0 1,0 1 0,0-1-1,0 0 1,0 1 0,0-1 0,0 0-1,0 1 1,-1 0 0,0-1 282,-6-4-5031,-3-1-4605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4.4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0 243 4178,'0'0'5093,"0"0"-2270,0 0-588,0 0-519,0 0-638,3 14-452,23 66 675,3-1-1,13 19-1300,3 13 406,-38-94-374,-5-10 11,0 0 0,0 0 0,1 0 0,0 0 0,1-1 0,-1 0 0,1 1 0,0-1 0,1-1-1,-1 1 1,4 3-43,-7-9 42,0 0 0,-1 0-1,1 1 1,-1-1-1,1 0 1,0 0-1,-1 0 1,1 0 0,0 1-1,-1-1 1,1 0-1,0 0 1,-1 0 0,1 0-1,-1-1 1,1 1-1,0 0 1,-1 0-1,1 0 1,0 0 0,-1-1-1,1 1 1,-1 0-1,1-1 1,0 1 0,-1 0-1,1-1 1,-1 1-1,1-1 1,-1 1-1,0-1 1,1 1 0,-1-1-1,1 1 1,-1-1-1,0 1 1,1-1-1,-1 0-41,11-25 271,-9 21-195,18-64 160,-3-2 0,-3 0 0,-3-1 0,-1-44-236,1 13 1486,18-78-1486,-23 203-6926,3 31 1032,-7-37 3182,5 29-5004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4.8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1 132 10421,'0'0'2027,"0"0"372,0 0-529,0 0-221,0 0-1198,17 1-307,115 6 1194,1-5 0,14-8-1338,-136 5-2,0 0 0,-1-2 0,1 1 1,-1-1-1,0-1 0,4-1 2,-11 4-195,-1 0-1,1 0 0,-1-1 0,1 1 1,-1 0-1,0-1 0,1 0 1,-1 1-1,0-1 0,0 0 0,0 0 1,0 0-1,-1-1 0,1 1 0,-1 0 1,1-1-1,-1 1 0,0-1 0,0 1 1,0-1-1,0 1 0,0-1 0,0 0 1,-1 0-1,1-1 196,-1 2-263,-1 0 0,1 0 0,-1 0 0,1 0 0,-1 1 0,0-1 0,1 0 0,-1 1 0,0-1 0,0 0 0,0 1 0,-1-1 0,1 1 0,0 0 0,0-1 0,-1 1 0,1 0 0,-1 0 0,1 0 0,-1 0 0,1 0 0,-1 0 0,0 0-1,0 0 1,1 1 0,-1-1 0,0 1 0,0-1 0,0 1 263,-2-2-594,-54-20-4972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5.2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1 488 9716,'0'0'1900,"0"0"472,0 0-641,0 0-1010,33-4-313,226-23 792,-250 26-1172,50-5-166,1-2 0,-1-3 0,-1-2 1,0-3-1,0-2 138,-57 17-37,36-16-1211,-36 16 1205,1 0 0,-1 1-1,0-1 1,1 0 0,-1 0-1,0 0 1,1 0 0,-1-1 0,0 1-1,0 0 1,0 0 0,0-1-1,0 1 1,0-1 0,0 1-1,-1-1 1,1 1 0,0-1 0,-1 1-1,1-2 44,-1 2 166,0 1 101,0 3-62,3 13-174,1 0 0,0-1-1,1 1 1,0-1 0,1 0 0,1-1 0,1 0 0,0 0 0,0 0-1,9 8-30,-10-13 71,0-1 0,1 0 0,0 0 0,0-1-1,0 0 1,1-1 0,1 1 0,-1-2-1,1 1 1,0-2 0,0 1 0,0-1-1,0-1 1,1 0 0,0 0 0,4 0-71,9 0 152,1 0 0,0-2 0,0-1 0,0-1 0,-1 0 1,17-5-153,-24 2 83,0 0 1,-1-1 0,1 0 0,-1-2 0,-1 0 0,1-1 0,-1 0 0,-1-1 0,1-1 0,-1-1-84,-3 2 42,0 0-1,0-1 0,-1 0 1,0-1-1,-1 0 0,0-1 1,-1 1-1,0-2 0,-1 1 1,3-8-42,-6 9 98,0 0 1,0 0 0,-2 0 0,1 0-1,-1-1 1,-1 1 0,0-1 0,-1 1-1,0-1 1,-1 1 0,0-1-1,0 1 1,-4-9-99,2 9 87,-1 0-1,-1 1 0,1 0 1,-2-1-1,0 2 1,0-1-1,0 1 0,-1 0 1,-1 0-1,0 1 1,0 0-1,0 0 0,-1 1 1,0 0-1,-1 0 1,1 1-1,-3-1-86,-9-4 31,1 0 0,-1 2 1,-1 0-1,0 1 0,0 1 0,-1 1 0,1 1 0,-2 1-31,1 1 4,0 1 0,0 1 0,0 1 0,1 1 0,-14 2-4,26-1-44,0 0 1,-1 0 0,1 1-1,0 1 1,1-1-1,-1 2 1,1-1-1,0 1 1,0 1 0,0 0-1,0 0 1,-5 6 43,-4 6-1025,1 0 0,1 1 0,1 0 0,0 1 0,-8 18 1025,-10 30-6051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8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2666 382 4770,'0'0'1654,"0"0"-72,0 0 251,0 0-280,0 0-40,0 0-225,-2-1 7339,-7-11-8338,-8-14-277,-1 0 1,-1 1-1,0 1 0,-2 0 0,-1 2 1,-1 1-1,-1 0 0,-1 2 0,0 1 0,-1 1 1,-1 1-1,-1 1 0,0 1 0,-1 2 0,0 1 1,-1 1-1,0 2 0,-1 1 0,-17-1-12,-94-7-80,-1 6 0,-129 9 80,208 5-14,0 3 0,1 2 0,-27 10 14,-185 62-70,233-66 55,1 1 0,0 3 0,2 1 0,0 2 1,1 2-1,2 1 0,-4 6 15,-11 12-25,1 2 1,3 2-1,2 2 0,-16 25 25,21-21 12,3 1 0,1 2 0,4 2 0,1 0 0,4 3 1,2 0-1,3 1 0,-10 48-12,25-62-25,2 0 1,2 1 0,2-1 0,2 3 24,0 11 6,2-53-303,1-24 95,-6-9 54,-1 0 0,-1 0 0,0 0 1,-2 1-1,-3-8 148,-15-64 96,18 169-331,8 3 513,0-40-166,-1-1 0,-2 1 0,-6 31-112,7-69 4,0 0 0,0 0 0,0 0 0,0 0 1,0 0-1,0 0 0,0 0 0,0-1 0,0 1 0,0 0 0,0 0 1,0 0-1,0 0 0,0 0 0,0 0 0,0 0 0,0 0 0,0 0 1,-1 0-1,1 0 0,0 0 0,0 0 0,0-1 0,0 1 0,0 0 1,0 0-1,0 0 0,0 0 0,0 0 0,0 0 0,-1 0 0,1 0 1,0 0-1,0 0 0,0 0 0,0 0 0,0 0 0,0 0 1,0 0-1,0 0 0,0 0 0,-1 0 0,1 0 0,0 0 0,0 0 1,0 0-1,0 1 0,0-1 0,0 0-4,-5-19 38,-4-27-92,-9-141-240,18 186 294,1 0 0,-1 0 0,0 0-1,0 0 1,0 1 0,0-1 0,0 0 0,-1 0 0,1 0 0,0 0-1,0 0 1,-1 0 0,1 0 0,0 0 0,-1 0 0,1 1-1,-1-1 1,1 0 0,-1 0 0,1 0 0,-1 1 0,0-1-1,1 0 1,-1 1 0,0-1 0,0 1 0,1-1 0,-1 1 0,0-1-1,0 1 1,0-1 0,0 1 0,0 0 0,0-1 0,1 1-80,0 0-75,-4 16-307,-42 310 372,45-225 119,1-101-104,0 0-34,0 0 88,0 0 93,0-6 178,2-24-134,1 0 0,1 0 0,7-21-116,-4 21-6,-2 0-1,0-1 1,-1-22 6,-4-27 2,0 79 60,0 1 18,0 0-86,0 0-74,0 0-32,0 0 56,0 0-67,0 11-159,0 4 257,-1 55 61,3 1 1,4-1 0,4 6-37,-10-74-7,0 0 0,0-1 0,0 1 0,1 0 0,-1-1 1,1 1-1,0-1 0,-1 1 0,1 0 0,0-1 0,0 0 0,0 1 0,0-1 0,0 1 0,0-1 0,0 0 0,0 0 0,1 0 0,-1 0 1,0 0-1,1 0 0,-1 0 0,1 0 0,-1 0 0,1 0 0,-1-1 0,1 1 0,0-1 0,-1 1 0,1-1 0,0 0 0,-1 0 1,1 0-1,0 0 0,-1 0 0,1 0 0,0 0 0,-1 0 0,1 0 0,0-1 0,-1 1 0,1-1 0,0 0 0,-1 1 0,1-1 0,-1 0 1,1 0 6,7-3 34,-1 0 0,1-1 0,-1 0 1,0 0-1,0-1 0,0 0 1,4-5-35,166-165 557,-178 176-525,0 0-136,0 0-136,-8 0-256,-59 3 315,-57 10 181,58-4-3,70-10-9,16-1-76,0 0 1,-1-2-1,9-3 88,-14 4 72,-13 3-40,-1 0-53,0 0 58,-35-19 654,2 19-5077,16 0-1358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14.1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2808 983 5539,'0'0'973,"0"0"489,0 0-184,0 0-176,0 0-141,0 0 4,-7-24 3368,-7 6-3975,0-1 0,1 0 0,1 0 0,1-1-1,-8-21-357,6 13 134,-2 0 0,-16-23-134,-11-4 148,-2 1 0,-3 2 0,-26-21-148,-166-133 492,187 164-329,-37-22-163,65 49 41,0 2-1,0 0 1,-1 2-1,-1 0 1,-13-2-41,-90-25 171,-74-9-171,161 43-28,0 1 1,-1 2 0,1 1-1,-30 6 28,2 5-20,1 3 0,0 4 0,1 2 0,-28 14 20,27-10-8,26-8-20,1 2 0,0 2 0,1 2 0,2 1 0,0 2 0,-8 10 28,-3 5-37,1 1 0,3 3-1,2 2 1,-9 15 37,41-46-23,1 0 1,1 1-1,1 1 1,0 0-1,1 0 1,1 0-1,0 1 1,2 0-1,0 1 23,-9 43-57,4-1-1,1 8 58,0 0-48,-7 20 48,-84 261 40,98-344-60,-2 8 124,3-14-104,1 0 0,-1 0 0,1 0 0,0-1-1,-1 1 1,1 0 0,-1 0 0,1 0 0,-1 0-1,1-1 1,0 1 0,-1 0 0,1 0 0,0-1-1,-1 1 1,1 0 0,0-1 0,-1 1 0,1 0-1,0-1 1,-1 1 0,1 0 0,0-1 0,0 1-1,0-1 1,-1 1 0,1-1 0,0 1 0,0 0-1,0-1 1,0 1 0,0-1 0,0 1 0,0-1 0,0 0 0,-16-41-221,1-1 1,-7-41 220,22 129-67,1 0 168,-5 41-101,2-72 14,0 0 0,-1 0 0,0 0 0,-1-1 0,-1 1 1,0-1-1,-1 0 0,-1 2-14,-2-5-64,9-26-298,1-3 273,-4-260-1138,4 267 1384,2 10-94,6 24-118,8 39-38,-8-4 282,-3 0-1,-2 0 1,-2 30-189,-2-86 2,0-1 0,0 0 1,0 0-1,0 1 1,0-1-1,0 0 0,0 1 1,0-1-1,1 0 1,-1 0-1,0 1 1,0-1-1,0 0 0,0 0 1,1 0-1,-1 1 1,0-1-1,0 0 0,1 0 1,-1 0-1,0 1 1,0-1-1,1 0 1,-1 0-1,0 0 0,0 0 1,1 0-1,-1 0 1,0 0-1,1 0 0,-1 1 1,0-1-1,1 0 1,-1 0-1,0 0 1,0-1-1,1 1 0,-1 0 1,0 0-1,1 0 1,-1 0-1,0 0 0,0 0 1,1 0-1,-1 0 1,0-1-1,0 1 1,1 0-1,-1 0 0,0 0 1,0 0-1,1-1 1,-1 1-1,0 0 0,0 0 1,0-1-3,15-12 57,-6-14 16,-2 0 0,-1 0 1,-1 0-1,-1-1 0,-1 1 1,-2-1-1,-1 0 0,-1-5-73,1 28 1,0 4 15,0 1-54,0 0-26,0 15-125,1 15 180,-2-1 0,-1 1 1,-1 0-1,-2-1 0,-1 0 0,-1 0 0,-3 6 9,5-15 47,5-20-46,0 0 1,0 0-1,0 0 0,0 1 1,0-1-1,0 0 0,0 0 1,0 0-1,0 0 0,0 0 1,0 0-1,0 0 0,0 1 1,0-1-1,0 0 0,0 0 1,0 0-1,0 0 0,0 0 0,1 0 1,-1 0-1,0 0 0,0 1 1,0-1-1,0 0 0,0 0 1,0 0-1,0 0 0,0 0 1,1 0-1,-1 0 0,0 0 1,0 0-1,0 0 0,0 0 1,0 0-1,0 0 0,1 0 1,-1 0-1,0 0 0,0 0 1,0 0-1,0 0 0,0 0 1,0 0-1,0 0 0,1 0 0,-1 0 1,0 0-1,0 0 0,0 0 1,0 0-1,0 0 0,0 0 1,0-1-1,0 1 0,1 0 1,-1 0-1,0 0-1,26-24 138,-8 5-152,156-127 451,-211 139-317,0 2-153,0 1-1,-32 2 34,67 2 19,2 0-46,0 0-47,0 0-228,3-6-4335,8-1-1709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7.2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35 560,'0'0'2276,"0"0"-1401,0 0-320,0 0 85,0 0-248,-1-6-7,0 0-107,-2-5-10,1 0 4716,-4 10-1055,6 2-3906,-1-1-1,1 0 0,-1 0 0,1 0 1,-1 0-1,1 0 0,-1 1 1,1-1-1,-1 0 0,1 1 1,-1-1-1,1 0 0,0 1 1,-1-1-1,1 0 0,-1 1 1,1-1-1,0 0 0,0 1 0,-1-1 1,1 1-1,0-1 0,0 1 1,-1-1-1,1 1 0,0-1 1,0 1-1,0-1 0,0 1 1,0-1-1,0 1-22,0 898 3183,-2-890-3201,0-13-26,-2-17-62,-8-99-18,4 54 8,2-48 116,7 69-31,0 26 24,-1-1-1,0 1 1,-1 0 0,-1-1 0,-4-12 7,6 28 10,0 4-60,0 0-17,0 23 43,3 40 132,2 1 1,4 2-109,7 88 53,-15 7-75,-36-161-79,29 0 99,0-2-1,0 1 1,0-1 0,0 1 0,0-2-1,0 1 1,1-1 0,-1 0 0,1 0-1,0 0 1,-1-1 0,2 1 0,-1-2-1,0 1 1,1 0 0,0-1 0,0 0 0,0 0-1,0 0 1,1 0 0,0 0 0,0-1-1,0 0 1,1 1 0,-1-5 2,66 92 1648,-5-10-1335,-55-67-295,-1-2-13,-1-1 0,1 1 0,0 0 0,0-1 1,0 0-1,0 0 0,0 1 0,0-1 0,1 0 0,-1-1 1,1 1-1,2 1-5,-4-3 13,-1 0 24,0 0 35,0 0 3,0 0-13,0 0 15,0 0-34,-1-6-52,0 0 1,-1 1 0,1-1-1,-1 0 1,0 1-1,0 0 1,-1-1 0,0 1-1,0 0 1,0 0 0,0 0-1,-3-2 9,-47-54-257,49 57 241,2 1 25,0 0 0,0 0 1,-1 1-1,0-1 0,1 1 0,-1 0 1,0 0-1,0 0 0,0 0 1,0 0-1,0 0 0,-1 1 0,1 0 1,0 0-1,-1 0 0,1 0 0,-1 0-9,3 1-13,1 0-27,0 0 16,0 0 32,0 26-109,-1-18 126,0 1 1,1 0-1,0 0 1,1-1-1,-1 1 1,2 0-1,-1-1 1,1 1-1,1-1 1,-1 1-1,2-1 1,-1 0-1,1 0 1,0-1-1,0 1 1,5 5-26,-5-8 9,0 1 1,0-1 0,0 0-1,1-1 1,-1 1-1,1-1 1,0 0 0,1 0-1,-1-1 1,0 1-1,1-1 1,0 0-1,0-1 1,0 0 0,0 1-1,0-2 1,0 1-1,1-1 1,-1 0 0,1 0-1,-1-1 1,1 0-10,-6 0 6,1-1 0,0 1 0,-1-1 1,1 0-1,-1 0 0,1 0 1,-1 0-1,1 0 0,-1 0 0,1 0 1,-1-1-1,0 1 0,0 0 0,0-1 1,0 1-1,0-1 0,0 1 1,0-1-1,0 1 0,0-1 0,-1 0 1,1 1-1,-1-1 0,1 0 0,-1-1-6,13-52 88,-11 46-68,3-32-6,-1-1 1,-2 1 0,-2-20-15,-1 29 49,-5 16 78,6 16-126,0-1-1,0 1 0,0 0 1,-1 0-1,1 0 0,0-1 1,0 1-1,-1 0 0,1 0 0,0 0 1,0 0-1,0 0 0,-1 0 1,1-1-1,0 1 0,-1 0 1,1 0-1,0 0 0,0 0 1,-1 0-1,1 0 0,0 0 0,0 0 1,-1 0-1,1 0 0,0 0 1,-1 0-1,1 0 0,0 0 1,0 1-1,-1-1 0,1 0 0,0 0 1,0 0-1,-1 0 0,1 0 1,0 1-1,0-1 0,0 0 1,-1 0-1,1 0 0,0 1 1,0-1-1,0 0 0,-1 0 0,1 0 1,0 1-1,0-1 0,0 0 1,0 0-1,0 1 0,0-1 1,0 0-1,0 1 0,0-1 0,0 0 1,0 0-1,0 1 0,0-1 1,0 0-1,0 1 0,0-1 1,0 0-1,0 0 0,-11 36 87,2-1 0,1 1 1,1 11-88,3-12-3537,3-2-3902,1-33-1584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9.0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538 1657 3490,'0'0'1358,"0"0"-179,0 0 16,0 0-128,0 0-165,-1 5-131,1-4-402,0 0 1,0 0 0,0 0-1,-1 0 1,1 0 0,0 0-1,0-1 1,-1 1-1,1 0 1,-1 0 0,1 0-1,-1 0 1,1 0 0,-1-1-1,1 1 1,-1 0-1,0 0 1,1-1 0,-1 1-1,0 0 1,0-1 0,0 1-370,-6 0 104,0 0 1,0-1 0,0 0 0,-1 0-1,1 0 1,0-1 0,0 0 0,0 0 0,0-1-1,0 0 1,0 0 0,0-1 0,0 0-1,1 0 1,-1 0 0,1-1 0,0 0 0,0 0-1,1-1 1,-1 0 0,1 1 0,-1-3-105,-28-28 99,1-1 1,1-2-1,2-2 1,3 0-1,0-2 1,3-1-1,2-1 1,1-1-1,3 0 1,1-2 0,3 0-1,1-1 1,0-19-100,10 52 0,-14-80 39,3-1 0,5 0 0,4-5-39,4 85-14,1 0 0,1 0-1,0 1 1,1-1 0,1 0 0,1 0-1,0 1 1,0 0 0,5-10 14,104-205-77,-107 219-13,1 0 1,0 0-1,1 1 1,4-5 89,-4 6-82,-1 0 1,0 0-1,-1-1 0,0 1 1,1-4 81,-7 13-18,0 0 1,0 0-1,0-1 1,0 1-1,0 0 0,0 0 1,0 0-1,0-1 1,0 1-1,0 0 1,0 0-1,0 0 0,0-1 1,0 1-1,0 0 1,0 0-1,0 0 1,0 0-1,0-1 0,0 1 1,-1 0-1,1 0 1,0 0-1,0 0 1,0-1-1,0 1 0,0 0 1,0 0-1,-1 0 1,1 0-1,0 0 1,0 0-1,0 0 0,0-1 1,-1 1-1,1 0 1,0 0-1,0 0 1,0 0-1,-1 0 0,1 0 1,0 0-1,0 0 1,0 0-1,-1 0 0,1 0 1,0 0-1,0 0 1,0 0-1,0 0 1,-1 0-1,1 0 0,0 0 1,0 1-1,0-1 1,-1 0-1,1 0 1,0 0-1,0 0 0,0 0 1,0 0-1,0 0 1,-1 1-1,1-1 1,0 0-1,0 0 0,0 0 1,0 0-1,0 1 18,-28 11-183,-31 21 301,26-14-119,18-11 36,0 0 0,0 2 0,1 0 0,-2 2-35,15-11 80,1-1 13,0 0 65,10-4-108,65-45-39,5-2 221,36-17-232,-116 68-11,0 0 1,0 0-1,0 0 1,0 0-1,0 0 1,0 0-1,0 0 1,0 0-1,-1 0 0,1 0 1,0 0-1,0 0 1,0 0-1,0-1 1,0 1-1,0 0 0,0 0 1,0 0-1,0 0 1,0 0-1,0 0 1,0 0-1,0 0 1,0-1-1,0 1 0,0 0 1,0 0-1,0 0 1,0 0-1,0 0 1,0 0-1,0 0 1,0-1-1,0 1 0,0 0 1,0 0-1,0 0 1,0 0-1,0 0 1,0 0-1,0 0 1,0-1-1,0 1 0,0 0 1,0 0-1,0 0 1,0 0 10,-24 1-86,-35 9 116,40-6-3,9-2 34,-1 1-1,1 0 1,0 0 0,0 1-1,0 0 1,1 0-1,-1 1 1,-2 3-61,54-19 352,-4-9-208,-27 12-136,1 2-1,-1 0 1,1 0 0,1 1 0,-1 1-1,0 0 1,1 0 0,0 1 0,8 0-8,-12 35-126,-4-4 193,-1 0 0,-2 0 0,-1 0 0,-1 1-67,0-15 35,-1-1 0,-1 1 0,0-1 0,0 1-1,-1-1 1,-1 0 0,0-1 0,-1 1 0,-4 6-35,9-19 20,0 0 1,-1 1-1,1-1 1,-1 1 0,1-1-1,0 0 1,-1 1-1,1-1 1,-1 0-1,1 1 1,-1-1 0,1 0-1,-1 0 1,1 1-1,-1-1 1,0 0-1,1 0 1,-1 0 0,1 0-1,-1 0 1,1 0-1,-1 0 1,0 0-1,1 0 1,-1 0 0,1 0-1,-1 0 1,1 0-1,-1-1 1,0 1-1,1 0 1,-1 0-1,1 0 1,-1-1 0,1 1-21,-15-10 163,14 10-142,-10-9-1,-1 0 27,0-1 0,1 0-1,0 0 1,1-1 0,0-1 0,0 1 0,1-2 0,1 0-47,7 12 13,1 1-15,0 0-65,0 0 27,0 0 21,0 0-18,0 0-158,1 4-479,-1 0 1,0 0-1,0 0 0,-1 0 0,1 0 1,-1 0-1,0 0 0,0 0 0,0 0 1,0 0-1,-1 1 674,-8 17-9100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9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499 1779 2753,'0'0'2460,"0"0"-1073,0 0-402,0 0-161,0 0-58,-3 0 6245,-5-1-4061,-20-2-2298,21 2-601,-1-1 0,1-1 0,0 1 1,-1-1-1,1 0 0,0-1 0,1 0 1,-1 0-1,1 0 0,-4-4-51,-64-56 937,51 42-641,3 3-226,1 0 0,1-1 0,1-1 0,1 0 0,1-1 0,0-1 0,2-1 0,1 0 0,1 0 0,0-1 0,2-1 0,2 1 0,0-1 0,1-1 0,2 1 0,-1-12-70,-4-69 76,5 0 0,8-94-76,2 151-1,2 0-1,2 1 1,2-1 1,3-10-140,3-42 140,-8 36-65,1 2 1,4 0-1,3 1 0,10-24 65,-27 86-15,-1 1-1,0 0 1,0-1 0,1 1-1,-1 0 1,0-1-1,0 1 1,0-1 0,0 1-1,0 0 1,1-1-1,-1 1 1,0-1 0,0 1-1,0-1 1,0 1-1,0 0 1,0-1-1,-1 1 1,1-1 0,0 1-1,0-1 1,0 1-1,0 0 1,0-1 0,-1 1-1,1-1 1,0 1-1,0 0 1,-1-1 0,1 1-1,0 0 1,0-1-1,-1 1 1,1 0 0,0 0-1,-1-1 1,1 1-1,0 0 1,-1 0-1,1 0 1,-1-1 0,1 1-1,-1 0 1,1 0-1,0 0 1,-1 0 0,1 0-1,-1 0 1,1 0-1,-1 0 1,1 0 0,0 0-1,-1 0 1,1 0-1,-1 0 1,1 0-1,0 0 1,-1 0 0,1 1-1,-1-1 1,1 0-1,0 0 1,-1 0 0,1 1-1,-1-1 1,1 0-1,0 0 1,0 1 0,-1-1 15,-36 18 137,32-15-228,-25 14 99,2 1 1,0 2 0,1 0-1,-19 20-8,45-39 54,1-1-14,0 0 16,18-3-184,8-14 130,-2 0 1,0-2-1,-1 0 1,16-19-3,0 2 43,60-59 51,-99 95-92,0 0 30,0 0-88,-21 5-435,-16 15 526,0 1 0,2 2-1,1 2 1,1 1 0,1 1-1,-23 27-34,45-41 206,10-8 84,2-5-282,0-1 0,-1 1 0,1-1 0,-1 1 0,1-1 0,-1 0 0,1 0 0,-1 1 0,1-1 0,-1 0 0,0-1 1,0 1-1,1 0 0,-1 0 0,0-1-8,2-1 0,24-25 26,1 2 1,2 0 0,0 2-1,1 1 1,2 1 0,31-15-27,-63 36-23,0 1 1,0 0 0,0-1-1,0 1 1,0 0 0,0-1-1,-1 1 1,1 0-1,0 0 1,0 0 0,0 0-1,0 0 1,0 0 0,0 0-1,0 0 1,0 0-1,0 0 1,0 0 0,0 1-1,0-1 1,0 0 0,0 1-1,0-1 1,-1 1-1,1-1 1,0 1 0,0-1-1,0 1 23,0 1-11,1 0 0,-1 0 0,0 0-1,1 0 1,-1 0 0,0 0-1,0 0 1,-1 1 0,1-1 0,0 0-1,-1 1 1,1 0 11,1 13 77,-1 0 0,-1 1 0,0 12-77,-1-14-24,1 101 112,-1-115-84,1 0 0,-1-1 0,0 1 1,0 0-1,0 0 0,1 0 0,-1-1 0,0 1 1,0-1-1,0 1 0,0-1 0,0 1 0,0-1 1,-1 1-1,1-1 0,0 0 0,0 0 0,0 1 1,0-1-1,0 0 0,0 0 0,-1 0 0,1 0 1,0 0-1,-1-1-4,-43 1 38,35-1-32,-4 0 32,0-2-1,0 0 0,0-1 1,1 0-1,0-1 0,-1 0 1,2-1-1,-1-1 0,1 0 1,0-1-1,-7-5-37,19 13 1,0 0-1,0 0 1,1 0-1,-1 0 1,0 0-1,0 0 0,0 0 1,0 0-1,1 0 1,-1 0-1,0-1 1,0 1-1,0 0 1,0 0-1,0 0 1,0 0-1,1 0 1,-1 0-1,0 0 1,0 0-1,0 0 1,0-1-1,0 1 1,0 0-1,0 0 1,0 0-1,1 0 1,-1 0-1,0 0 1,0-1-1,0 1 1,0 0-1,0 0 0,0 0 1,0 0-1,0 0 1,0-1-1,0 1 1,0 0-1,0 0 1,0 0-1,0 0 1,0-1-1,0 1 1,0 0-1,0 0 1,0 0-1,0 0 1,-1 0-1,1-1 1,0 1-1,0 0 1,0 0-1,0 0 1,0 0-1,0 0 1,0 0-1,0 0 0,-1-1 1,1 1-1,0 0 1,0 0-1,0 0 1,0 0-1,0 0 0,24-2 19,34 5 75,-13 0-55,-32-3-44,0 0-1,0 2 1,0-1 0,0 2 0,0 0 0,0 0 0,2 2 5,-15-5-5,1 0 1,-1 0-1,1 0 0,-1 1 0,1-1 1,-1 0-1,1 0 0,-1 0 1,0 1-1,1-1 0,-1 0 1,1 0-1,-1 1 0,0-1 1,1 0-1,-1 1 0,0-1 1,1 0-1,-1 1 0,0-1 1,0 1-1,1-1 0,-1 1 1,0-1-1,0 0 0,0 1 1,0-1-1,1 1 0,-1-1 0,0 1 1,0-1-1,0 1 0,0-1 1,0 1-1,0-1 0,0 1 1,0-1-1,-1 1 0,1-1 1,0 1-1,0-1 0,0 0 1,0 1-1,-1-1 0,1 1 1,0-1-1,0 1 0,-1-1 1,1 0-1,0 1 0,-1-1 1,1 0-1,0 1 0,-1-1 0,1 0 1,-1 1-1,1-1 0,0 0 1,-1 0 4,-29 18-59,26-16 55,-10 5-3,-11 6-3,0-1 1,-2-1 0,-2-1 9,23-9 51,4-1-179,2 0-654,0 0-1072,0-5-1137,0-26-885,0-15-691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3.4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0 6851,'0'0'2844,"0"0"-1355,0 0 712,0 0-504,0 0-588,0 0-487,0 22 880,1 55-678,-4 118 299,0-162-1048,-1 0 1,-1-1 0,-2 1-1,-10 28-75,-10 12 77,-3-1 1,-3-2-1,-8 8-77,40-77-11,1 0 1,0 0-1,0 0 0,0 0 1,0 0-1,0 0 0,0 0 0,0 0 1,0 0-1,0 0 0,0 0 0,0 0 1,1 0-1,-1 0 0,0 0 1,1 0-1,-1-1 0,1 1 0,-1 0 1,1 0-1,-1 0 0,1 0 0,-1-1 1,1 1-1,0 0 0,0-1 1,-1 1-1,1-1 0,0 1 11,27 19-82,-24-17 78,53 29 71,0-2 1,2-3-1,58 18-67,-116-44 1,0 0 0,0-1-1,0 1 1,0 0 0,1-1-1,-1 1 1,0-1-1,0 1 1,1-1 0,-1 0-1,0 0 1,1 1-1,-1-1 1,0 0 0,1 0-1,-1 0 1,1-1 0,-1 1-1,0 0 1,1 0-1,-1-1 1,0 1 0,0-1-1,1 1 1,-1-1-1,0 1 1,0-1 0,0 0-1,0 0 1,0 1 0,1-1-1,-2 0 1,1 0-1,0 0 0,1-4 17,-1 1-1,0-1 0,0 1 1,0-1-1,0 0 0,-1 1 0,0-1 1,0 0-1,-1-2-16,1-1 11,3-71 72,-1 44 40,-1-1-1,-2 1 1,-5-32-123,-8 24 332,14 41-280,-1 1-1,0-1 1,1 0 0,-1 0 0,0 0 0,0 0 0,0 1 0,0-1 0,0 0 0,-1 1 0,1-1 0,0 1-1,-1-1 1,1 1 0,-1 0 0,0 0 0,1 0 0,-1-1 0,-1 1-52,2 24-168,-13 134 246,5-61 89,2 41-167,6-42 9,3 110 6,5-166-2424,-6-38 2225,-1 0 0,1 0 1,0 0-1,0 1 0,0-1 1,-1 0-1,1 0 0,0-1 1,0 1-1,0 0 0,0 0 1,1 0-1,-1-1 1,0 1-1,0 0 0,0-1 1,1 1-1,-1-1 0,0 1 1,0-1-1,1 0 0,-1 0 1,0 1-1,1-1 0,-1 0 1,1 0 183,14 0-5589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3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0 10645,'0'0'160,"0"0"1585,0 0 0,0 0-801,0 190-448,0-132 0,0-3-47,0-9-193,-3-4 80,-4-8-160,0-10-176,4-11-48,3-4-608,0-9-1105,0 0-1745,0-12-1824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4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9556,'0'0'1588,"0"0"-25,0 0 345,0 0-846,0 0-428,29 2-105,95 4-9,-111-6-421,-1 0 0,1 1-1,-1 1 1,1 0 0,-1 0 0,0 1-1,0 1 1,0 0 0,6 4-99,-13-6 42,-1 1-1,0 1 0,0-1 1,0 1-1,-1-1 1,1 1-1,-1 0 1,0 0-1,0 1 1,-1-1-1,1 1 0,-1-1 1,0 1-1,0 0 1,0 0-1,-1 0 1,1 0-1,-1 0 1,-1 0-1,1 2-41,5 48 415,-2 1 1,-3 1-1,-5 45-415,2-50 227,-4 21 443,-4-1 0,-4 12-670,-10 68-727,18-53-3699,6-125 1212,0-10-1378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4.5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1 248 10229,'0'0'2353,"0"0"-560,0 0-369,0 0-655,0 0 479,241-34-752,-177 22-288,-10-4-95,-9 1-113,-11-3-97,-7 0-367,-4-10-1184,-2-3-1218,-1-5-1744,1-4-2049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5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 6275,'0'0'2342,"0"0"-1251,0 0 710,0 0-619,0 0-723,-1 4-312,-4 60 2167,3 1 0,4 43-2314,1-3 1492,-19 473 762,8-351-1782,8-226-367,0-1-81,-1-6-118,-10-38-6,2 0-1,2-1 0,2 1 1,2-1-1,2 0 0,2 0 1,3-20 100,-1 50-40,1 0-1,0 0 1,1 1 0,0-1 0,1 1-1,1 0 1,1 0 0,-1 1 0,2 0-1,0 1 1,4-4 40,-3 3-41,1 0 0,1 1 1,0 0-1,0 1 0,1 1 0,1 0 0,0 0 0,0 2 1,1 0-1,7-3 41,-15 8-4,0 0 1,0 1 0,0 0-1,0 0 1,0 1 0,0 0-1,0 0 1,0 1-1,1 0 1,-1 0 0,0 0-1,0 1 1,1 0 3,-4 1-8,0-1 0,-1 0 1,1 1-1,0 0 0,-1 0 1,1 0-1,-1 1 0,0-1 0,0 1 1,0-1-1,0 1 0,0 0 1,0 0-1,-1 0 0,1 1 0,-1-1 1,0 1-1,0-1 0,-1 1 0,1 0 1,-1 0-1,1-1 0,-1 2 8,4 13-50,-2 1 1,0-1-1,-1 0 0,0 1 0,-2 0 0,0-1 0,-1 1 0,-1-1 0,-1 1 0,0-1 0,-2 0 0,0 0 1,-1 0-1,0-1 0,-2 0 0,0 0 0,-6 9 50,-3 3-21,-1-1 0,-1-1-1,-2-1 1,-16 16 21,28-32 40,0 0 0,-1-1 0,-1-1 0,1 0 0,-2 0 0,1-1 0,-1 0 0,0-1 0,0 0 0,0-1 0,-1-1 0,0 0 0,0 0-40,12-4-6,1 0-1,-1 0 1,1 0 0,0 0-1,-1 0 1,1 0 0,-1 0-1,1 0 1,0 0 0,-1 1-1,1-1 1,0 0 0,-1 0-1,1 0 1,0 1 0,-1-1 0,1 0-1,0 0 1,-1 1 0,1-1-1,0 0 1,0 1 0,0-1-1,-1 0 1,1 1 0,0-1-1,0 0 1,0 1 0,-1-1-1,1 0 1,0 1 0,0-1 0,0 1-1,0-1 1,0 0 0,0 1-1,0-1 1,0 1 0,0-1-1,0 0 1,0 1 0,0-1-1,0 1 1,1-1 0,-1 0-1,0 1 1,0-1 0,0 0 0,0 1-1,1-1 1,-1 0 0,0 1-1,0-1 1,1 0 0,-1 1-1,0-1 1,1 0 0,-1 0 6,21 20-296,64 28 807,2-3 0,2-5 0,1-3 0,36 7-511,-125-44 16,0 1 0,0-1 0,-1 0 0,1 0 0,0 0 0,-1 0-1,1 0 1,0 0 0,0 0 0,-1 0 0,1 0 0,0 0 0,-1 0 0,1 0 0,0-1 0,-1 1 0,1 0 0,0-1 0,-1 1 0,1 0 0,0-1 0,-1 1 0,1-1 0,-1 1 0,1-1 0,-1 1 0,1-1 0,-1 1-1,1-1 1,-1 1 0,0-1 0,1 0 0,-1 1 0,0-1 0,1 0 0,-1 1 0,0-1 0,0 0 0,0 1 0,0-1 0,1 0 0,-1 1 0,0-1-16,3-42-5801,-3 25 1437,4-12-5670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5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46 12038,'0'0'2080,"0"0"-95,0 0-1120,0 0-865,0 0-1969,0 0-3554,68-45-1168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56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2801,'0'0'7662,"0"0"-5453,0 0 129,0 0-583,0 0-701,33 6 5,-6 0-774,59 9 1836,60 4-2121,-63-12 748,223 11 385,-305-18-1517,-1 0-403,0 0-566,-5 1-2747,-2 3 2068,-6 3 662,-21 3-1172,17-7 2169,1 2-1,0 0 1,0 1-1,0 1 0,0 0 1,0 2 373,15-8 187,-1 1 1,1-1 0,-1 1-1,1-1 1,0 1 0,0 0-1,0 0 1,0 0-1,0 0 1,0-1 0,0 1-1,1 0 1,-1 1 0,1-1-1,-1 0 1,1 0-1,0 0 1,0 2-188,0 45 2398,2-27-1525,-2 228 4287,0 128-4509,-3-377-732,1 0 0,0 0-1,-1 0 1,1 0 0,-1 0 0,1 0 0,-1 0 0,0-1 0,1 1-1,-1-1 1,1 0 0,-1 0 0,-1 0 81,-5 1-138,-60 9-220,45-7 456,1 0-1,-1 2 0,1 0 0,-1 2 0,-9 4-97,32-11 20,1 0-1,0 0 0,-1 0 0,1 0 0,0 0 1,-1 0-1,1 0 0,-1 0 0,1 1 1,0-1-1,-1 0 0,1 0 0,0 0 0,0 0 1,-1 1-1,1-1 0,0 0 0,-1 0 1,1 1-1,0-1 0,0 0 0,0 0 0,-1 1 1,1-1-1,0 0 0,0 1 0,0-1 0,0 0 1,-1 1-1,1-1 0,0 0 0,0 1 1,0-1-1,0 1 0,0-1 0,0 0 0,0 1 1,0-1-20,14 6 164,22-2-158,-36-4-2,94 5 1239,69-6-1243,-121-2 418,0-1 1,0-3-1,-1-1 0,0-2 1,5-4-419,-39 9-1089,-16 2-675,-17 1-1525,-15 2-2137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59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215 379 2897,'0'0'1420,"0"0"578,0 0 8,0 0-50,0 0-244,0 0-124,0 0-286,0 4-240,0 10-163,0-10-224,0-4-163,0 0-224,0 0 27,0 0-142,0 0 33,0 0-57,0 0 41,0 0 42,0 0-32,0 0 13,0 0-26,0 0 77,0 0 3,0 0 61,0 0-139,0 0-53,0 0-61,0 0 43,0 0-68,0 0-31,0 0 2,0 0 25,0 0 23,0 0 24,0 0-29,0-9 179,2-79-80,-1 29-224,-1-1-1,-7-40 62,-3 62 39,0-9 2,8 145-392,0-42 472,2 0-1,2 0 0,3-1 1,6 22-121,22 71 358,-5-28-56,-5 1 1,4 85-303,-26-117 390,-2-87-385,0 0 1,0-1 0,0 1 0,0 0-1,0-1 1,0 1 0,0 0-1,0-1 1,-1 0 0,1 1 0,-1-1-1,1 0 1,-1 1 0,1-1 0,-1 0-1,0 0 1,0 0 0,1-1 0,-1 1-1,0 0 1,0-1 0,0 1 0,-1-1-6,-46 14 108,12-9-130,0-2 1,-1-1 0,-30-3 21,19 1 13,47 0 43,3-2-36,0 1 0,0-1-1,0 1 1,0-1 0,0 1 0,0 0 0,0-1 0,0 1-1,1 0 1,-1 0 0,1 0 0,-1 0 0,1 0 0,-1 0-1,1 1 1,-1-1 0,1 0 0,0 1 0,-1-1 0,1 1-1,0-1 1,-1 1 0,1 0 0,0 0 0,0 0 0,0 0-20,63 0-105,-32 0 174,328-17 321,-293 8-102,-67 9-229,-1 0 21,0 0 61,0 0-13,0 0-69,0 0-17,0 0-84,0 0 50,0 0-46,0 0-39,0 0-14,0 0-15,0 0-86,0 0-35,0 0-152,0 0-35,0 0-95,-1 0 395,1-1-1,-1 1 1,1 0 0,0-1-1,-1 1 1,1-1 0,-1 1 0,1-1-1,0 1 1,-1-1 0,1 1 0,0-1-1,-1 1 1,1-1 0,0 1-1,0-1 1,0 1 0,-1-1 0,1 0-1,0 1 1,0-1 0,0 1 0,0-1-1,0 0 115,-3-138-3317,-1-2 3411,3 112-44,-2 0-1,-2 1 0,0 0 0,-8-21-49,-1-8 780,3 41 967,5 16-290,3 13-1241,3 9-156,0 0 1,1 0-1,1 0 0,1 0 0,2 0 0,0-1 1,1 1-1,1-1 0,0 0 0,2-1 0,1 0 1,0-1-1,2 1 0,6 7-60,-4-8 25,1-2-1,0 0 1,1 0-1,0-2 0,2 0 1,0-1-1,8 5-24,-13-11-11,1-1 0,-1 0 0,2 0 1,-1-2-1,0 0 0,1 0 0,0-1 0,0-1 0,1-1 0,-1 0 0,7-1 11,-7 0-4,0-1 0,1 0 0,-1-2 1,0 0-1,0 0 0,3-2 4,-10 1 1,0 0-1,0 0 1,-1-1 0,1 1-1,-1-2 1,0 1-1,0-1 1,0 0 0,-1-1-1,1 0 1,4-6-1,0 0-45,-1 0 1,-1-1-1,0-1 1,0 1 0,-2-2-1,0 1 1,0-1-1,-1 0 1,-1 0-1,-1 0 1,2-8 44,0-13-121,-2 0-1,-2 0 1,0 0 0,-4-21 121,0 43 2,0 0 0,-1 0 0,0 0 0,-1 0 0,-1 1 0,0 0 0,-1 0 0,-1 0 1,0 1-1,0 0 0,-1 0 0,-1 1 0,-4-6-2,-17-18 9,-2 2 0,-1 1-1,-22-15-8,39 35-3,0 0 0,-1 0 0,-1 2 0,1 0 0,-2 1 0,1 1 0,-1 1 0,-1 0 0,1 2 0,-1 0 0,0 1 0,0 1 0,0 1 0,-1 1 0,1 0 0,-8 2 3,24 0-8,1-1 1,-1 1-1,1-1 0,-1 1 0,1 0 0,-1 1 0,1-1 0,0 1 0,0-1 0,0 1 0,-1 0 0,2 0 0,-1 0 0,0 0 0,0 1 0,-1 1 8,-2 3-14,1 0 0,-1 0 0,1 0 0,1 0 0,0 1 0,0 0 0,-1 2 14,-4 14 0,1 0-1,1 0 1,2 0 0,-3 18 0,2 19 183,3 0 0,3 49-183,1-38 117,-1-62-95,0-1 0,0 0 0,1 0 0,0 0 1,0 0-1,1 0 0,0 0 0,1-1 0,0 1 1,0 0-1,1-1 0,0 0 0,1 0 0,-1 0 1,1-1-1,1 0 0,0 1 0,0-2 0,0 1 1,1-1-1,0 0 0,0 0 0,0-1 0,1 0 1,0 0-1,0-1 0,0 0 0,5 1-22,-12-4-141,0-1 0,-1 0 0,1 0 0,0 1 0,0-1-1,0 0 1,0 0 0,0 0 0,0 0 0,-1 0 0,1 0 0,0 0 0,0-1 0,0 1-1,0 0 1,0 0 0,-1-1 0,1 1 0,0 0 0,0-1 0,0 1 0,-1-1 0,1 1-1,0-1 1,-1 1 0,1-1 0,0 0 0,-1 1 0,1-1 0,-1 0 0,1 0 0,-1 1-1,1-1 142,5-5-1236,14-15-6512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1.3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0 4834,'0'0'2511,"0"0"679,0 0-196,0 0-457,0 0-413,-5 0-404,-5 1 89,15 1-739,35 3-445,59 5-559,104-6 255,-145-4-314,-58 0 31,0 0 52,0 0 105,0 0 53,0 0 3,0 0-51,0 0-123,0 0-45,0 0-45,0 0 45,0 0-29,0 0 29,0 0 90,0 0 15,0 0-47,0 0-50,0 0 3,0 0-72,0 0 50,0 0-45,0 0 19,0 0 50,0 0-56,0 0-10,0 0-24,0 0-41,0 0 84,0 0-1,0 0 19,0 0 29,0 0 11,0 0-29,0 0-62,0 0-71,0 0-22,-17 0-1959,-14 0-3825,11 0-1256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2.9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211 442 3714,'0'0'1312,"0"0"449,0 0 29,0 0-365,0 0-262,0 0-141,0 0 144,0 0-96,0 0-142,0 0 0,0 0-111,0 0-65,0 0-125,0 0-64,0 0-181,0 0-108,0 0-52,0 0 15,0-17 326,1-61 69,1 26-492,-2 0 1,-2 0-1,-3 0 1,-2 1-1,-8-28-140,10 70 150,5 27-191,7 31 15,108 283 541,-114-329-519,60 227 259,-51-181-271,-3-1 0,-1 1-1,-2 43 17,-5-90-34,1 1-1,-1-1 0,0 1 0,0-1 0,0 0 0,0 1 0,0-1 0,-1 0 0,1 0 0,-1 0 0,0 0 0,1 0 0,-1 0 0,0 0 1,0-1-1,0 1 0,0-1 0,0 1 0,-1-1 0,1 0 0,0 0 0,-1 0 0,1 0 0,0 0 0,-1-1 0,1 1 0,-2 0 35,-14 4-100,-1-1-1,1-1 0,-7 0 101,19-2-43,-45 3-128,0-2 1,-20-3 170,8 0 26,45-1 189,22-3 52,31-4-157,109-14 557,126-2-667,-132 16-3188,-132 7-928,-3-5-2794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3.2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6915,'0'0'2449,"0"0"-1408,0 0 255,0 0 609,0 0-1056,0 0-209,0 183-128,0-149 128,0-7-367,0-2-113,0-4-160,0 1-176,0-4-1073,0-9-2129,0-9-1680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4.0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8 358 1953,'0'0'3417,"0"0"-1200,0 0-13,0 0-387,0 0-115,-5-6 4583,3-4-5807,2 0-402,1 1 1,0 0-1,0-1 0,1 1 1,0 0-1,1 0 0,0 0 0,0 0 1,1 1-1,0-1 0,0 1 0,1 0 1,0 0-1,1 1 0,-1-1 1,2 1-1,5-6-76,7-7 5,0 0 0,1 1 0,1 1 0,1 1 0,0 1 0,5-1-5,-11 8 26,-1 2-1,1-1 1,1 2-1,-1 0 1,1 1-1,0 1 1,0 0-1,0 2 1,1-1-1,5 2-25,-14 0-13,-1 1 1,0 0-1,0 1 0,1-1 0,-1 1 0,0 1 0,0 0 0,0 0 0,0 1 1,0 0-1,-1 0 0,4 2 13,-7-2-19,1 1-1,-1-1 1,0 1 0,0 0-1,0 0 1,0 0 0,-1 1 0,1 0-1,-1-1 1,0 1 0,-1 0-1,1 0 1,-1 1 0,0-1 0,0 0-1,-1 1 1,0-1 0,1 6 19,1 4-35,-1 1 0,0 0 0,-2-1 0,0 1 0,0 0 0,-1-1 0,-1 1 0,-1-1 0,0 1 0,-1-1 0,-1 0 0,0 0 0,-1-1 0,0 0 0,-2 0 0,1 0 0,-2-1 0,-4 6 35,-19 24 48,-3-2 0,-1-1 0,-2-2 0,-1-2 0,-2-1 0,-26 15-48,0-1 600,66-49-592,1 0-1,0 0 1,0 0-1,-1 1 1,1-1-1,0 0 1,0 0-1,-1 0 1,1 0-1,0 0 1,0 0-1,-1 1 1,1-1-1,0 0 0,0 0 1,0 0-1,-1 1 1,1-1-1,0 0 1,0 0-1,0 1 1,0-1-1,0 0 1,0 0-1,-1 1 1,1-1-1,0 0 0,0 0 1,0 1-1,0-1 1,0 0-1,0 0 1,0 1-1,0-1 1,0 0-1,0 1 1,0-1-1,0 0 1,0 0-1,0 1 1,1-1-1,-1 0 0,0 0 1,0 1-1,0-1 1,0 0-1,0 0 1,1 0-1,-1 1 1,0-1-1,0 0 1,0 0-1,1 0 1,-1 1-1,0-1 0,0 0 1,0 0-1,1 0 1,-1 0-1,0 0 1,0 0-1,1 1 1,-1-1-1,0 0 1,1 0-1,-1 0 1,0 0-1,0 0 1,1 0-8,22 3-3,-20-3 45,151 8 1687,118-10-1729,-260 2 86,1-1-1,-1 1 0,0-2 1,0 0-1,0 0 0,0-1 1,11-5-86,-21 7-509,0 0 0,0 0-1,-1-1 1,1 1 0,0-1 0,-1 0 0,1 1 0,-1-1 0,1 0-1,-1 0 1,0 0 0,0 0 0,0 0 0,0 0 0,0 0 0,0 0 0,0 0-1,-1 0 1,1-1 0,-1-1 509,2 0-563,7-25-6150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04.8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70 1521,'0'0'3537,"0"0"-2109,0 0 428,0 0 167,0 0-281,-3-16-472,-4-12-1220,2 2 2753,26 60-430,-5 0-1728,-1 0 1,-2 1-1,-1 0 0,4 25-645,24 150 728,-37-191-649,11 107 875,-5 0 0,-7 108-954,-3-150 112,2-92-127,-2-1 1,1 0-1,-1 0 0,-1 0 1,1 1-1,-2-1 0,1 1 1,-2-3 14,-11-30-119,1 1 1,3-2 0,1 0 0,2 0 0,2 0 0,2-1 0,1-27 118,3 66-12,1 1 0,0 0 0,0-1 0,0 1 0,1-1 0,-1 1 0,1 0 0,-1 0-1,1 0 1,0 0 0,1 0 0,-1 0 0,0 1 0,1-1 0,-1 1 0,1-1 0,0 1 0,0 0 0,0 0 0,0 1 0,3-3 12,9-4-31,1 0-1,0 1 0,0 1 1,1 0 31,6 0-38,0 2 1,1 0 0,-1 1-1,1 1 1,0 2 0,22 1 37,-41-1-19,-1 1 0,1-1 0,-1 1 0,1 0 0,-1 0 0,1 0 0,-1 1 0,0-1 0,0 1 0,0 0 0,0 0 0,0 1 0,0-1 0,0 1 0,-1 0 0,1 0 0,-1 0 0,0 0 0,0 1 0,0-1 0,0 1 0,-1 0 0,0-1 0,1 1 0,-1 0 0,0 1 0,-1-1 0,1 0 0,-1 1 0,0-1 0,0 3 19,1 2-99,-1 0 0,0 0-1,-1 0 1,0 0 0,0-1-1,-1 1 1,0 0 0,-1 0 0,0-1-1,0 1 1,-1 0 0,0-1-1,-1 0 1,1 0 0,-2 0 0,1 0 99,-18 22-104,-1-2-1,-2-1 1,0 0 0,-17 11 104,-23 25 38,63-61-23,0-1 0,0 1 0,0 0 0,1 0 0,-1 0 0,1 1 0,-1-1 0,1 0 0,0 0 0,0 1 0,0-1 0,0 1 0,0-1 0,0 1 0,1-1 1,0 1-1,-1-1 0,1 1 0,0 0 0,0-1 0,0 1 0,0 0-15,1-1 37,0 0 0,0 0-1,0 0 1,0 0 0,1 0 0,-1 0 0,0 0 0,1 0 0,0 0 0,-1-1-1,1 1 1,0-1 0,0 1 0,0-1 0,0 1 0,0-1 0,0 0 0,0 0-1,0 0 1,0-1 0,0 1 0,1 0 0,1 0-37,36 6 326,1-1-1,0-1 1,0-3 0,0-1 0,37-5-326,15 2 380,-59 3-286,-18-1-29,0 1 0,1-2 0,-1 0 0,0-1 0,11-3-65,-17 0-1783,-13-1-256,-19-4-2837,12 6 1752,-17-13-7849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39.4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15751,'0'0'1841,"0"0"-192,0 0 80,0 0 111,0 0-991,0 0-849,0 0-16,-20 0-288,20 0-241,0 0-511,0 0-1297,0 0-1537,0 0-4050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0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8740,'0'0'1502,"0"0"699,0 0-216,0 0-11,0 0-603,32 13-181,-10-4-958,22 10 254,1-2 0,0-3 1,2-1-1,17 2-486,98 9 314,0-6-1,148-4-313,-315-13-7946,-1 1 4592,-15 4 234,-11-3-1602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0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445 1 4930,'0'0'2265,"0"0"-40,0 0-104,0 0-395,0 0-690,-2 8-548,-7 64 929,2 0 1,4 0-1,6 59-1417,-2-26 1190,0-32-516,3 0 0,11 53-674,-8-40-355,-9-85 307,0 0 1,1 0 0,-1 0 0,0 0 0,0 0-1,-1-1 1,1 1 0,0-1 0,0 1-1,0-1 1,0 0 0,0 0 0,0 0-1,-1 0 1,1 0 0,0-1 0,-1 1 47,-1 0-94,-259 0-1538,113 0 3670,221 3-1086,50 9-952,0 1 358,374 5 2793,-495-18-3288,0 0-319,0 0-531,0-6-4661,0-4 513,0-5-4112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1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9300,'0'0'1678,"0"0"1022,0 0-448,0 0-403,0 0-718,8-1-387,121 0 1561,74 9-2305,43 1 1481,-230-2-377,-14-5-8598,-2-2 256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2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6 201 2097,'0'0'3359,"0"0"-1585,0 0 80,0 0-330,0 0-449,-1 7-296,-2 31 40,2 1-1,1-1 1,2 1 0,2-1 0,1 0 0,2 0-1,2-1 1,4 11-819,-6-29 81,0 0 0,1 0 0,1-1 0,0 0 0,2 0 0,0-1 0,1-1 0,1 0 0,0 0 0,1-2 0,1 1 0,0-2 0,1 0 0,0-1 0,1 0 0,15 7-81,-10-10-12,1 0 0,0-1 1,0-1-1,1-1 0,0-2 1,0 0-1,0-1 0,1-2 0,-1 0 1,18-3 11,-34 1-4,1 0 0,0-1 1,-1 0-1,1 0 1,-1-1-1,0 0 0,1 0 1,-2-1-1,1 0 1,0 0-1,-1-1 0,0 0 1,0-1-1,0 1 0,-1-1 1,1-1-1,-1 1 1,-1-1-1,0 0 0,0 0 1,0-1-1,0 1 1,2-9 3,3-4-50,-2 0 0,0-1 0,-1 0 1,-1 0-1,-1-1 0,0 1 0,-2-1 0,-1 0 1,-1-2 49,0-4-149,-1 1 1,-1-1 0,-5-26 148,3 39-6,-1 1 0,0 0 0,-1 0 0,-1 0-1,0 1 1,0 0 0,-2 0 0,-2-3 6,-8-11 21,-2 1 0,-1 0 0,-1 2 0,-1 1 0,-1 0 0,0 2-1,-2 1 1,-6-3-21,18 14 25,-1 0 0,1 0 0,-1 2-1,-1 0 1,1 0 0,-1 2-1,0 0 1,-1 0 0,1 2 0,-1 0-1,0 1 1,1 1 0,-1 0 0,0 1-1,0 1 1,-12 2-25,24-1 5,-1 0 0,1 0 0,0 0 0,0 1 0,0 0 0,0 0 0,0 0 0,0 1 0,1 0 0,0-1 0,0 2 0,0-1 0,0 0 0,1 1 1,-1-1-1,1 1 0,-2 5-5,-5 9 15,0 1 0,1 0 0,1 0 1,1 2-16,0 6-31,0 1 1,2 0 0,2 1-1,0-1 1,2 0 0,2 1-1,0-1 1,3 12 30,-3-34-212,1 0 1,0 0-1,0 0 0,0 0 1,1-1-1,0 1 0,0-1 1,0 0-1,1 0 0,0 0 1,0 0-1,1-1 0,-1 1 1,1-1-1,2 1 212,1 1-843,0-1 0,0 0 0,0 0 0,1-1 0,0 0 0,6 2 843,38 11-5557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1 8884,'0'0'2265,"0"0"-576,0 0 181,0 0-950,0 0-343,-15 36-161,-50 119-168,42-94 434,2 2 0,-6 34-682,1-1 968,18-78-774,7-16-3547,1-2-3621,0-33 1204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3.6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6067,'0'0'1998,"0"0"-138,0 0 106,0 0-373,0 0-305,19 11-183,-11-6-977,2 2 3,1-1 0,0 0-1,0 0 1,1-1 0,-1-1-1,1 0 1,0 0 0,0-1-1,0-1 1,1 0 0,-1-1-1,2 0-130,33-2 356,-31-1-290,-1 1 0,1 1 1,0 0-1,0 2 0,0 0 1,-1 0-1,1 1 0,13 5-66,-25-5 12,0 0 0,0 0 0,0 0 0,0 0-1,0 1 1,0-1 0,-1 1 0,0 0 0,0 0 0,0 1 0,0-1-1,-1 0 1,1 1 0,-1 0 0,-1-1 0,1 1 0,0 0 0,0 5-12,3 13 86,-1 0 0,-1 0 1,0 11-87,-2-25 34,7 208 2106,-10 45-2140,0-52 675,2-210-1110,0 0-238,0 0-375,0 0-846,0 0-667,-1-6-2643,-1-3 3167,-9-15-4227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4.0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43 3410,'0'0'6733,"0"0"-3969,0 0-256,0 0-1049,0 0-784,19 0-298,21 0-178,39 2 1122,1-4 0,-1-4-1,78-15-1320,-62 8 1876,-91 10-13324,-4 3 5912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5:44.5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 9300,'0'0'2751,"0"0"277,0 0-483,0 0-915,0 0-499,12 3-493,54 4 59,0-2 1,1-3-1,20-3-697,-15 0 539,-55 1-277,-1-1 1,1 0-1,-1-1 1,1-1-1,3-2-262,-13 0 399,-7 4-9375,-8 1 975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11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2535 7459,'0'0'753,"0"0"79,0 0-165,0 0-88,35-40-83,11-13-325,173-208 779,-13-23 2988,137-255-3938,50-74 1128,-111 227-784,-173 251-384,93-88 40,-254 245-624,-43 27 624,67-34-71,-50 26 110,2 4-1,2 3 1,-31 28-39,98-72 24,6-3-19,0 0 0,0-1 0,0 1 0,0 0 0,0 0 0,0 0-1,0 0 1,0 0 0,0 0 0,0 0 0,1 0 0,-1 0 0,0 0 0,1 0 0,-1 1 0,1-1-1,-1 0 1,0 2-5,1-2-56,3 0 31,-1-1 0,1 0 0,-1 0 0,1-1 0,0 1 0,-1 0 0,1-1 0,-1 1 0,1-1 0,1-1 25,35-13 91,0-2 1,-2-2-1,3-3-91,55-28 206,-76 42-171,-10 2-27,1 2 1,-1-1-1,1 1 1,0 1-1,1 0 1,-1 0 0,1 1-1,-1 1 1,4-1-9,-13 16-115,0 2 273,-2-1-1,1 0 0,-2 1 1,0-1-1,-1 0 1,0 0-1,-1-1 0,-1 1 1,0-1-1,-7 13-157,5-12 227,6-13-3359,1-2-2193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4.6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10389,'0'0'5552,"0"0"-3463,0 0 546,0 0-863,0 0-1057,0 0-582,10 4-66,8 2-34,0 0-1,-1-2 1,1 0 0,1-1 0,-1-1-1,15 0-32,131-4 238,-70 0-149,-62 2 119,-32 0-48,0 0 118,0 0 66,0 0-29,0 0-35,0 0-104,0 0-102,0 0-236,0 0-345,0 0-624,5 0-4912,7 0-203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5.8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392 327 5763,'0'0'2908,"0"0"-665,0 0 553,0 0-779,0 0-651,0-8 899,0-43-864,2 23-1129,-1 1 0,-2-1-1,-1 1 1,-1-1 0,-1 1-1,-2 0 1,-6-19-272,12 44 90,-1 1 0,0-1 0,1 1-1,-1-1 1,0 0 0,0 1 0,0-1 0,0 1-1,0 0 1,0-1 0,0 1 0,0 0 0,-1 0 0,1 0-1,-1 0 1,1 0 0,0 0 0,-1 0 0,0 0-1,1 0 1,-1 1 0,1-1 0,-1 1 0,0-1 0,1 1-1,-1 0 1,-1 0-90,2 0 94,6 88-90,-5-65 14,1 0 0,1 0 1,1 0-1,3 11-18,30 94 228,-19-75-219,-2 2 0,-2 0-1,-3 0 1,-3 1 0,1 36-9,-8-82-39,0 0 0,-1 0 0,0 0 0,0 0 0,-1 0 0,-1-1 0,-2 9 39,3-13-55,-1 0 0,0 0 0,0 0 0,0 0 0,0-1 0,-1 0 0,1 1 0,-1-1-1,0-1 1,-1 1 0,1 0 0,-1-1 0,1 0 0,-1 0 0,-2 0 55,-10 5-231,-1-1 0,0-1 1,0 0-1,-1-1 0,1-2 0,-1 0 0,0 0 1,-4-2 230,-45 2 193,-31-3-193,58-1 1274,715 1 788,-672 0-2134,-2 0-90,0 0-68,0 0-159,0 0-326,0 0-633,0-17-4420,1-7 59,8-5-2297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6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106 386 9588,'-1'37'4605,"0"11"394,4 38-4999,-2-71 202,1 0 1,0-1-1,1 1 1,1-1 0,0 1-1,1-1 1,1 0-1,4 7-202,-5-12 52,1 0 0,0 0 0,1 0 0,-1-1 0,2 0-1,-1-1 1,1 1 0,0-2 0,1 1 0,-1-1 0,1 0 0,1-1 0,-1 0-1,8 3-51,-4-4 36,0 0-1,0-1 0,1 0 1,-1-1-1,1 0 1,-1-2-1,1 1 0,-1-1 1,1-1-1,0-1 0,6-1-35,-6-1-1,0 0-1,0-1 0,-1 0 1,1-1-1,-1-1 0,0 0 1,-1-1-1,0 0 0,0-1 1,-1 0-1,0-1 0,-1 0 1,0-1-1,0 0 0,-1-1 0,-1 0 1,0 0-1,0-1 0,-1 0 1,-1 0-1,0 0 0,-1-1 1,-1 0-1,0 0 0,0 0 1,-2-1-1,1-3 2,-1-136 233,-3 87-170,1 55-38,-1 1-1,0 0 0,0 0 1,-1 0-1,-1 0 1,1 0-1,-2 1 1,0-1-1,0 1 0,-1 0 1,0 0-1,-1 0 1,0 1-1,0 0 1,-1 0-1,-6-7-24,1 5 57,0 0 0,-1 1 0,0 0 0,-1 1 1,0 1-1,0 0 0,-1 1 0,0 0 0,0 1 0,0 1 0,-4 0-57,-10-3 20,-1 2-1,0 1 1,0 1 0,-1 2-1,1 1 1,-23 3-20,46-1 2,1 0 1,-1 1 0,1 0 0,0 0 0,0 1-1,0 0 1,0 0 0,0 0 0,0 1-1,1 0 1,0 0 0,0 0 0,0 0-1,0 1 1,1 0 0,-1 0 0,1 1 0,0 0-3,-15 20-7,2 1 0,0 0 1,0 5 6,14-26-1,-4 8-189,1 0 1,1 0-1,0 0 1,1 1-1,0-1 1,1 1-1,1 1 190,-4 63-6490,6-50 1080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6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 10405,'20'2'7962,"81"8"-7016,38-8 377,-42 1-884,0-4 0,54-9-439,-57-2 48,-94 12-174,0 0-308,0 0-572,0 0-592,-2 0-1976,-9-2 1086,-14-6-1538,-8-4-970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7.2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22 5507,'0'0'3644,"0"0"-1504,0 0 535,0 0-860,0 0-970,-1-2 72,13-2-759,59 0 929,0 3-1,15 3-1086,25 0 645,305-14 1033,-405 11 127,-2 0-3374,-1 0-7901,-8 1 2734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07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219 416 8212,'0'0'581,"0"0"708,0 0-72,0 0-751,0 0-156,0 15 440,0 202 3574,0-208-4207,1 0 0,1 0 0,-1 1 1,1-1-1,1 0 0,0 0 0,0-1 0,1 1 0,0-1 0,1 1 0,-1-1 0,1 0 0,1-1 0,0 1 0,0-1 1,0-1-1,1 1 0,0-1 0,0 0 0,1 0 0,0-1 0,-1 0 0,10 4-117,2 0 178,0 0 0,0-1 0,1-1-1,0-1 1,0 0 0,1-2 0,-1 0 0,1-1 0,0-2 0,6 0-178,-4 0 144,-1-2 0,0-1 0,1-1 0,-1 0 0,0-2 0,14-5-144,-23 5 34,-1 0 0,0 0 0,-1-2 0,1 1 0,-1-1 0,0-1 0,-1 0 0,0-1 0,0 0 0,-1 0 0,0-1 0,0-1-34,1-2 117,-1-1 1,-1 1-1,0-2 0,0 0 0,-2 1 0,0-2 1,0 1-1,-2-1 0,0 0 0,0 0 0,-1-3-117,3-34 353,-3-1-1,-3-41-352,0 55-86,0 26 72,-1 0 0,-1 1 0,-1-1 0,1 1 0,-2 0 0,0 0 0,-1 0 0,0 1 1,0-1-1,-2 1 0,1 0 0,-2 1 0,1 0 0,-2 0 0,1 0 0,-2 1 0,1 1 0,-1-1 0,0 2 1,-5-4 13,-2 0-11,-1 1-1,0 0 1,0 1 0,-1 1 0,0 1 0,-1 0 0,0 2 0,0 0 0,0 1 0,-1 1 0,0 1 0,0 1 0,-2 1 11,-6 0-72,-1 2 0,1 0-1,0 2 1,-22 6 72,34-5-37,0 1 1,-1 1-1,2 1 1,-1 0-1,1 1 1,0 1-1,1 1 1,-6 4 36,-2 3-49,0 2 0,0 0 0,2 1 0,1 2 0,0 0 1,-13 21 48,23-29-15,2 0 0,-1 0 0,2 1 1,0 0-1,1 1 0,0-1 1,1 1-1,1 0 0,1 0 0,0 1 1,1-1-1,0 16 15,2-28 73,0 0-1,0 0 1,0 0 0,0 1-1,1-1 1,-1 0 0,1 0-1,0 0 1,1 0 0,-1 0-1,1 0 1,-1 0 0,1 0-1,0-1 1,0 1 0,1-1-1,-1 1 1,1-1 0,0 0-1,0 0 1,2 2-73,-4-4 54,-1-1-207,0 0 1,1 0 0,-1 0-1,0 0 1,0 0-1,0 1 1,0-1-1,1 0 1,-1 0-1,0 0 1,0 0 0,0 0-1,0 1 1,0-1-1,0 0 1,0 0-1,0 0 1,1 1-1,-1-1 1,0 0 0,0 0-1,0 0 1,0 1-1,0-1 1,0 0-1,0 0 1,0 0-1,0 1 1,0-1 0,0 0-1,0 0 1,0 0-1,0 1 1,-1-1-1,1 0 1,0 0-1,0 0 1,0 1 0,0-1-1,0 0 1,0 0-1,0 0 1,-1 0-1,1 1 1,0-1-1,0 0 1,0 0 0,0 0-1,-1 0 1,1 0-1,0 0 153,-14 10-6168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13.0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2697 9492,'0'0'2775,"0"0"-1996,5-30 109,-4 26-848,2-19 127,2 1-1,0-1 1,1 1 0,1 0 0,1 1 0,1-1-1,1 2 1,1-1 0,1 1 0,4-4-167,250-305 916,-21 26-504,635-927 488,-733 1013-124,70-71-776,-183 252-64,-30 34 18,-4 2-10,0 0-42,0 0-41,-13 1 131,-1 1 1,0 0-1,1 2 1,0-1-1,-1 2 1,1-1-1,1 2 0,-1 0 1,1 0-1,-5 4 8,-29 14-17,-61 24 3,-95 47 4,191-86-74,27-12-129,19-14 208,-1-2-1,-1-2 0,6-6 6,42-25 60,-61 41-55,4-5 19,1 2 1,0 0-1,2 2 1,-1 1 0,1 1-1,25-6-24,-51 16-18,0 1-1,0-1 1,0 0-1,0 0 1,-1 0-1,1 1 1,0-1-1,0 0 1,-1 1-1,1-1 1,0 1-1,0-1 1,-1 1-1,1-1 1,0 1-1,-1-1 1,1 1-1,-1 0 1,1-1-1,-1 1 1,1 0-1,-1-1 1,0 1-1,1 0 1,-1 0-1,0 0 1,1-1-1,-1 1 1,0 0-1,0 0 1,0 0-1,0 0 1,0-1-1,0 1 1,0 0-1,0 0 1,0 0-1,0 0 1,0 0 18,-2 43-304,1-37 259,-3 15 34,0 1 0,-2-1 0,-1 0 0,0 0-1,-2-1 1,-1 1 11,10-22 1,-1 2 5,1-1 0,-1 0-1,0 0 1,0 0 0,0 1 0,-1-1 0,1-1 0,0 1 0,0 0 0,0 0 0,-1 0-1,1 0 1,-1-1 0,1 1 0,0-1 0,-1 1 0,1-1 0,-1 0 0,1 1 0,-1-1-1,1 0 1,-1 0 0,1 0 0,-1 0 0,1 0 0,-1 0 0,1-1 0,-1 1-6,-38-10 128,16-3 281,2-1 0,0-1-1,0-1 1,1-1 0,-9-11-409,29 28-229,0 0-1,0 0 1,1 0 0,-1 0 0,0 0 0,0 0-1,0 0 1,1 0 0,-1 0 0,0 0 0,0 1 0,0-1-1,1 0 1,-1 0 0,0 1 0,1-1 0,-1 1-1,0-1 1,1 0 0,-1 1 0,0-1 0,1 1 0,-1 0-1,1-1 1,-1 1 0,1-1 0,-1 1 0,1 0-1,-1-1 1,1 1 0,0 0 229,0-1-2,-14 17-6305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1.0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0 116 11221,'0'0'2471,"0"0"-244,0 0-92,0 0-223,0 0-914,35-4-576,-14 2-358,100-13 568,19-10-632,115-24 118,-251 49-369,20-9 561,-16-2-4075,-8 10 1815,0 1-2159,3 0 865,1 0-2521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1.6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423 549 7668,'0'0'1355,"0"0"-176,0 0 86,-1-30-124,-1-172 500,1 186-1304,-1-1 0,0 1-1,-1 0 1,0 0 0,-2 1-1,0-1 1,0 1 0,-1 0-1,-8-12-336,0 1 630,-1 2 0,-2 0 0,0 0-1,-1 2 1,-4-3-630,22 25 21,0 0 1,0 0-1,-1 0 0,1-1 1,0 1-1,0 0 0,0 0 1,0 0-1,0 0 0,-1-1 0,1 1 1,0 0-1,0 0 0,0 0 1,0 0-1,-1 0 0,1 0 1,0-1-1,0 1 0,0 0 1,-1 0-1,1 0 0,0 0 1,0 0-1,0 0 0,-1 0 0,1 0 1,0 0-1,0 0 0,0 0 1,-1 0-1,1 0 0,0 0 1,0 0-1,-1 1 0,1-1 1,0 0-1,0 0 0,0 0 1,0 0-1,-1 0 0,1 0 1,0 0-1,0 1 0,0-1 0,0 0 1,-1 0-1,1 0 0,0 0-21,-4 16 237,3 26-433,1-37 293,-2 87 47,2 79 113,2-143-206,1 0-1,1 0 1,1-1-1,2 0 1,1 1-51,20 51 29,-15-48-38,-2 1 0,-1 0-1,-1 1 1,-2 0 0,-1 0 0,-2 0 0,-1 6 9,-2-30-30,-1-1 0,-1 0 0,1 1 0,-1-1 0,-1 0 0,0 0 0,0 0 0,0 0 0,-1 0 0,-4 7 30,4-10-17,-1-1 1,1 1-1,-1-1 0,0 1 0,-1-1 0,1 0 1,-1-1-1,1 1 0,-1-1 0,0 0 1,-1 0-1,1 0 0,0-1 0,-1 0 0,0 0 1,-1 0 16,-22 5-98,-1-1 1,0-2 0,-1-1 0,1-1-1,-1-2 1,-14-2 97,-4 2 239,113 0-327,31 1 307,0-5 0,14-5-219,-57 4 57,1 1 1,6 3-58,-46-1-960,2-12-5873,-4 0 192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2.0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11045,'0'0'1169,"0"0"-321,0 0 929,0 0-337,-13 181-863,13-129-433,3 0 64,0-7-208,1-2 0,-1-18-48,4-13-416,0-6-1105,6-6-1825,8-9-1984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2.5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62 402 384,'0'0'7145,"0"0"-4573,0 0-558,0 0 251,0 0-379,-9-16-640,-28-52-358,34 60-713,1 1 0,-1 0-1,1-1 1,0 0 0,1 0-1,-1 1 1,2-1-1,-1 0 1,1 0 0,0 0-1,1 0 1,1-4-175,0-23 634,-2 30-579,0 0 1,1 0 0,-1 0-1,1 0 1,1 0 0,-1 0 0,1 0-1,0 0 1,0 1 0,0-1-1,0 1 1,1-1 0,0 1-1,0 0 1,0 0 0,1 0-56,3-3 37,0 0-1,1 1 1,0-1 0,0 2 0,0-1 0,1 1 0,0 0-1,3 0-36,9-4-1,1 1 0,0 1-1,0 1 1,1 2 0,-1 0 0,1 1-1,3 1 2,-13 0-12,0 2 0,0 0-1,1 0 1,-1 1-1,0 1 1,0 0 0,-1 1-1,2 1 13,-9-2-7,0 0 0,-1 0 0,1 0 0,-1 1 0,0 0 0,0 0-1,0 0 1,0 1 0,-1-1 0,1 1 0,-1 0 0,0 0-1,0 0 1,0 0 0,-1 1 0,1-1 0,-1 1 0,0 0 0,0-1-1,-1 1 1,0 0 0,1 4 7,3 14-27,-1 0 1,-2 0-1,0 0 1,-1 1-1,-2-1 0,0 0 1,-2 0-1,0 0 0,-1 0 1,-2-1-1,0 1 0,-2-1 1,0 0-1,-1-1 1,-1 0-1,-13 18 27,-12 16-22,-3-1 1,-3-3-1,-1-1 1,-3-2 0,-22 16 21,49-46 18,-49 51 147,63-64-146,0 0-1,1 0 0,-1 0 1,1 0-1,0 0 0,1 1 0,0 0 1,-1-1-1,2 1 0,-1 0 0,1 0 1,0 0-1,-1 6-18,3-11 2,-1 0 1,0 0-1,1 0 1,-1 0-1,0 0 1,1 0-1,0-1 0,-1 1 1,1 0-1,-1 0 1,1 0-1,0 0 0,0-1 1,-1 1-1,1 0 1,0 0-1,0-1 0,0 1 1,0-1-1,0 1 1,0-1-1,0 1 1,0-1-1,0 0 0,0 1 1,0-1-1,0 0 1,0 0-1,0 0 0,0 0 1,1 0-3,44 2 108,-36-2-59,-2 0-23,39 1 150,1-2 0,0-2 1,0-2-1,-1-2 0,17-6-176,-27 3 81,18-6 136,-1-1 0,23-13-217,-74 27-331,0 0-1,0 0 1,0-1-1,0 1 1,0-1-1,-1 1 1,0-1-1,0 0 1,0 0-1,0 0 1,0-1-1,-1 1 1,0 0-1,0-1 332,7-15-2485,9-17-2397,0-5-1227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3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98 7571,'0'0'1390,"0"0"830,0 0-43,0 0-339,0 0-546,-3-20-233,-10-58 2025,20 109-2525,2 0 1,0-1 0,4 4-560,18 59 591,-16-32-330,-3 0-1,-3 1 0,-1 28-260,0 190 314,1 16 141,-8-263-457,-1-32-49,0-1 5,0 0 38,0-17 142,0-439-438,1 441 287,1-1 1,1 1 0,0-1 0,1 1-1,1 0 1,0 1 0,1-1 0,0 1-1,1 0 1,1 0 0,0 1 0,1 0-1,1 1 1,0 0 0,0 0 0,3-1 16,3-3-43,1 0 0,1 0 0,1 2 0,0 0 0,1 1 1,0 1-1,1 1 0,0 1 0,1 1 0,9-3 43,-24 10-25,1 0-1,-1 0 0,0 0 0,1 1 1,-1 0-1,1 0 0,-1 1 0,1 0 1,-1 1-1,0-1 0,1 1 1,-1 1-1,7 1 26,-10-1-24,0 0 1,0 0-1,0 1 1,-1-1-1,1 1 1,-1 0-1,1 0 1,-1 1 0,0-1-1,0 0 1,0 1-1,-1 0 1,1 0-1,-1 0 1,0 0-1,0 0 1,-1 0-1,1 0 1,-1 1-1,1-1 1,-2 0-1,2 5 24,1 7-45,0 1 0,-1 0 0,-1 0-1,0 0 1,-2 1 0,0-1-1,-1 0 1,0 0 0,-1-1 0,-2 4 45,-2 1-50,0 0 1,-2-1 0,0 0 0,-1 0-1,-2-1 1,0 0 0,-9 11 49,-1-1-7,-1-1-1,-1-1 1,-1-1 0,-1-1 0,-8 3 7,23-19 10,-1 0 0,0-1 0,-1-1 1,0 0-1,0-1 0,0 0 0,-1-1 0,1-1 0,-1 0 1,-1-1-1,1 0 0,0-1 0,-1-1 0,-4 0-10,40 9-210,0 1 0,-2 2 0,1-1 0,14 14 210,10 6-8,-27-20 97,1 0 0,1-1 0,-1-1-1,2-1 1,-1 0 0,1-2 0,1 0 0,-1-2 0,1 0 0,0-1-1,0-1 1,0-1 0,17 0-89,-29-2 118,-7 1-88,1-1 0,0 1 0,0-1 0,-1 0 0,1 0 0,0 0 0,0 0 0,0-1 0,-1 1 0,1-1 0,0 1 0,-1-1 0,1 0 0,0 0 0,-1 0 0,2-1-30,10-30-2783,11 2-3929,3 3-2735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3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 14743,'0'0'2209,"0"0"-1441,0 0 161,0 0-305,0 0-624,0 0-1249,-17 0-1392,17 0-1777,7 0-3762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4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10 3618,'0'0'1091,"0"0"414,0 0-35,0 0 96,0 0 109,-7-2 131,-18-4 72,19 5-157,6 1-184,3 0-182,8 1-858,0 0 0,0 1 0,1 0 0,-1 1 0,4 2-497,36 8 661,73 1-258,0-6-1,0-4 1,9-7-403,6 2-2174,-137 1 803,-2 0-449,0 0-328,-12 0-2386,8 0 3613,-102 4-9039,50-1 9957,0-1 8357,56 5-4064,0 25-2810,-4 93 1769,1-64-2608,2-1 0,3 1 1,3-1-1,6 25-641,-3-44 249,8 27 92,-4 0 0,-3 1 0,0 60-341,-9-127-66,0 0-1,-1 0 0,1-1 0,-1 1 1,1 0-1,-1-1 0,0 1 1,1 0-1,-1-1 0,0 1 0,0-1 1,0 0-1,0 1 0,-1-1 1,1 0-1,0 1 0,-1-1 1,1 0-1,0 0 0,-1 0 0,1 0 1,-1 0-1,0-1 0,1 1 1,-1 0-1,1-1 0,-1 1 0,0-1 1,0 0-1,1 1 0,-1-1 1,0 0-1,0 0 0,0 0 67,-14 1-233,-1 0 1,1-1-1,-15-2 233,2 0-345,-10 0 394,0-1 0,1-2 0,-12-4-49,43 8 64,227 2 1862,-135 1-1737,59 1 756,42-8-945,-177 5-104,17-2 1911,-17-3-5655,-3-9-1976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5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1 148 12566,'0'0'1163,"0"0"758,0 0-358,0 0-544,36 2-176,-2 1-669,203 7 781,29-10 1235,-263-1-2253,-1 0 0,1 0 0,-1 0 0,0 0 0,1 0 0,-1 0 0,0-1 0,0 1 0,1-1 0,-1 1 0,0-1-1,-1 0 1,1 0 0,0 0 0,0 0 0,-1 0 0,0 0 0,1-1 0,-1 1 0,0 0 0,0-1 63,24-54-5146,-24 56 4797,10-32-5870,2-1-2849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6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190 0 10213,'0'0'1491,"0"0"64,0 0-370,0 0-438,0 0 91,-1 37-203,-1 30-192,-6 24-443,5-75 49,-1-1 0,0 1 1,-1-1-1,0 0 1,-1 0-1,-1-1 0,0 0 1,-1 0-1,-1-1 1,0 0-1,-6 6-49,-9 15 73,-3 0 17,21-28-72,0 1 1,0 0-1,1 0 1,0 0-1,1 0 0,-1 1 1,2 0-1,-2 3-18,5-10-9,0 0 0,-1 0-1,1 0 1,0 0-1,0 0 1,0 0 0,1 0-1,-1 0 1,0 0 0,0 0-1,1 0 1,-1 0 0,0 0-1,1 0 1,-1 0 0,1 0-1,-1 0 1,1-1 0,-1 1-1,1 0 1,0 0 0,0 0-1,-1-1 1,1 1 0,0 0-1,0-1 1,0 1 0,0-1-1,0 1 1,0 0 9,35 13-117,-27-11 149,127 38 528,88 13-560,-203-49 0,-8-2 35,1 0-1,0-1 1,0 0 0,0-1-1,0 0 1,0-2 0,0 1-1,11-3-34,-21 1 36,-1 1-1,0-1 0,-1 0 1,1 0-1,0 0 1,-1 0-1,1-1 0,-1 1 1,1-1-1,-1 1 0,0-1 1,0 0-1,0 0 0,-1 0 1,1 0-1,-1 0 0,0 0 1,1-1-1,-1 1 0,-1 0 1,2-4-36,1-9 220,1-1 0,-2 0 1,1-16-221,-3-255 1155,0 283-1029,0-1 0,0 0 0,-1 0 0,1 0 0,-1 0 0,-1 0 0,1 1 0,-1-1 0,0 1 0,0-1 0,-1 1 0,1 0 0,-1-1 0,0 1 0,-1 1 0,1-1 0,-1 0-126,2 17 227,-20 144-354,-2 9 557,7 0 1,7 44-431,3-34 405,0-4-3014,7-170 227,0-1-1164,3-4-1686,14-17-2216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6.7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7459,'0'0'2578,"0"0"-1762,0 0 2113,0 0-1184,0 189-160,0-131-513,0-6-191,0-6-289,0-6-272,0-10-240,0-8-80,0-13-192,0-3-1056,0-6-1266,3 0-2112,21-34-2289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7.1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7812,'0'0'3519,"0"0"-2047,0 0 502,0 0-650,0 0-396,14 4-106,4 1-625,13 3 551,-1 1-1,21 11-747,-41-16 98,-1 0 1,0 1-1,0 0 1,0 1-1,0 0 0,-1 0 1,0 1-1,-1 0 1,0 0-1,0 1 0,4 5-98,4 12 102,-1 0-1,-2 1 0,0 1 1,-2 0-1,-1 0 0,-1 1 1,3 21-102,6 50 749,1 57-749,-14-116 193,2 40 227,-4-34-1230,9 41 810,-11-86-381,1 9-1021,-4-7-6603,-11-3 1669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7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0 181 13638,'0'0'64,"0"0"2642,0 0-1394,0 0-95,245 12-193,-161-12-544,-16-15-288,-20 2-192,-18-5-32,-6 3-480,-7-6-608,0-10-1970,7-6-1600,6-5-3330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8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7668,'0'0'2120,"0"0"220,0 0 77,0 0-795,0 0-546,-1 6-479,0 12-306,0 0-1,2 1 1,0-1-1,1 0 1,0 0 0,2 0-1,5 17-290,5 33 693,18 161 1080,-21-123-1177,5 1 0,5-2 0,27 79-596,-36-158 46,-12-44-124,-11-44-138,3 19 150,3 0-1,1-1 0,2 1 0,2-1 1,4-28 66,-3 60-42,2 0 0,0 0 1,0 1-1,1-1 0,0 1 0,1 0 1,1 0-1,-1 0 0,2 1 0,-1 0 1,2 0-1,-1 1 0,1 0 0,1 0 0,-1 0 1,1 1-1,1 1 0,9-6 42,-9 5-33,1 1 0,0 0 0,1 1 0,-1 0 0,1 1 0,0 0 0,1 1 0,-1 0 0,1 1 0,0 0 0,0 1 0,0 1 0,0 0 0,0 1 0,0 0 0,0 1 0,8 2 33,-18-2-17,1 0 0,-1 1 0,0 0 0,0-1 0,0 1 0,0 1-1,0-1 1,0 0 0,-1 1 0,1-1 0,-1 1 0,1 0 0,-1 0 0,0 0 0,0 0-1,0 0 1,-1 0 0,1 0 0,-1 1 0,0-1 0,0 1 0,0-1 0,0 1 0,0-1-1,-1 4 18,4 14-23,-2 1-1,-1-1 1,-1 20 23,0-26-57,-1-1 29,0 0 0,-2 0 0,1 0 0,-2 0 0,0-1 0,0 1 0,-2-1 0,1 0 0,-2 0-1,1-1 1,-2 0 0,0 0 0,0-1 0,-6 6 28,1-2-25,0 0 0,-1-1 0,-1-1 0,0 0 0,-1-1 0,-1-1 0,1 0 0,-2-2 0,1 0 0,-5 1 25,2-4-80,-11 6 159,30-11-87,0-1 0,1 1 0,-1 0 0,0 0 0,1 0 0,-1 0 0,1 0 0,-1 0 0,1 0-1,-1 0 1,1 0 0,-1 0 0,1 0 0,0 0 0,0 0 0,0 0 0,-1 1 0,1-1 0,0 0 0,0 0 0,1 0 0,-1 0 0,0 0 0,0 0 0,0 0 0,1 1 0,-1-1 0,1 1 8,2 4-27,0 0 0,0 0 1,1 0-1,-1-1 1,1 1-1,0-1 1,1 0-1,0 0 1,0 0-1,0-1 1,0 1-1,3 0 27,5 5 46,1 0-1,1-2 1,-1 0-1,13 5-45,-4-5 123,1 0 0,0-1 0,0-2 0,1 0 0,0-2 0,3 0-123,53 1 1727,19-5-1727,-35 1 155,-65-29-475,1-18-4674,4 19-1252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8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40 12758,'0'0'2801,"0"0"-2097,0 0 1057,0 0-1761,0 0-800,0 0-2386,10-19-1472,11-2-848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9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7507,'0'0'1625,"0"0"587,0 0 325,0 0-835,0 0-509,7 1-244,111 26 2270,-68-14-902,45 6-2317,59-2 2315,14-7-2315,50-6-2662,-217-5 2190,0-1-1,0 0 1,-1 0-1,1 0 1,0 1-1,-1-1 1,0 0-1,1 0 1,-1 0-1,0 0 1,0 0-1,0 0 1,0 0-1,0 0 0,-1 0 1,1 0-1,0 0 1,-1 0-1,0 0 1,1 0-1,-1 1 1,0-1-1,0 0 1,0 0-1,0 1 473,-6-3-526,-1 1-1,1 0 1,-1 0-1,1 1 0,-1 0 1,0 0-1,0 1 1,1 0-1,-3 1 527,-78-1-222,52 1 1987,35 0-637,1 0-23,0 9 1208,8 257 5180,-3-215-7112,2 1 0,2-1 0,3 0 0,4 6-381,-11-42 26,11 30-7,-2 1-1,-2 0 1,-2 0 0,-3 1 0,-1 1 0,-1 20-19,-5-67-49,-1 0 1,0 0-1,1 0 0,-1-1 0,1 1 1,-1 0-1,0-1 0,0 1 1,1-1-1,-1 1 0,0-1 0,0 1 1,0-1-1,0 1 0,1-1 0,-1 0 1,0 1-1,0-1 0,0 0 0,0 0 1,0 0-1,0 0 0,0 0 0,0 0 1,-1 0 48,-35 2-165,26-1 25,-311 15 89,323-15 108,-1-1 0,0 0-1,0 0 1,0 0 0,0 0 0,0 0-1,0 0 1,0 0 0,0 0-1,0 0 1,0 0 0,0 0 0,0 0-1,0 1 1,0-1 0,0 0 0,0 0-1,0 0 1,0 0 0,0 0 0,0 0-1,0 0 1,0 0 0,0 0-1,0 1 1,0-1-57,23 3 262,36 1-209,612-10 1743,-649 2-573,-16 3-3892,0 0-7517,2 1 792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29.7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12438,'0'0'1304,"0"0"932,0 0-168,0 0-831,0 0-567,12 1-264,84 3 313,-1-5 0,0-3 0,0-5 0,70-16-719,-165 25-99,1 0 1,0 1-1,-1-1 1,1 0-1,-1 0 1,1 0 0,0 0-1,-1 0 1,1 0-1,0-1 1,-1 1-1,1 0 1,-1 0 0,1 0-1,-1 0 1,1-1-1,0 1 1,-1 0-1,1-1 1,-1 1 0,1 0-1,-1-1 1,1 1-1,-1-1 1,0 1-1,1-1 1,-1 1 0,1-1-1,-1 1 1,0-1-1,0 1 1,1-1-1,-1 1 1,0-1 0,0 0-1,0 1 1,1-1-1,-1 1 1,0-1-1,0 0 1,0 1 0,0-1-1,0 1 1,0-1-1,0 0 1,0 1-1,-1-1 1,1 1 0,0-1-1,0 0 1,0 1-1,-1-1 1,1 1-1,0-1 1,-1 1 0,1-1-1,-1 0 99,-1-1-734,0-1 0,-1 0-1,1 1 1,-1 0 0,0-1 0,1 1-1,-1 0 1,0 0 0,-2 0 734,-37-16-6422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30.0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 7555,'0'0'3378,"0"0"-2012,0 0 451,0 0-467,0 0-782,26 0 110,431 6 2611,-421-7-2878,-1-2 0,1 0 0,11-5-411,-39 7 1263,2 1-6811,-2 0 1840,8 0-2970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30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133 151 2273,'0'0'5971,"0"0"-4346,0 0 362,0 31 158,0 12-1410,2 1 0,2 1-735,-3-38 90,1-1-1,-1 0 1,1 0-1,0 0 1,0 0-1,1 0 1,0 0-1,0 0 1,0-1 0,1 0-1,0 1 1,0-1-1,0-1 1,1 1-1,-1 0 1,1-1-1,0 0 1,0 0-1,2 0-89,7 7 209,1 0-30,0 0 0,0-1 0,1-1 0,1-1 0,0 0 0,0-1 0,0 0 0,1-2 0,-1 0 0,4 0-179,21 1 280,1-1-1,0-1 0,33-3-279,-65-1 27,0-1 0,1 0 0,-1 0 1,0-2-1,0 1 0,0-1 0,0 0 0,0-1 0,-1-1 0,1 0 0,-1 0 0,0-1 0,-1 0 1,4-3-28,-6 4 38,-1-1 1,0 0-1,0-1 1,0 1 0,-1-1-1,0 0 1,0-1-1,-1 1 1,0-1-1,0 0 1,-1 0 0,0 0-1,0 0 1,-1 0-1,0-1 1,-1 1 0,1-1-1,-2 0 1,1-1-39,0-1 28,-1 0 0,0 0 0,0 0 0,-2 0 0,1 0 0,-1 0 0,-1 1 0,1-1 0,-2 0 0,0 1 0,0 0 0,-1 0 0,0 0 0,-1 1 0,0-1 0,0 1 0,-1 1 0,0-1 0,0 1 0,-1 0 0,0 1 0,-6-4-28,1 1-32,-1-1 1,0 2 0,-1 0-1,0 1 1,0 0-1,-1 2 1,0-1-1,0 2 1,-10-2 31,-6 0 13,0 2 1,-1 2-1,1 1 1,-19 1-14,26 1 39,1 0 1,0 2 0,0 1 0,0 0 0,1 2 0,-2 1-40,14-2 39,-1 1 1,1 0-1,0 0 1,1 1-1,-1 1 0,1-1 1,0 2-1,1-1 1,0 1-1,0 1 0,0 0 1,-6 9-40,2-1-73,1 0 1,1 1-1,0 1 0,1-1 1,1 2-1,1-1 1,1 1-1,-3 15 73,6-20-1726,1 0-1,1 0 1,1 0 0,0 9 1726,1-1-6843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30.8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4098,'0'0'5090,"0"0"-5010,0 0 2385,0 0-192,0 0-608,0 0-192,21 202-273,-18-154-223,-3-5-465,0 0-128,0-6-272,0-10-112,0-5-80,0-7-560,0-9-1217,3-3-1280,14-3-3010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31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8948,'0'0'2367,"0"0"-1204,0 0 1070,0 0-331,0 0-581,11 25-214,-11-25-1107,8 19 251,1-1 1,0 1-1,2-1 1,5 7-252,-12-21 55,0-1 0,0 0 1,0-1-1,0 1 1,1-1-1,-1 1 1,1-1-1,-1-1 1,1 1-1,0-1 1,-1 1-1,1-1 1,0-1-1,0 1 1,0-1-1,0 0 1,0 0-1,0 0 0,0-1 1,0 1-1,3-2-55,17 0 188,173 2 661,-196 0-851,0 1 1,0-1 0,-1 1 0,1-1 0,0 1 0,-1-1 0,1 1 0,0 0 0,-1 0 0,1 0 0,-1 0 0,1 0 0,-1 0 0,0 0 0,1 0 0,-1 0 0,0 1 0,0-1-1,0 1 1,0-1 0,0 1 0,0-1 0,0 1 0,-1-1 0,1 1 0,0 0 0,-1-1 0,0 1 0,1 0 0,-1 1 1,8 62-70,-8-52 83,3 389 677,-5-211-296,2-190-1091,0-1-743,0 0-876,0 0-1171,-4-1-1515,-19-4-1441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31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4594,'0'0'7307,"0"0"-5431,0 0-273,0 0-2,0 0-691,33 9-208,-2 0-532,3 2 18,-1-2 0,1-2 0,1-1 0,-1-1-1,16-1-187,240-3 2652,-305 2-8653,6-1 3681,-18 2-6190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3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85 301 8788,'0'0'1174,"0"0"843,0 0-451,0 0-739,0 0-275,0 0 35,-13 29 245,-1 1-531,5-12-121,1 0 0,1 0 0,0 1 0,1 0 0,1 0 0,1 1 0,1-1 0,0 1 0,1 5-180,1-3 262,-1 21 342,1 1 0,3-1 0,2 9-604,-2-38 86,0-1 0,1 0 0,0 0 1,1-1-1,1 1 0,0-1 0,1 0 1,0 0-1,1-1 0,0 1 0,1-1 0,4 4-86,-4-5 26,1-1 0,1 0 0,0 0 0,0-1 0,1-1 0,-1 1 0,2-2 0,-1 1-1,1-2 1,0 1 0,3-1-26,5 1 28,0-1 0,0-1-1,0 0 1,1-2 0,-1 0-1,16-2-27,-27 0 15,1-1 0,-1 0 0,0 0-1,1-1 1,-1-1 0,0 1 0,0-1 0,-1-1-1,1 0 1,-1 0 0,0 0 0,0-1-1,4-3-14,1-2 12,-2 0 0,1-1 0,-1 0-1,-1-1 1,0 0 0,-1 0-1,0-1 1,0-2-12,5-9 17,-2-1 0,0 0 0,-2-1-1,-1-1 1,-1 1 0,-1-1 0,-1 0 0,-2-1 0,0-8-17,-1-8 4,-2 1-1,-2-1 1,-2-5-4,1 29-5,-2 0-1,0 0 1,-1 0-1,-1 0 1,0 1 0,-2 0-1,-7-13 6,2 8 0,-1 0 0,-1 1 0,-1 0 0,-1 1 0,-1 1-1,-1 1 1,-1 1 0,10 9 6,-1 2-1,0-1 0,-1 1 0,1 1 0,-2 0 1,1 1-1,-1 0 0,1 0 0,-2 2 0,1 0 1,0 0-1,-1 1 0,0 1 0,-8-1-5,13 2 3,0 1-1,0 0 0,0 0 1,0 1-1,0 0 1,0 0-1,0 1 0,1 0 1,-1 1-1,-6 3-2,8-3-1,1 1 0,0 1 0,0-1 0,0 1 0,1 0 0,-1 0 0,1 1 0,0-1 0,1 1 0,0 0 0,0 1 0,0-1 0,0 1 1,-9 19-107,2 0 0,1 0 0,1 1-1,1 1 1,1-1 0,1 1 0,2 0 0,1 1 0,1-1 0,2 0-1,0 1 1,2-1 0,2 3 107,-3-24-441,1 1 0,0-1 0,0 1 1,1-1-1,0 0 0,0 0 0,0 0 0,1-1 0,0 1 0,1-1 0,0 0 0,-1 0 0,2 0 0,-1-1 0,1 0 0,0 0 0,0 0 1,0-1-1,1 0 0,-1 0 0,1 0 0,5 1 441,50 19-7046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3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 9092,'0'0'2401,"0"0"-1200,0 0 720,0 0-705,0 0-399,-3 208-49,3-147-48,-7-3-63,-7 0-129,1-6-128,3-9-240,3-10-144,3-8-32,4-10-272,0-12-913,0-3-1040,7 0-1872,20-9-1282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3.8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0 5859,'0'0'3158,"0"0"-1293,0 0 518,0 0-668,0 0-418,-21 15-267,-1-1-620,2 1 1,-19 18-411,39-32 13,-1-1-1,1 1 1,-1-1-1,1 1 1,-1-1-1,1 1 1,-1-1-1,1 1 1,0 0 0,-1-1-1,1 1 1,0 0-1,0-1 1,-1 1-1,1 0 1,0-1-1,0 1 1,0 0-1,0 0 1,0-1-1,0 1 1,0 0-1,0-1 1,0 1-1,0 0 1,0 0-1,1-1 1,-1 1-1,0 0 1,0-1 0,1 1-1,-1 0 1,0-1-1,1 1 1,-1-1-1,1 1 1,-1 0-1,1-1 1,-1 1-1,1-1 1,-1 1-1,1-1 1,0 0-1,-1 1 1,1-1-1,-1 0 1,1 1-1,0-1-12,39 14 454,-32-12-345,86 18 667,-68-16-621,0 1 1,1 1-1,-2 2 1,1 0 0,7 6-156,-25-11 18,-1 2 0,1-1 0,-1 1 0,0 0 1,-1 0-1,1 1 0,-1 0 0,0 0 0,-1 0 0,1 1 1,-1 0-1,-1 0 0,1 0 0,-1 0 0,0 1 1,-1 0-1,0 0 0,0 0 0,0 1-18,3 25 76,-1 0 0,-1 0-1,-2 0 1,-1 0 0,-4 24-76,2 7 136,-2 25 776,-6 15-912,2-15-693,3 14 693,1-109-5016,-5-9 2543,2-19-3239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4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56 4562,'0'0'7011,"0"0"-6290,0 0 2416,0 0-1568,0 0-769,0 0 161,201 0-161,-120 0-128,-6 0-47,-11-12-433,-9-4-144,-15 4-48,-13 3-80,-10 3-433,-3 6-1327,-7 0-2322,0 0-3426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4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0 560,'0'0'2071,"0"0"-583,0 0 241,0 0 152,0 0 136,-28 0 61,-55 0-679,21 0 2869,62 0-2814,0 0-270,3 2-223,14 4-701,1-1 1,-1-1 0,1-1 0,0 0-1,0-2 1,0 0 0,6-1-261,24 3 392,1147 20 1148,-836-25-1909,29 2 1217,-387 0-117,-1 0 59,0 0-184,0 0-169,0 0-598,-1-1 1,1 1-1,0-1 0,-1 1 0,1 0 1,0-1-1,-1 1 0,1-1 1,-1 1-1,1 0 0,-1-1 0,1 1 1,-1 0-1,1-1 0,-1 1 0,1 0 1,-1 0-1,1 0 0,-1-1 0,1 1 1,-1 0-1,1 0 0,-1 0 1,0 0-1,1 0 0,-1 0 0,1 0 1,-1 0-1,1 0 0,-1 1 0,0-1 1,1 0-1,-1 0 0,1 0 161,-25 5-3323,-8 6-3005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6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37 6275,'0'0'2417,"0"0"-227,0 0-255,0 0-391,0 0-458,2 0-414,119-5 2379,33-8-3051,-26 1 524,40 5-524,-167 7-125,-1 0-30,0 0-98,0 0 53,0 0-83,-42 0 64,-253 0 6,284 1 217,1 1-1,-1 0 1,0 0 0,1 1 0,-1 0 0,1 1 0,0 0 0,0 1 0,1 0-1,-1 1 1,1 0 0,0 0 0,1 0 0,-1 2 0,1-1 0,-3 5-4,-7 7 9,0 1 1,2 0 0,0 1-1,2 1 1,0 1 0,-3 8-10,12-21-1,0 0-1,1 1 1,0-1 0,1 1 0,0 0-1,0 0 1,1 0 0,1 0 0,0 0 0,1 0-1,0 11 2,0-21-1,1 0-1,-1 0 0,0 0 0,1 1 0,-1-1 0,1 0 0,-1 0 0,1 0 1,0 0-1,-1 0 0,1 0 0,0 0 0,0 0 0,0 0 0,0 0 0,0-1 1,0 1-1,0 0 0,0 0 0,0-1 0,0 1 0,0-1 0,0 1 1,0-1-1,0 0 0,1 1 0,-1-1 0,0 0 0,0 0 0,1 0 2,43 3 25,-34-3-20,20-2 34,-1-2-1,1 0 1,-1-2 0,-1-1 0,1-2 0,-1 0-39,23-7 52,-28 10-50,0 1 0,1 1 0,0 1-1,-1 2 1,1 0 0,18 2-2,-37 0-6,0 0-1,0 0 1,1 1 0,-1-1 0,0 1-1,-1 1 1,1-1 0,0 1 0,-1 0-1,1 0 1,-1 1 0,0-1-1,0 1 1,0 0 0,-1 1 0,1-1-1,-1 1 1,0 0 0,0 0 0,-1 0-1,0 1 1,0-1 0,0 1 0,0 0-1,-1-1 1,0 1 0,0 0 0,0 4 6,3 9-13,-1 0 1,-1 0 0,-1 0 0,0 1 0,-2-1 0,0 1 0,-1-1 0,-4 19 12,2-22 33,-1-1 0,-1 1-1,-1-1 1,0 0 0,-1 0 0,0 0 0,-2-1 0,1 0 0,-2-1 0,0 0 0,0 0-1,-7 4-32,9-8 84,0-1 0,-1 1 0,-1-2 0,1 1 0,-1-1 0,-1-1 0,1 0 0,-1-1 0,0 1 0,0-2 0,-1 0 0,1 0 0,-1-1 0,0-1 0,0 0 0,0 0 0,-1-1-84,4-1 41,1 0 0,-1-1-1,0 0 1,1 0 0,-1-1 0,1 0 0,-1-1 0,1 0-1,0 0 1,0-1 0,0 0 0,0 0 0,1-1 0,0 1-1,0-2 1,0 1 0,0-1 0,1 0 0,0-1 0,0 1-1,1-1 1,0 0 0,-2-3-41,2 3-382,-13-19 532,13 9-4739,10 11-896,24 0-3959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7.4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10277,'0'0'2305,"0"0"-1377,0 0 801,0 0-1009,0 0 353,0 0-273,-11 177-112,11-140-143,0-7-209,0-5-304,0-1-32,-3-6-528,3-5-1665,0-7-2161,0-6-3586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48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547 203 7235,'0'0'1980,"0"0"349,0 0-168,0 0-867,0 0-390,-10-17-245,5 10-578,-5-10 193,-1 1 1,-1 0 0,0 1 0,-1 0-1,-1 1 1,-12-10-275,14 16 118,0 1 0,0 0 0,-1 0 0,0 1 0,0 1 0,0 0 0,-1 1 0,1 0 0,-1 1 0,0 1 0,0 0 0,-1 1 0,1 0-1,-12 2-117,21 0 24,0 0 0,0 0 0,0 0 0,0 1-1,0 0 1,0 0 0,0 0 0,1 1-1,-1-1 1,1 1 0,0 0 0,-1 0-1,1 1 1,1-1 0,-1 1 0,1 0-1,-1 0 1,1 1-24,-13 15 84,0 1-1,-11 24-83,26-45 0,-10 19 47,0 1 0,2 0-1,0 0 1,1 1-1,1 1 1,0-1-1,2 1 1,1 0 0,1 0-1,0 0 1,2 22-47,1-42-4,0 0 0,0 0 0,0 0 1,0-1-1,1 1 0,-1 0 0,0 0 0,1 0 1,0-1-1,-1 1 0,1 0 0,0 0 1,0-1-1,0 1 0,0-1 0,0 1 1,0-1-1,1 1 0,-1-1 0,0 0 0,1 0 1,-1 1-1,1-1 0,0 0 0,-1 0 1,2 0 3,1 1-6,1-1 1,0 1 0,0-1 0,0 0 0,0 0 0,0-1 0,0 0 0,0 1-1,0-2 1,4 1 5,4-2-3,1 0 0,-1-1 0,0 0 0,1-1 0,-2 0 0,1-1 0,0 0 0,0-2 3,32-23-37,-1-3 0,-1-2-1,-2-1 1,2-6 37,17-14 11,21-13-11,-80 68 5,-1 1 1,1-1-1,0 0 1,0 1-1,0-1 1,0 0-1,0 1 1,1-1-1,-1 1 1,0-1-1,0 1 1,0 0-1,0 0 1,1-1-1,-1 1 1,0 0-1,1 0-5,-2 0 1,1 0 1,0 1-1,-1-1 0,1 0 0,-1 1 1,1-1-1,-1 0 0,0 1 0,1-1 1,-1 0-1,1 1 0,-1-1 0,0 1 1,1-1-1,-1 1 0,0-1 0,1 1 1,-1-1-1,0 1 0,0-1 0,1 1 1,-1-1-1,0 1 0,0 0-1,1 46 9,-2-31 27,0 30 231,-3 0 0,-1-1 0,-11 38-267,-41 134 950,25-101 420,-1 26-1370,25-87 1491,-16-57-8921,7-11 1027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6:50.1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206 24 2369,'0'0'1310,"0"0"-85,0 0-110,0 0-181,0 0 58,0 0 126,-16-15 4502,13 11-136,229 4-4537,-226 0-953,0 0 17,0 0-40,0 0-59,-7 0-217,-89-1 150,41-2 520,-1 3 0,1 2 0,0 3 0,-32 7-365,85-8 425,13 1-322,16 2-17,25-1 81,0-1 0,1-3 0,39-4-167,-4 0 187,-87 2-115,-1 0-27,0 0 1,-12 0 15,-288 0-288,300 0 270,0 0 8,0 0-3,0 0 69,13 0-40,268 3 1556,-280-5-875,-1 1-3992,-1 0-3478,-5-4-4552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4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8148,'0'0'1451,"0"0"-5,0 0 435,39 3-334,-27-2-1434,298 13 1618,446-14 1268,-741 0-2978,-9-1-20,0 0 1,0 1-1,0 0 0,1 1 1,-1-1-1,0 1 1,0 0-1,0 0 1,0 1-1,0 0 1,-1 0-1,1 1 1,3 1-2,-9-4-433,-4 3-4240,-9 6 2332,-22 0-1930,-8-5-1286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5.4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415 0 6419,'0'0'2100,"0"0"-828,0 0 553,0 0-544,0 0-500,2 20-218,19 139 766,2 86 1247,-12-109-1759,12 234 399,-9-122-818,-13-137-795,-27-119 258,-13-9 3,19 7-72,-1 1 0,-1 0 0,0 2 1,0 0-1,0 2 0,-1 0 0,0 1 1,0 2-1,-3 0 208,-26 0-48,34 0 69,0 1 0,0 1 1,0 0-1,0 2 1,0 0-1,0 1 0,-5 2-21,5 5 150,18-10-145,-1 1 1,1-1-1,0 0 1,0 0-1,0 1 0,0-1 1,0 0-1,0 0 1,0 1-1,0-1 0,0 0 1,0 0-1,0 1 1,0-1-1,0 0 0,0 0 1,0 1-1,0-1 1,0 0-1,0 0 0,0 1 1,0-1-1,0 0 1,0 0-1,0 1 0,1-1 1,-1 0-1,0 0 1,0 1-1,0-1 0,0 0 1,1 0-1,-1 0 1,0 0-1,0 1 0,0-1 1,1 0-1,-1 0-5,33 11 272,48-4 158,-1-4 0,68-5-430,-21 0 109,-42 2-86,1 2 0,-1-4 0,55-10-23,-115 5 150,15-2 1413,-40 9-1622,0 0-306,0 0-561,0 0-1000,0 0-1609,0-3-2012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6.0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45 199 1024,'0'0'2191,"0"0"-1385,0 0 314,0 0 339,0 0-55,-7-10-30,0-2-818,-6-11 40,-5 4 3145,38 22 3075,38-5-6510,-20 1 4,89 3 239,-27 0-191,0-3 0,19-7-358,-96 5 31,0-1 1,1-1 0,-2-1-1,1 0 1,-1-2 0,0-1-1,10-6-31,-31 15-110,0-1 0,0 1-1,0-1 1,1 0 0,-1 1-1,0-1 1,0 0 0,0 0-1,-1 0 1,1 0 0,0 1-1,0-1 1,0 0 0,-1-1-1,1 1 1,0 0 0,-1 0 0,1 0 110,-1 0-78,0 1 0,0-1 0,-1 0 0,1 1 0,0-1 0,0 1 0,0-1 0,-1 1 0,1-1 0,0 1 0,0-1 0,-1 1 0,1-1 0,0 1 0,-1 0 0,1-1 0,-1 1 0,1-1 0,0 1 0,-1 0 0,1-1 0,-1 1 0,1 0 0,-1 0 1,1-1-1,-1 1 0,0 0 78,-48-13-3930,37 11 2930,-90-17-6390,39 7 3012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6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7267,'0'0'1654,"0"0"259,0 0 342,0 0-532,0 0-616,25 1-290,461 4 2168,-476-5-2915,37 0 517,-1-1 0,0-2-1,0-2 1,7-4-587,-52 9-371,2-1 1347,-2 0-9256,-1-7-2181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7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53 6323,'0'0'3852,"0"0"-1411,0 0 67,0 0-467,0 0-579,0 0-416,29 5-67,-16-3-862,39 7 301,0-2 0,1-2 0,8-3-418,309-2 249,-369 1-318,-1-1 1,0 0-1,1 0 1,-1 0-1,0 0 1,1 0-1,-1 1 1,0-1-1,1 0 1,-1 0-1,0 0 1,1 0-1,-1 0 1,0 0-1,1 0 1,-1 0-1,1 0 1,-1 0-1,0 0 1,1 0-1,-1-1 1,0 1-1,1 0 1,-1 0-1,0 0 1,1 0-1,-1 0 1,0-1-1,1 1 1,-1 0-1,0 0 1,0-1-1,1 1 1,-1 0-1,0 0 1,0-1-1,0 1 1,1 0-1,-1-1 1,0 1-1,0 0 1,0-1-1,0 1 1,0 0-1,0-1 1,1 1-1,-1 0 1,0-1-1,0 1 1,0-1-1,0 1 1,0 0-1,0-1 1,-1 1-1,1 0 1,0-1-1,0 1 69,-19-16-3395,-70-20-4955,29 15 1920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8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9700,'0'0'1836,"0"0"-473,0 0 502,0 0-291,0 0-555,34 0-125,206 4 229,25 1-536,-264-5-96,-1 0 165,0 0-125,0 0-131,0 0-111,0 0-119,0 0-111,0 0-19,0 0-48,0 0-112,0 0-13,0 0-84,0 0 12,-22 25-5438,15-15 775,5-8-2469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8.6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9188,'0'0'1660,"0"0"498,0 0-221,0 0-686,0 0-491,25 6-127,-16-4-567,29 8 236,1-2 1,0-2-1,0-2 0,7-1-302,289-2 2481,-334-1-2123,-1 0-84,0 0-164,0 0-150,0 0-208,0 0-390,0 0-584,0 0-1040,0 0-1780,0 0-3060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9.2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1 311 6163,'0'0'1561,"0"0"-996,0 0 492,1 29 253,0 4-935,-1-8-46,2 0 0,0 0-1,1 0 1,2-1 0,0 1-1,4 8-328,-3-16 102,0 0 1,0 0-1,2-1 0,0 0 0,1 0 0,0-1 0,1 0 1,1-1-1,1 0 0,0-1 0,0 0 0,1-1 0,1 0 1,0-1-1,1-1 0,0 0 0,0-1 0,1 0 1,0-2-1,1 1 0,0-2 0,0-1 0,0 0 0,0-1 1,1 0-1,0-2 0,0 0-102,9-1 53,0-1 0,1-1 0,1-1-53,-19 0 20,-1 1 0,1-2 0,0 1 0,-1-2 1,0 1-1,1-1 0,-1 0 0,-1-1 0,1 0 0,0-1-20,10-8-6,0 0 0,-1-1-1,0-1 1,-2-1 0,1-1-1,-2 0 1,-1-1 0,0 0 0,-1-1-1,-2-1 1,0 0 0,-1 0 0,0-1-1,-2-1 1,-1 1 0,-1-1-1,-1 0 1,-1-1 0,-1 1 0,0-24 6,-3 38-8,-4-81 56,2 82-34,0 0 0,0 0 0,0 0 0,-1 1-1,0-1 1,-1 1 0,0-1 0,0 1 0,-5-6-14,-3-2 61,-1 0-1,0 1 1,-1 0-1,-1 1 1,0 0-1,0 1 1,-2 1-1,1 1 1,-1 0-1,-1 1 1,0 1 0,0 1-1,-4-1-60,-6 0 111,0 0 0,0 3 0,0 0 0,-1 2 0,0 0 0,0 3 0,0 0 0,-19 3-111,39-1 27,-1-1 0,2 1-1,-1 0 1,0 1 0,0 0-1,1 0 1,-1 1-1,1 0 1,0 1 0,0 0-1,1 0 1,-1 1-1,-3 3-26,0 2 28,1 0 0,0 0 0,1 1 0,0 0 0,0 1-1,2 0 1,-1 0 0,1 3-28,-5 12 15,1 1-1,2 0 1,1 1 0,1 0-1,1 0 1,2 0 0,1 1-1,2 1-14,0-7-38,-1 17-660,3 0-1,2 10 699,-3-49-268,0 0-1,1 1 1,0-1 0,-1 0 0,1 0-1,0 0 1,1 1 0,-1-1 0,0 0-1,1 0 1,0-1 0,0 1 0,0 0 0,0-1-1,0 1 1,0-1 0,1 1 0,-1-1-1,1 0 1,-1 0 0,1 0 0,0 0-1,0-1 1,1 1 268,41 13-7705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09.9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71 608 1713,'0'0'9380,"0"0"-9092,0 0 1713,0 0-176,0 0-897,-13 189-527,13-121-1,-7-7-272,-3-3-64,0-6-16,3-16-48,0-5-256,4-10-929,-4 7-1104,0-13-2753,7-15-2770</inkml:trace>
  <inkml:trace contextRef="#ctx0" brushRef="#br0" timeOffset="1">486 498 2945,'0'0'5291,"0"0"-3843,3-30 36,14-100-201,-12 108-1058,0 0-1,2 1 1,0-1 0,2 1-1,2-4-224,15-41 843,-16 25 2023,-3-1-1,1-14-2865,-15 234 227,-10 18-227,2-15 1499,6 23-1499,8-132 360,0-39-1273,0 0-3293,1-32-759,0-1-2559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10.6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31 305 9396,'0'0'1676,"0"0"-516,0 0 729,0 0-523,0 0-638,0 0-653,-1 0-1,1 0 0,-1-1 1,1 1-1,0 0 1,-1 0-1,1 0 0,-1-1 1,1 1-1,0 0 0,-1 0 1,1-1-1,0 1 0,-1 0 1,1-1-1,0 1 0,-1 0 1,1-1-1,0 1 0,0-1 1,-1 1-1,1 0 0,0-1 1,0 1-1,0-1 1,0 1-1,-1-1 0,1 1 1,0-1-1,0 1 0,0-1 1,0 1-1,0 0 0,0-1 1,0 1-1,1-1 0,-1 1 1,0-1-75,3-7 129,1-1-1,0 1 1,1 0 0,0 0 0,0 1 0,0-1 0,1 1 0,0 0 0,1 1-1,2-3-128,76-59 370,-80 64-337,21-15 74,2 2 0,0 0 0,1 2 0,0 1 0,25-7-107,-34 14-28,-1 1-1,1 1 1,0 1 0,0 0 0,0 2-1,1 1 1,-1 0 0,0 1-1,17 3 29,-34-2-11,0-1 0,-1 1 0,1 0 0,0 0-1,-1 1 1,1-1 0,0 0 0,-1 1 0,0 0-1,1-1 1,-1 1 0,0 0 0,0 0 0,0 1-1,0-1 1,0 0 0,-1 1 0,1-1 0,-1 1 0,1-1-1,-1 1 1,0-1 0,0 1 0,0 0 0,-1 0-1,2 2 12,1 11-93,-1-1-1,0 1 0,-1 0 0,0 8 94,-1-17-25,2 8 5,-2 0 0,0 0 1,0 0-1,-2 0 0,1-1 0,-2 1 0,0 0 0,-1-1 0,0 0 0,-1 0 0,-1 0 0,0 0 1,-4 3 19,-11 16 25,-1-2 0,-1-1 0,-2 0 1,-1-2-1,-2-1 0,0-1 0,-25 16-25,34-28 54,0-1-1,-1-1 0,-1 0 1,1-2-1,-2-1 0,1 0 0,-1-2 1,-1 0-1,1-1 0,-1-2 1,0 0-1,0-2 0,-9 0-53,29-1 14,0-1-1,0 0 1,1 0 0,-1-1-1,0 1 1,0 0-1,0-1 1,1 0 0,-1 0-1,0 0 1,1 0-1,-1 0 1,0 0 0,1 0-1,0-1 1,-1 0 0,1 1-1,0-1 1,0 0-14,0-1 16,0 0 0,0 0 1,1 0-1,-1 0 1,1 0-1,0-1 0,0 1 1,0 0-1,1-1 1,-1 1-1,1 0 0,-1-1 1,1 1-1,0-1 0,1 0-16,-2-2-27,1-1 0,0 1 0,1-1 0,0 1 0,0 0 0,0-1 0,0 1 0,1 0 0,2-5 27,-2 9-16,-1-1 0,1 1 0,0 0 0,0 0 0,0 0 0,1 0 0,-1 0 0,0 0 0,1 0 0,-1 1 0,1-1 0,-1 1 0,1 0 0,0 0 0,0 0 0,0 0 0,-1 0 0,1 1 0,0-1 0,0 1 1,0 0-1,1 0 16,2-1-18,1 0 1,-1 1 0,1 0 0,-1 0 0,1 0 0,-1 1 0,1 0 0,-1 1 0,1-1 0,-1 1 0,0 0 0,0 1 0,0-1 0,0 1 0,0 1 0,-1-1-1,6 4 18,-1 3-47,0 0-1,0 0 0,-1 1 0,-1 0 1,1 1-1,-2 0 0,6 10 48,7 14-24,-7-10 23,2-1 0,0 0 0,2-2 0,3 4 1,-15-21 33,1-1 1,-1 1-1,1-1 0,0 0 0,0 0 0,0-1 1,1 1-1,0-2 0,0 1 0,0-1 0,0 0 1,0 0-1,1-1 0,-1 0 0,1 0 0,0-1 0,4 1-33,-1-2 117,1 0-1,0-1 0,-1 0 1,1-1-1,-1 0 0,1-1 1,-1 0-1,0-1 0,0 0 0,0-1 1,-1 0-1,0-1 0,0 0 1,3-3-117,3-3 66,0 0 1,-1-1-1,-1-1 1,0-1 0,-1 0-1,-1 0 1,0-1-1,0-4-66,-6 11-148,-1-1 0,0 0-1,0 0 1,-1 0-1,-1 0 1,3-9 148,0-36-3733,-9 37-632,-11 4-2822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11.3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320 328 4162,'0'0'5947,"0"0"-3928,0 0 332,0 0-527,-2 8-1215,-8 34-296,-1-1 0,-3 0-1,-1-1 1,-6 9-313,-84 156 1383,57-115-463,4 1 0,-4 21-920,47-138 167,1 0 0,1 0 0,4-20-167,14-27-246,3 1 1,29-61 245,72-135-323,-93 206 278,97-177-59,-85 165-139,-42 73 249,1 11-268,5 88 57,5 64 926,8 6-721,-11-115 205,3-1 0,2-1-1,2 0 1,2-1 0,9 14-205,-18-44 51,-6-13-8,0-1 1,0 0-1,1 0 0,0 1 0,0-2 1,0 1-1,1 0 0,0-1 0,0 1 1,0-1-1,1 0 0,0-1 0,0 1-43,-34-20-7588,-59-37-453,88 51 7932,-63-37-5931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11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 4562,'0'0'3052,"0"0"-1040,0 0 405,0 0-307,0 0-893,15 3-150,66 9 205,-1-5 1,1-2 0,0-4-1,33-6-1272,-68 1 88,-1-2-1,-1-3 0,9-2-87,28-11-6096,-56 14-233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1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469 1 13494,'0'0'1003,"0"0"126,0 0 765,0 0-1022,0 0-712,18 18 38,-8-8-135,-1-1 1,0 1-1,-1 0 0,0 1 1,0 0-1,-1 0 0,-1 1 1,0 0-1,0 0 1,-2 1-1,1-1 0,-1 1 1,-1 0-1,0 0 0,-1 0 1,-1 2-64,6 239 1719,0 21 14,-2-215-1451,3 0 0,2 0 0,12 32-282,-16-66 16,-5-18-23,0 0 0,1-1 1,0 0-1,0 1 0,1-1 1,0 0-1,0 0 0,0 0 1,1 0-1,4 4 7,-7-10-17,0-1 1,0 1-1,0-1 1,0 1-1,0-1 1,0 1-1,1-1 0,-1 0 1,0 1-1,0-1 1,0 0-1,1 0 1,-1 0-1,0 0 0,0 0 1,1 0-1,-1-1 1,0 1-1,0 0 1,0-1-1,1 1 0,-1-1 1,0 1-1,0-1 1,0 1-1,0-1 1,0 0-1,0 1 0,0-1 1,0 0 16,30-27-131,-27 24 71,5-11-270,-21 17-280,-28 19 96,-22 25 455,1 4 1,3 2 0,-16 22 58,3-6 33,-54 46 315,27-26 705,-19 29-1053,106-106-123,-13 15 447,15-8-3006,15-18-782,18-3 1301,16-16-1980,12-17-1612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7:12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778 0 7507,'0'0'2164,"0"0"-64,0 0-430,0 0-720,0 0-614,-6 25-208,1-7-88,-1 1 1,-1-1-1,0-1 1,-1 0-1,-1 0 1,-1 0-1,0-1 1,-1-1-1,-1 1 0,0-2 1,-1 0-1,-9 7-40,-239 194 1458,2-1 1913,251-207-3202,2-2 27,0 0 1,1 0-1,-1 1 1,1 0-1,1 0 1,-4 4-197,8-9 306,0-1 105,0 0 211,0 0 13,0 0-403,0 0-419,-3 0-531,-36 9-4767,9-3-1235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37.5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16552,'0'0'0,"0"0"-1633,0 0 80,0 0 1137,0 0-192,0 0-5683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40.6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0 199 1953,'0'0'8783,"0"0"-6217,0 0-632,0 0-1056,35 0-518,527 0 987,617 0 921,-1395-10-2025,-197-35-243,205 18 29,181 24-31,-160-18-308,-63 5 310,1498 22-237,-1517-7 20,-610 15 324,857-12-67,7-2 17,0 1 1,1 1-1,-1 1 1,-5 1-58,20-4 4,-1 0 0,1 0-1,0 0 1,0 0 0,-1 0 0,1 0 0,0 0 0,0 0 0,0 1 0,-1-1 0,1 0 0,0 0-1,0 0 1,0 0 0,0 0 0,-1 0 0,1 0 0,0 1 0,0-1 0,0 0 0,0 0-1,0 0 1,-1 0 0,1 1 0,0-1 0,0 0 0,0 0 0,0 0 0,0 1 0,0-1 0,0 0-1,0 0 1,0 0 0,0 1 0,0-1 0,0 0 0,0 0 0,0 1 0,0-1 0,0 0-1,0 0 1,0 0 0,0 1 0,0-1 0,0 0-4,14 7 156,29-1-85,0-2 0,1-2 1,41-3-72,-16 0 60,23 1-24,237-5-49,-256 0 100,-1-3-1,0-3 1,36-12-87,-101 21 103,25-8 30,-31 9-78,0 1 1,0 0-1,0-1 0,0 1 1,0-1-1,-1 0 0,1 1 1,0-1-1,0 0 0,0 1 1,-1-1-1,1 0 0,0 0 1,-1 0-1,1 0 0,0 1 1,-1-1-1,1 0 1,-1 0-1,0 0 0,1 0 1,-1 0-1,0 0 0,0 0 1,1-1-56,-11-2-590,-56-18-3465,16 2-1823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42.2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1443 43 4386,'0'0'2777,"0"0"-1152,0 0 579,0 0-590,0 0-360,-32 3 3276,22-4-4292,-1-1 1,1 0-1,0 0 1,0-1 0,0 0-1,-5-3-238,-47-11 276,-5 11 284,0 3 0,-44 4-560,25 0 441,54 0-312,-1 2 0,1 1 0,1 2-1,-1 0 1,1 3 0,0 0 0,1 2 0,0 1 0,-14 9-129,12-4 60,0 2 1,1 1 0,0 1 0,2 1 0,1 2-1,1 1 1,1 1 0,-3 6-61,-27 42 225,3 3 0,3 2 0,-39 84-225,71-124 24,2 0 1,2 0-1,1 2 0,2-1 0,2 2 1,1-1-1,3 1 0,1 0 0,2 0 1,3 16-25,-3 10 23,0-18 44,5 40-67,-2-76 31,1 1 1,1-1-1,0 1 0,1-1 1,0 0-1,1 0 1,1-1-1,2 4-31,6 7 19,1 0 0,2-2-1,0 0 1,1-1-1,1-1 1,1 0 0,1-2-1,1 0 1,0-1 0,1-2-1,1 0 1,1-1-1,0-2 1,16 6-19,4-1 41,0-2 1,2-2-1,-1-1 1,2-3-1,-1-2 1,1-2-1,1-2 1,1-3-42,52 2 24,-36 1-23,-1-4 0,51-7-1,-89 3 28,-1-1 0,0-2 0,0 0 0,-1-2 0,0 0 0,-1-2 0,15-9-28,19-16 22,-1-2 0,19-18-22,-44 29 140,-1 0 0,-1-2-1,-2-1 1,-1-2 0,-1 0 0,-2-2-1,-1-1 1,-2 0 0,-2-2-1,-1 0 1,12-41-140,-6 13 6,-4-2 1,-2-1-1,-3 0 1,-4-1-1,-2-1 1,-3 1-1,-4-7-6,-1 62 44,-1 0 0,0-1 0,-1 1 0,-1 0 0,0 0 0,-1 0 1,-1 0-1,0 0 0,-1 0 0,-6-11-44,0 3 90,-2 0 0,0 1 1,-1 0-1,-2 1 0,0 1 1,-1 0-1,-1 2 0,0 0 1,-2 0-1,0 2 0,-1 1 1,0 0-1,-1 2 0,-1 0 1,-22-8-91,5 4-76,-1 2-1,-1 2 1,0 2 0,-36-4 76,31 9-1724,-1 1-1,-26 3 1725,61 2-496,-83 3-4612,34 7-1405,13 5-2382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01.8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 1169,'0'0'464,"0"0"224,0 0-42,0 0 37,0 0 2,0 0 169,0-6 50,0-28 655,0 43-118,1 55 4566,4 90-4726,10 231 3265,-16 4-4546,-2-106 742,1 10 369,2 212 480,9-375-509,18 83-1082,-3-30 442,3 202 1260,-20 227-1702,-7-449 485,3 181 27,-3-343-650,0-1-158,0 0-326,-1-26-2462,-16-76-6227,15 44 1547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03.4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1 581 4274,'0'0'3799,"0"0"-2526,0 0-100,0 0 113,0 0-322,4 2-636,10 5 97,-1-2 0,1 1 1,0-2-1,0 0 1,0-1-1,0 0 1,1-1-1,11 0-425,35 0 1469,34-4-1469,-18 1 410,32-5 43,0-4 1,74-18-454,113-11 107,-157 26 35,81-4 353,174-19-292,-107 7-40,191 2-27,177-16-69,-97-3 29,1 11-136,205-31 131,-424 36-186,263-13-141,110 34 169,-159-22 251,-5 1 46,-428 29 1781,108-16-2011,-164-2 5253,-64 19-5250,-6-13-7491,-14 4 2840,11 6 2457,-42-15-10198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06.5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286 261 1008,'0'0'713,"0"0"234,0 0 64,0 0-163,0 0-197,0 0-157,-16 8 1795,5-4 2943,5-3-1821,7 1-235,15 1-1890,61-2-611,-39 1-540,1-1-1,0-2 0,-1-2 1,1-2-1,35-8-134,-28 0 53,-19 6-6,-1 0 1,1-2-1,-2-2 1,7-3-48,-33 11-619,-13 1 429,-19 2 124,-11 7 66,1 3 1,-5 3-1,-66 13 25,-2-6 291,-132 25 737,360-40 516,-52-12-1488,0-3 1,0-3 0,-2-2-1,1-2 1,50-24-82,-50 14 85,-58 26-90,-1 1 0,0 0-73,0 0-47,-13 0-121,-46 3 207,1 3 0,-16 4 39,-81 8 38,-55-12 621,203-5-162,13 1-263,16 1-170,30-2 2,0-2 1,1-3-1,-2-2 0,1-2 0,7-4-66,120-36-205,-173 46 2,-7 0 64,-15 1-3,-26 4 63,-143 44 170,84-32 189,-1-3 0,-92-3-280,178-7 266,22 1-52,30 1-147,495-12-65,-492 7-74,-38 1 120,-1 0-29,0 0-40,0 0-38,0 0-5,-11 0-360,-389 14 53,245-6 550,100-3-74,50-3-55,8-1-18,30 0-78,96-3 145,0-5-1,77-17-98,-168 20-105,22-5-320,-129 0-93,-406 9 1001,473 0-398,2 0-76,0 0-1,0 1 1,0-1 0,0 0-1,0 1 1,0-1-1,1 0 1,-1 1 0,0-1-1,0 0 1,0 0-1,0 1 1,0-1-1,1 0 1,-1 0 0,0 1-1,0-1 1,0 0-1,1 0 1,-1 0 0,0 1-1,0-1 1,1 0-1,-1 0 1,0 0-1,0 0 1,1 0 0,-1 0-1,0 1 1,1-1-1,-1 0 1,0 0 0,0 0-1,1 0 1,-1 0-1,0 0 1,1 0-1,-1 0 1,0 0 0,1 0-1,-1 0 1,0-1-1,0 1 1,1 0 0,-1 0-1,0 0-8,89 1 37,-1-4-1,1-3 1,-1-5 0,4-4-37,61-17-782,-249 29-213,4 15 1026,-47 14-31,-52 8 100,150-30-101,-19 4 849,58-7-628,8 0-54,38 0-111,42-4 36,0-5 0,-1-3-1,0-4 1,-1-4 0,42-16-91,-125 34-129,0 0 1,0 0-1,0 0 0,0 0 1,0 0-1,0 0 0,0 0 1,0 0-1,-1-1 1,1 1-1,0 0 0,-1 0 1,1-1-1,-1 1 0,1 0 1,-1-1-1,0 1 1,1 0-1,-1-1 0,0 1 1,0-1-1,0 1 0,0-1 1,0 1-1,0 0 1,-1-1-1,1 1 0,0 0 1,-1-2 128,1-10-1489,3-32-4631,3-8-4714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08.0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319 95 7555,'0'0'1273,"0"0"194,0 0 163,0 0-202,0 0-729,0-16 90,-1 30-531,0 0 1,-1-1-1,-1 1 0,-1 0 0,0-1 0,0 0 0,-1 0 0,-3 5-258,-58 105 1658,49-95-1488,3-4 56,-1 1 0,-1-2 0,-1 0 0,-4 1-226,16-17 38,5-6 55,0-1 48,1-3-85,-1 0-1,1 1 0,0-1 0,-1 1 1,0-1-1,1 0 0,-1 0 0,0 1 1,-1-1-1,1 0 0,-1-2-55,1-18 110,7-14-106,2 0 1,2 1-1,1 0 0,2 1 0,1 1 1,2 0-1,1 1 0,1 0 1,2 2-1,3-1-4,-18 27 97,-5 9 62,-6 16-167,-19 22 21,-1-2 1,-2-1-1,-1-1 0,-3-1 1,-2 1-14,-74 94 226,103-127-191,-4 12 50,8-16-23,0-1-1,2-14 257,11-17-231,1 0 1,1 2-1,1 0 1,2 0 0,16-19-88,-11 13 34,123-169-71,-146 204 27,0-1 0,0 1 1,1 0-1,-1-1 1,0 1-1,0 0 1,1 0-1,-1-1 0,0 1 1,1 0-1,-1 0 1,0 0-1,0 0 1,1-1-1,-1 1 1,0 0-1,1 0 0,-1 0 1,0 0-1,1 0 1,-1 0-1,1 0 1,-1 0-1,0 0 0,1 0 1,-1 0-1,0 0 1,1 0-1,-1 0 1,0 0-1,1 0 1,-1 0-1,0 0 0,1 1 1,-1-1-1,0 0 1,1 0-1,-1 0 1,0 1-1,0-1 0,1 0 1,-1 0-1,0 1 1,0-1-1,1 0 1,-1 0-1,0 1 1,0-1-1,0 0 0,1 1 1,-1-1-1,0 0 1,0 1-1,0-1 1,0 0-1,0 1 10,9 22-59,-8-20 48,9 24 22,0 0 0,2-1 1,1 0-1,1-1 0,14 20-11,-26-44-3,0 1-1,-1 0 1,0 0-1,1 0 1,-1 0-1,0 1 1,0-1 0,0 0-1,0 0 1,-1 1-1,1-1 1,-1 0 0,1 1-1,-1-1 1,0 1-1,0-1 1,0 0 0,0 1-1,0-1 1,-1 1-1,1-1 1,-1 0 0,1 1-1,-1-1 1,0 0-1,0 0 1,0 1 0,0-1-1,0 0 1,-1 0-1,1 0 1,-1 0 0,1 0-1,-1-1 1,0 1-1,1 0 1,-1-1 0,0 1-1,0-1 1,0 0-1,0 0 1,-3 1 3,-10 7 31,-1-1 1,0 0-1,0-1 1,-1-1-1,-6 1-31,18-5 18,-25 8 398,0-1-1,0-2 1,0-1 0,-1-1-1,-26 1-415,57-6 120,0 0-10,0 0 2,0 0-46,0 0 41,0 0 144,0 0 53,0 0-67,0 0-23,0 0-150,0 0-112,0 0-19,0 0 46,0 0 32,23 0-59,0 1-14,35-1 0,-54 0 50,-1 0 1,1-1 0,-1 1 0,1-1 0,-1 0-1,1 0 1,-1 0 0,1-1 0,-1 1 0,0-1-1,0 1 1,0-1 0,1-1 11,-3 3 24,-1 0 27,0 0-62,0 0-37,-1-1-440,0 0-1,1 1 1,-1-1 0,1 0-1,-1 1 1,1-1 0,0 0-1,-1 0 1,1 1 0,0-1-1,-1 0 1,1 0-1,0 0 1,0 1 0,0-1-1,-1 0 1,1 0 0,0 0-1,0 0 1,0 0 488,3-16-6227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13.2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99 107 1665,'0'0'731,"0"0"24,0 0 173,0 0-18,0 0-235,0 0-40,-14 2 8126,-8 2-312,239-4-6955,-428-18-840,163 18 264,47 0-755,1 0-33,0 0 17,0 0-27,10-3-29,47-5-102,55-2 118,-105 9-220,-12-1-221,-13-1 125,-139 2 1318,206-8-990,34-10-119,19-5 76,-98 22-33,-3 2-62,-1 0-50,-66-2-265,39 0 431,-1 1 1,1 2-1,0 0 1,0 2-1,0 1 1,-8 3-98,142-3 341,-3-4-592,-102 0 235,-2 0 30,0 0-52,0 0-98,-39 0-149,-60 0 669,98 0-248,1 0-91,0 0-15,4 1-55,-1 0-1,1 0 1,0-1 0,0 1 0,0-1 0,0 0 0,0 0 0,3-1 25,-5 1 9,113 0 25,-114 0-87,-1 0 10,0 0 14,0 0-19,0 0-8,-18 0-128,-190 0 152,439 0-1177,-252 1 1205,0 1 0,-1 2 0,2 0 0,-1 1 0,-5 2 4,-1 1 218,-1-2 0,-17 2-218,95-2 28,44-2-202,-94-4 46,0 0 21,0 0 72,-21 10-122,-11-6 123,24-4 37,0 0 0,0 1 0,0 0 0,0 1 0,1 0 1,-1 0-1,1 0 0,-1 1 0,1 0 0,-5 3-3,12-5 67,0-1-43,0 0-51,0 0-61,35 0-299,119 0 102,-153 0 213,-1 0 21,0 0 38,0 0-30,-42 0 326,-92 0-118,133 0-175,1 0 36,0 0 6,26 0-419,-12-1 374,1-1-1,-1 0 1,0-1-1,1 0 1,8-4 13,22-5 1,-45 11 118,-1 1-133,1-1 0,0 0 0,0 1-1,0-1 1,0 0 0,0 1-1,0-1 1,0 0 0,0 1-1,0-1 1,0 0 0,0 1 0,0-1-1,0 0 1,1 1 0,-1-1-1,0 0 1,0 1 0,1-1-1,-1 1 1,0-1 0,1 0 0,-1 1-1,1-1 1,-1 1 0,1-1-1,-1 1 1,1 0 0,-1-1-1,1 1 1,-1-1 0,1 1 0,0 0 14,-91-5-230,-6 5 230,95 0 163,1 0-75,6 0-208,29-3 92,-1-2 0,0-1 1,0-1-1,-1-2 0,7-4 28,-157 19-1000,99-2 1039,-1-2 0,1 0 0,-15-1-39,18 0 94,29 1-65,30 1-123,-8-3-143,-34 0 0,-19 0 629,29-4-9029,-1-13 3921,-11 15 4164,10-21-4603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14.4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2 2001,'0'0'1571,"0"0"-319,0 0-172,0 0-253,0 0-232,0 0-147,-8-1 268,6 3 7065,7 33-7227,-5-34-554,1 0 0,-1 0 0,0 1 0,1-1 0,-1 0 0,0 0 0,1 0 0,0 0 0,-1 1 0,1-1 0,0 0-1,-1 0 1,1 0 0,0 0 0,0 0 0,0-1 0,0 1 0,0 0 0,0 0 0,0 0 0,0-1 0,0 1 0,0-1 0,0 1 0,1-1 0,-1 1 0,0-1 21,-1 0 22,0 0-35,0 0-214,0 0-351,0 0-526,0 0-518,0 0-523,0 0-320,0 0-949,0 0-1087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15.7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1 416,'0'0'0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17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3217 1297,'0'0'923,"0"0"-6,0 0-231,0 0-262,0 0-114,2-1 3118,8-3 12162,-7 3-14375,-1 1-4144,243 9 3974,-227-10-959,0-1-1,0-1 1,0 0-1,-1-1 0,12-5-85,-7 3 151,0 0 0,23-2-151,71-22 240,-46 7-237,-53 16 7,1 0 0,0 2 0,0 0 0,17-2-10,10 3 25,-14 1 75,-1 0 0,1-3 0,19-5-100,16-9 88,0-4 0,-2-1 0,-1-4 0,-2-3 0,36-24-88,-53 25 79,-1-1-1,-2-2 0,-1-3 0,-2 0 1,-1-3-1,18-27-78,-8 2 118,-4-2 0,-3-2 1,7-21-119,-35 63 72,-1 0 1,-1-1 0,5-27-73,19-55 222,-26 85-194,0-1 0,-2 0 1,-1 0-1,-2-1 0,0 0-28,12-66 283,9-39 30,-4-19-313,10-59 61,15-87 179,22-112-102,-33 178-2,-31 203-109,0 1 0,-1-1-1,-2-12-26,-1 9 28,3 0 1,2-17-29,1 5 289,-3 1 0,-1-17-289,-1 59-12,0 0-1,0-1 1,0 1-1,0-1 1,0 1-1,0 0 1,0-1-1,1 1 1,-1 0-1,0-1 1,0 1-1,0 0 1,1-1-1,-1 1 1,0 0-1,1 0 1,-1-1-1,0 1 1,0 0-1,1 0 1,-1 0-1,0-1 1,1 1-1,-1 0 1,1 0-1,-1 0 1,0 0-1,1 0 1,-1 0-1,0 0 1,1-1-1,-1 1 1,1 0 12,-1 1-125,1-1 1,-1 1-1,0-1 0,1 0 1,-1 1-1,0-1 1,1 1-1,-1-1 1,0 1-1,0-1 1,1 1-1,-1-1 1,0 1-1,0-1 1,0 1-1,0-1 0,0 1 1,0-1-1,0 1 1,0-1-1,0 1 1,0 0-1,0-1 1,0 1-1,0-1 1,0 1-1,0-1 0,0 1 1,-1-1-1,1 1 1,0-1-1,0 1 1,-1-1-1,1 1 1,0-1-1,-1 0 1,1 1-1,0-1 1,-1 1-1,1-1 125,-27 44-5661,-20 17-3896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20.6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2230 0 4034,'0'0'851,"0"0"51,0 0-182,0 0-440,0 0-130,-29 4 7774,18-2-8125,-35 7 2147,1 2-1,-9 5-1945,14-4 542,0-2 0,-1-1 0,-2-2-542,-10 5 543,41-9-325,0 0 1,0-1-1,0 0 1,-12 0-219,-294 4 2430,301-5-2410,-1 1-1,1 1 0,-10 2-19,-15 3 78,4 3-102,32-8 46,-1-1 1,1 0 0,-1 0-1,0-1 1,1 1-1,-1-1 1,-1-1-23,-5 1 31,1 1 1,-1 0 0,1 1-1,0 0 1,-8 3-32,-47 10 103,36-13-96,3 0 10,1 1 1,-1 0-1,-8 5-17,14-4 76,-1-1 1,0-1 0,0-1-1,-1-1 1,-15-2-77,-60 5 207,64 1-218,-1 1 0,2 2 1,-28 10 10,59-17 11,-16 4 4,0 1 0,0 1 0,1 1 0,1 1-1,-1 0 1,1 1 0,1 1 0,-8 7-15,-2 2-37,20-16 26,1 0-1,0 0 1,0 0-1,0 1 1,1 0-1,-1 0 1,-2 4 11,-25 37 119,21-32-92,1 0-1,1 1 0,0 0 0,-5 14-26,-6 27 81,3 0 0,3 1 0,-4 33-81,9-46 58,-52 259 471,53-243-383,2 0 0,2 0 0,5 38-146,-4 56 274,-10 345 193,5-268-96,8-230-331,-2-4-2845,5-13 1357,4 2-865,2 1-1,-1 0 0,2 0 1,0 1-1,9-9 2314,33-33-10936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21.2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1 6227,'0'0'5330,"0"0"-4785,0 0 575,0 0-1120,0 0-208,0 0-704,0 0-241,-54 0 529,24 0-705,-1 0-1040,-3 6-896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23.1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1250 1 7171,'0'0'2103,"0"0"-207,0 0-938,-8 1-1353,-69 21-3123,-11 3-2355,26-18 11785,-233-7-7288,284 0 1328,0 2 0,0-1 0,0 2 0,0-1 0,1 1 0,-3 2 48,2-1 244,-1-1 0,1 0 0,-1 0 0,0-1 0,0-1 0,-4 0-244,-1-1 775,-68 1 1062,58 0-2308,1 2 0,0 1-1,-23 5 472,-31 11 771,-58 6-771,55-7 2321,82-19-2190,8 6 2628,10 0-2579,0-1 0,1-1 0,0-1 1,0 0-1,0-1 0,2-1-180,116-2 156,-59-1 528,-76 2-471,-1 0-98,0 0 15,0 0-52,0 0 101,-13-2-51,0 1 0,1 0 0,-1 1 0,0 0 0,-10 2-128,-33-1 88,-171-6 2142,227 5-1771,0 0-85,0 0-78,0 0-208,3 0-51,33-3 101,0-1 0,0-2 0,28-9-138,-63 13-460,-10 1 181,-29-1 114,-49 1 348,81 2 137,15 1-54,20 2-254,29-7 70,0-2 0,0-3-1,4-3-81,-154 12 1644,36-3-2543,95 1 663,0-2-1,0-2 1,-1-1 0,6-3 236,-42 9-168,-2 0 45,-14 0 86,-9 0 120,-15-1 90,0 1 1,0 3-1,1 1 0,-28 7-173,200-4 782,-157-7-741,-45 0 857,-50 7-898,109-5 530,11-1-2093,10 1-5023,-6-2-1274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24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7027,'0'0'3773,"0"0"-2330,0 0-427,0 0-338,33 34-352,92 87 991,71 51-1317,-32-44 534,192 157 681,-242-185-344,101 114-871,-14 23 912,7 6 1135,-197-230-1850,0 0 0,1-1 0,0-1 0,1 0-1,1 0 1,-1-1 0,2-1 0,-1 0 0,1-1 0,11 3-197,-26-10-47,0-1-1,1 0 1,-1 0-1,1 0 1,-1 0-1,0 1 1,1-1 0,-1 0-1,1 0 1,-1 0-1,1 0 1,-1 0-1,0 0 1,1 0 0,-1 0-1,1 0 1,-1 0-1,1 0 1,-1 0 0,0 0-1,1-1 1,-1 1-1,1 0 1,-1 0-1,0 0 1,1-1 0,-1 1-1,0 0 1,1 0-1,-1-1 1,0 1 0,1 0-1,-1-1 1,0 1-1,1 0 1,-1-1-1,0 1 1,0 0 0,0-1-1,1 1 1,-1-1-1,0 1 1,0 0 0,0-1-1,0 1 1,0-1-1,0 1 1,0-1-1,0 1 1,0 0 0,0-1-1,0 0 48,-5-26-4234,3 23 4136,-15-42-5155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25.0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1517 1 8948,'0'0'2225,"0"0"-1318,-33 26 486,-43 34-93,2 4 1,-62 70-1301,0 17 448,-591 617 4194,643-689-3785,-159 160 2334,243-238-3389,-1 0 1,0-1-1,1 1 1,-1 0 0,1-1-1,-1 1 1,1 0-1,-1 0 1,1 0 0,-1-1-1,1 1 1,0 0 0,-1 0-1,1 0 1,0 0-1,0 0 1,0 0 0,0-1-1,0 1 1,0 0-1,0 0 1,0 0 0,0 0-1,0 0 1,0 0 0,0 0-1,1 0 1,-1-1-1,0 1 198,2 7-1041,4 24-4967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1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1 105 10005,'0'0'1966,"0"0"-576,0 0 448,0 0-549,0 0-526,0 0-257,22 23-143,-22-23-363,35 34 355,29 21-355,-61-52 25,0 0 0,0-1 0,0 0 0,0 1 0,1-1 0,-1 0-1,1-1 1,-1 1 0,1-1 0,0 0 0,0 1 0,-1-2 0,1 1 0,0 0 0,0-1 0,0 0 0,0 0-1,0 0 1,0 0 0,0 0 0,0-1 0,0 0 0,-1 0 0,1 0 0,0 0 0,0-1 0,0 0-25,-1 0 24,1-1 0,-1 0 0,0 1 0,0-2 0,0 1 0,0 0 1,-1 0-1,1-1 0,-1 0 0,0 1 0,0-1 0,0 0 0,0 0 1,-1 0-1,0 0 0,0-1 0,0 1 0,0 0 0,0-4-24,0-1 164,0 0 1,0 0-1,-1 0 0,-1 0 0,1 0 0,-1-1 0,-1 1 0,0 0 0,0 1 1,-2-7-165,2 12 74,0-1 0,0 1 1,-1-1-1,1 1 0,-1 0 1,0 0-1,1 0 0,-1 0 1,0 1-1,-1-1 0,1 1 1,0 0-1,-1 0 0,1 0 1,-1 0-1,0 1 0,0-1 1,0 1-1,1 0 0,-1 0 1,0 1-1,0-1 1,0 1-1,-4 0-74,2-1-16,0 0 0,0 1 0,0 0 0,0 0 0,0 0 0,0 1 0,1 0 0,-1 0 0,0 0 0,0 1 0,1 0 0,-1 0 0,1 1 0,-1-1 0,1 1 0,0 0 0,0 1 0,0-1 0,1 1 0,-1 0 0,1 0 0,0 0 0,0 1 0,0 0 0,1-1 0,0 1 0,0 1 0,0-1 0,0 0 0,1 1 0,0-1 0,0 1 0,0-1 0,1 1 0,0 0 0,-1 4 16,2-4-308,0 15-2253,0-21 2236,1 1-1,-1-1 1,0 1 0,1-1 0,-1 1 0,1-1-1,-1 1 1,1-1 0,-1 0 0,1 1-1,-1-1 1,1 0 0,0 0 0,-1 1-1,1-1 1,-1 0 0,1 0 0,0 0 0,-1 0-1,1 0 1,0 0 0,-1 0 0,1 0-1,0 0 326,32 0-9396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2.2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1 236 10917,'0'0'2046,"0"0"-184,0 0-191,0 25-898,-1-6-689,2-1 0,0 0 0,1 0 0,4 14-84,-6-30 8,1 0-1,0 0 0,0 0 1,0 0-1,0-1 0,1 1 1,-1 0-1,0-1 0,1 1 1,-1-1-1,1 1 0,-1-1 1,1 0-1,0 0 0,0 0 1,-1 0-1,1 0 0,0 0 1,0 0-1,0 0 0,0-1 1,0 1-1,0-1 0,1 1-7,52-1 90,-37-1-51,-10 1-17,0 0 1,0-1 0,0 0 0,0 0-1,0-1 1,0 0 0,0 0 0,-1-1 0,1 0-1,-1 0 1,0-1 0,1 0 0,-2-1 0,1 1-1,-1-1 1,1 0 0,-1-1 0,1-1-23,-1 0 44,0-1 1,0 0 0,-1 0 0,0-1 0,0 0 0,-1 0-1,0 0 1,-1 0 0,0 0 0,0-1 0,-1 0 0,0 1 0,-1-1-1,1-9-44,-1-2-12,1 4 498,-1 1 0,-1-1 0,0 0-1,-2 1 1,-2-14-486,4 27 72,-1 0 1,1 0-1,-1 0 0,0 0 0,0 0 1,-1 0-1,1 1 0,0-1 1,-1 0-1,0 1 0,0-1 1,1 1-1,-2-1 0,1 1 0,0 0 1,0 0-1,-1 0 0,1 0 1,-1 0-1,1 1 0,-1-1 0,0 1 1,0 0-1,0-1 0,1 1 1,-1 1-1,0-1 0,0 0 0,-1 1 1,1-1-1,0 1 0,0 0 1,-1 0-73,0 1-59,0-1 0,0 1 1,0 0-1,0 1 0,0-1 1,0 1-1,0-1 0,1 1 1,-1 0-1,1 0 0,-1 1 1,1-1-1,0 1 0,0 0 1,0 0-1,0 0 1,0 0-1,1 0 0,-1 1 1,1 0 58,-7 8-957,1 2 0,0-1 1,1 1-1,-5 13 957,-5 33-4856,8-1-2923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2.8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131 98 5042,'0'0'7302,"0"0"-4802,0 0-550,0 0-957,5 0-772,-3 0-186,0 0 0,0-1 0,0 1-1,0-1 1,-1 1 0,1-1 0,0 0 0,0 0-1,-1 1 1,1-1 0,-1-1 0,1 1 0,-1 0-1,1 0 1,-1 0 0,1-1 0,-1 1-1,0-1 1,0 1 0,0-1 0,0 1 0,0-1-1,0 0 1,0 1 0,-1-1 0,1 0 0,0 0-1,-1 0 1,0 1 0,1-1 0,-1 0 0,0 0-1,0 0 1,0 0 0,0 0 0,0 0-1,-1 1 1,1-1 0,0 0 0,-1 0 0,0 0-1,1 1 1,-1-1 0,0 0 0,0 0 0,0 1-1,0-1 1,0 1 0,0-1 0,0 1-35,-3-2 114,1 0 1,-1 1-1,0-1 1,0 1-1,0 0 1,0 0 0,0 0-1,0 1 1,-1 0-1,1 0 1,0 0-1,-1 0 1,1 0-1,-1 1 1,1 0-1,-1 0 1,1 0 0,-1 0-1,1 1 1,0 0-1,-1 0 1,1 0-1,0 0 1,-1 1-1,1 0 1,0 0-1,0 0 1,0 0 0,1 0-1,-1 1 1,-3 2-115,3 1-160,1 0 0,-1 1 0,1-1 0,0 1 0,0 0 0,1-1 0,-1 6 160,2-8-864,0 0 0,0 0-1,1 0 1,0 0 0,0 0 0,0 0 0,0 0-1,1 0 1,-1 0 864,3-1-8350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3.6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11205,'0'0'3426,"0"0"-748,0 0-840,0 0-1000,41 5 157,12 2-680,214 22 995,254-25 560,-500-4-1957,-15 1-25,-1-1-1,1 1 0,0-1 1,0-1-1,0 1 0,-1-1 0,1 0 1,0 0-1,-1-1 0,1 0 1,-1 0-1,1 0 0,-1 0 0,4-3 113,-9 4-1630,-1 0-5406,-17-4 2646,-13 2-2563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4.4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303 0 6403,'0'0'2791,"0"0"-1124,0 0 385,0 0-209,1 31-349,7 100-91,-3-84-95,3-1 0,13 41-1308,1 14 1063,13 76 421,-12-65-124,7 103-1360,-28-199 146,-1-13-240,-1 1 1,1 0 0,-1-1-1,0 1 1,0 0-1,-1-1 1,1 1-1,-1 0 1,0 0 93,1-2-44,-1-1 1,0 0-1,0 1 1,0-1-1,0 0 1,0 1-1,-1-1 0,1 0 1,0 0-1,0 0 1,-1 0-1,1 0 1,-1 0-1,1 0 0,-1-1 1,1 1-1,-1 0 1,1-1-1,-1 1 0,0-1 1,1 0-1,-2 1 44,-64 10-156,0-3-1,0-2 0,0-3 0,-31-5 157,39 2 1177,79 9 194,80-3-766,0-4 0,18-5-605,-25 1 1,182-16 981,-275 13-1650,0-12-9306,0 5-1330</inkml:trace>
  <inkml:trace contextRef="#ctx0" brushRef="#br0" timeOffset="1">1288 804 10373,'0'0'3423,"0"0"-654,0 0-267,0 0-1312,0 0-467,35 0 19,0 1-565,22 1 169,0-3-1,0-2 1,10-4-346,8-7 945,66-22-945,-37 9 594,-93 25-489,-6 1-53,0 0 0,0 0 0,0-1 1,-1 0-1,1 1 0,0-1 0,0-1 1,-1 1-1,0-1 0,4-2-52,-12 4-6501,-19-1 3171,-15 2-2374,-7 0-1702</inkml:trace>
  <inkml:trace contextRef="#ctx0" brushRef="#br0" timeOffset="2">1325 510 8708,'0'0'2815,"0"0"-673,0 0 422,0 0-1121,0 0-1029,28-3 2,106-14 1673,55-18-2089,146-39 1134,-326 72-116,0 1-3431,-9 1 2140,0 1 1,1-1-1,-1 0 1,0 1-1,1-1 1,-1 0-1,0 1 0,0-1 1,0 0-1,1 1 1,-1-1-1,0 1 1,0-1-1,0 0 1,0 1-1,0-1 1,0 1-1,0-1 0,0 0 1,0 1-1,0-1 1,0 1-1,0-1 1,0 1-1,0-1 1,0 0-1,0 1 1,0-1-1,-1 1 0,1-1 1,0 0-1,0 1 1,0-1 272,-3 9-5381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5.4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130 361 6675,'0'0'1990,"0"0"-907,0 0 230,0 0-334,0 29 214,-2 12-666,1-9 16,1 0 0,1 0 0,1 0 1,3 2-544,-3-20 324,0-1 1,1 1 0,1-1 0,0 0 0,1-1-1,0 1 1,1-1 0,1 0 0,4 8-325,-6-14 64,-1 0 1,1-1 0,0 1-1,0-1 1,0 0 0,1 0-1,0-1 1,0 1 0,0-1-1,1-1 1,-1 1 0,1-1-1,0 0 1,0-1 0,0 1-1,0-2 1,0 1 0,5 0-65,1 0 39,0 0 1,-1-1-1,1 0 1,0-1-1,0-1 1,0 0 0,0-1-1,0 0 1,-1-1-1,1 0 1,-1-1-1,0 0 1,0-1-1,0-1 1,-1 1-1,1-2 1,-2 0-1,1 0 1,-1-1 0,0 0-1,0-1 1,-1 0-40,9-11 98,-1 0 0,-1-1 1,-1-1-1,-1-1 0,-1 0 1,-1 0-1,-1-1 1,-2-1-1,0 1 0,-1-2 1,-1 1-1,-2-1 0,0 0 1,-2 0-1,-1 0 1,-1-19-99,-1 32 42,0-8 43,0 1 0,-1-1 1,-2 0-1,-2-10-85,3 24 9,0-1 0,0 1 0,-1 0 0,0 0 0,-1 0 0,0 1 0,0-1 0,0 1 0,-1 0 0,1 0 0,-2 0 0,1 1 0,-1-1 0,-1 0-9,-2-1 25,-1 0-1,0 0 0,-1 1 1,1 0-1,-1 1 0,-1 0 1,1 1-1,0 0 0,-1 1 1,-10-2-25,-11 0 146,0 2 1,0 2-1,-12 1-146,35 0 8,-1 2 0,1-1 0,0 2 0,0-1 0,0 1 0,0 1 0,0 0 0,1 0 0,-1 1 0,1 0 0,0 1 0,1 0 0,-1 0 0,1 1-1,0 0-7,-23 22-337,1 1-1,2 2 1,-1 4 337,23-29-142,-34 43-7003,-13 24 7145,24-28-8657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6.1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279 140 5619,'0'0'4975,"0"0"-2792,0 0 316,0 0-1058,0 0-974,0 10-283,0 27 61,-4 116 1763,2-130-1586,-1 0-1,-1-1 1,-1 0 0,-1 0 0,-8 20-422,-34 63 2519,-35 51-2519,-15 32 1045,87-169-907,20-49-174,7-12-35,3 1 1,1 1-1,25-36 71,85-112-139,-84 124 97,6-8 62,-3-3 0,-4-1 0,-3-2-1,-3-3 1,-2-4-20,-37 84-7,0 1 1,0-1-1,0 0 0,0 1 1,0-1-1,0 1 0,1-1 1,-1 1-1,0-1 0,0 1 0,1-1 1,-1 0-1,0 1 0,1 0 1,-1-1-1,0 1 0,1-1 1,-1 1-1,1-1 0,-1 1 0,1 0 1,-1-1-1,1 1 0,-1 0 1,1 0-1,-1-1 0,1 1 0,-1 0 1,1 0-1,-1 0 0,1 0 1,0-1 6,10 16-106,6 40 86,-15-47 29,18 85 526,5 69-535,11 54 519,-2-81 59,10 41 245,-44-173-523,0-3-376,1 0 1,-1 1-1,0-1 1,0 0-1,0 0 1,0 1-1,0-1 0,0 0 1,0 1-1,0-1 1,0 0-1,0 0 1,0 1-1,0-1 1,0 0-1,0 0 1,0 1-1,0-1 1,-1 0-1,1 0 0,0 1 1,0-1-1,0 0 1,0 0-1,0 1 1,-1-1-1,1 0 1,0 0-1,0 0 1,0 1-1,-1-1 1,1 0-1,0 0 1,0 0-1,0 0 0,-1 0 1,1 1-1,0-1 1,0 0-1,-1 0 1,1 0-1,0 0 1,-1 0-1,1 0 1,0 0-1,0 0 1,-1 0-1,1 0 0,0 0 1,0 0-1,-1 0 1,1 0-1,0 0 1,0 0-1,-1-1 1,1 1-1,0 0 1,0 0-1,-1 0 1,1 0-1,0 0 0,-1-1 76,-89 1-8305,31-3 1211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37.1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71 10181,'0'0'2937,"0"0"51,0 0-269,0 0-1476,29 0-598,49 1-130,85 0 2708,61-11-3223,-212 9 91,49-4 841,-1-3 0,-1-3 0,54-17-932,-108 23 2218,-19 2-2790,-22 2-1770,-78 1-7522,44 0-2000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0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116 0 5106,'0'0'2025,"0"0"-10,0 0-252,0 0-330,0 0 87,17 10-335,-7-4-1034,8 4 174,-1 0-1,-1 1 0,0 1 0,0 0 1,-1 1-1,4 6-324,3 7 258,-2 2-1,-1 0 1,-1 1 0,-2 0-1,0 2 1,-2 0 0,-2 0 0,-1 1-1,-1 1 1,-2 0 0,-1 0-1,-1 1 1,-2-1 0,-2 1 0,-1 28-258,-1-46 90,0 0 1,-1 0 0,-1 0-1,0 0 1,-1 0 0,-1-1 0,0 1-1,-1-1 1,-1 0 0,0 0-1,-1-1 1,-5 7-91,-46 69 443,-42 47-443,36-51 806,-31 58-806,83-124 74,2 0 1,0 2 0,1-1-1,1 1 1,2 0 0,0 1 0,1-1-1,1 1 1,1 0 0,1 0-1,1 17-74,1 1 66,2 1 0,4 23-66,-3-49 25,0 0 1,1 0-1,1 0 0,0-1 0,1 0 0,1 0 1,1 0-1,1 1-25,4 5 48,1-2 1,1 0-1,0-1 1,1 0-1,1-1 1,17 12-49,6 1-4,1-2 0,35 18 4,-70-43 221,16 11-866,-21-8 6,-15-4 184,3-3 351,-1 0 0,1-1-1,0 0 1,1-1 0,-1 0 0,0-1 0,1 0 0,0-1 0,-2-1 104,-94-56-421,64 36 437,18 8 25,20 15 7,0-1 1,0 1 0,0 0-1,-1 0 1,1 1 0,-1-1-1,0 1 1,0 0 0,0 0-1,0 0 1,-4 0-49,9 2 160,0 0-80,0 0 13,0 0-42,4 9-134,9 8 221,0-2 0,2 0 0,0 0 0,0-2 0,2 0 0,-1 0 0,9 3-138,18 10 419,2-1 0,24 8-419,-63-30 64,-1-1 0,1 0 0,-1 0 0,1 0 0,-1 0 0,1-1 0,0 0 0,5 0-64,-11-14 296,3-95-211,-3 69 39,1 0 0,2 0 0,3-10-124,-6 52 608,-5 35-322,-6 9-3419,0-24-1920,1-6-3938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1.3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1 307 9492,'0'0'1380,"0"0"-428,0 0 217,11 27 181,-2-3-1052,11 24 696,2-1 0,24 39-994,27 36 2105,-15-21 169,4-3 1,60 71-2275,-108-153 162,-15-17 332,-23-27-281,-41-44-408,7 8 116,2-1 0,-30-52 79,71 94-2,0-1 1,2 0 0,1-1 0,2 0 0,0-1 0,1 0-1,2-1 1,0 0 0,2 0 0,0-14 1,1 9-43,3 1 1,0-1-1,2 1 1,1-1-1,2 1 0,2-8 43,-4 31-13,0-1 0,1 1 0,0 0 0,0 0 0,1 0 0,0 0 0,0 0 0,1 1 0,0-1 0,0 1 0,0 1 0,1-1 0,0 1 0,1 0 0,0 0 0,-1 1 0,2 0 0,-1 0 0,0 0 0,1 1 0,0 0 0,0 1 0,0 0 0,6-1 13,2-1-39,0 1 0,0 1 0,1 0 0,-1 1 1,1 1-1,-1 1 0,1 0 0,-1 1 0,1 1 1,16 4 38,-25-4-27,1 1 0,-1 0 1,1 0-1,-1 1 1,0 0-1,0 0 0,0 1 1,-1 0-1,0 1 0,0-1 1,0 1-1,-1 1 1,0-1-1,0 1 0,0 0 1,-1 1-1,0-1 0,0 1 1,-1 0-1,2 5 27,3 12-21,-1 1 0,-2 0-1,0 0 1,-2 0-1,-1 1 1,-1 0 0,-1-1-1,-1 1 1,-2 0 0,-1 4 21,1-20 56,-1 0 1,1-1 0,-2 1-1,0-1 1,0 0 0,-1 0-1,0 0 1,0-1 0,-1 0-1,-1 0 1,1 0 0,-2-1-1,-2 4-56,-9 6 259,0 0 1,0-1-1,-2-1 0,0-1 1,-3 0-260,18-11 144,1-1 1,-1 0 0,0-1 0,0 0-1,0 0 1,0 0 0,-1 0 0,1-1-1,0 0 1,-1 0 0,1-1 0,-3 0-145,8 0 40,1 0-139,2 26-9836,6-21 1774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1.7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0 11349,'0'0'2882,"0"0"-1186,0 0 385,0 0-400,0 0-1041,0 0-272,-7 9 289,7-6-225,0-3-432,0 0-192,0 0-1489,0 0-2097,0 0-2929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2.7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9 322 9156,'0'0'2255,"0"0"-476,0 0-338,0 0 218,11 34-69,40 110-328,-7-31 2788,50 90-4050,-79-178 291,-12-20-204,1 0 0,-1 0 1,0 0-1,-1 1 0,1-1 0,-1 1 1,0 0-1,-1-1 0,1 1 0,-1 1-87,-1-6 96,0-1-18,0 0 4,0 0-7,0 0 77,-1-6-45,-3-5-163,-1 1 1,-1-1 0,0 2-1,0-1 1,0 1-1,-2 0 1,1 0 0,-1 0 55,-26-34-176,13 13 154,2 0-1,1-1 1,2-1 0,1 0 0,2-2-1,0 1 1,3-1 0,1-1 0,1 0-1,2 0 1,2-1 0,-1-35 22,4 33-45,0 17 3,1 0-1,1 0 0,2-8 43,-2 23-5,0 1 1,0-1 0,0 0-1,1 1 1,0 0-1,0-1 1,1 1 0,-1 0-1,1 0 1,0 0-1,1 1 1,-1-1 0,1 1-1,1-2 5,5-3-16,1 1 0,0 0 0,0 0-1,0 1 1,1 1 0,0 0 0,0 0 0,1 1-1,-1 1 1,6-1 16,6-1-43,0 2 0,1 0 1,0 2-1,0 1 0,2 0 43,-23 1-11,0 0-1,0 0 1,0 0-1,0 1 1,0-1-1,0 1 1,0 0-1,0 0 1,0 0-1,0 1 1,-1-1-1,1 1 1,-1 0 0,1 0-1,-1 0 1,0 1-1,1-1 1,-1 1-1,0-1 1,-1 1-1,1 0 1,0 0-1,-1 1 1,0-1-1,0 0 1,0 1-1,0-1 1,0 1 0,-1 0-1,1 1 12,2 11-11,-1 1 1,0 0-1,-1 0 1,-1 0-1,0 1 0,-2 9 11,1-6 16,-1-7-14,0-1 0,-1 1 0,-1 0 0,0-1 0,0 1 0,-2-1 0,1 0 0,-2 0 0,0-1-1,0 0 1,-1 0 0,-4 5-2,-17 22 123,-2-2 0,-34 34-123,17-21 310,47-49-309,-1-1 1,1 1-1,-1 0 1,1-1-1,-1 1 1,1-1-1,-1 1 1,1 0-1,0-1 1,0 1-1,-1 0 1,1-1-1,0 1 1,0 0-1,0 0 1,-1-1-1,1 1 1,0 0-1,0-1 1,0 1-1,0 0 1,0 0-1,1-1 1,-1 1-1,0 0 1,0 0-1,0-1 1,1 1-1,-1 0 1,0-1-1,1 1 1,-1 0-1,0-1 1,1 1-1,-1-1 1,1 1-1,0-1-1,22 15 9,-3-8 21,0-1 0,0-1 1,0 0-1,1-2 0,0 0 1,7-1-31,130-3 274,-71-1-210,-48 1-37,-29-1 4,1 1 0,0 1 1,0 0-1,0 0 0,0 1 0,0 0 0,0 1 1,0 1-1,-1-1 0,11 5-31,-21-6 53,1-1-1,-1 1 1,0-1 0,1 1 0,-1-1-1,0 1 1,0-1 0,1 1-1,-1-1 1,0 1 0,0-1 0,0 1-1,0-1 1,0 1 0,0-1 0,1 1-1,-1 0 1,0-1 0,-1 1-1,1-1 1,0 1 0,0-1 0,0 1-1,0-1 1,0 1 0,0-1 0,-1 1-1,1-1 1,0 1 0,-1-1 0,1 1-1,0-1 1,-1 1 0,1-1-1,0 1 1,-1-1 0,1 0 0,-1 1-53,-16 18-3073,15-17 2901,-21 19-4817,0 0-3687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5.9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1 387 11461,'0'0'2263,"0"0"-383,0 0-52,0 0-587,0 0-606,0 0-65,24 30 175,152 186 554,-65-75 336,-6 4 1,12 33-1636,-108-162 147,-8-13-120,0-1-1,0 1 1,0 0-1,0 0 1,1-1-1,-1 1 1,1-1-1,0 1 1,0-1-1,0 0 1,0 0 0,0 0-1,1 0 1,-1 0-1,0 0 1,1 0-1,0-1 1,-1 0-1,1 1 1,0-1-1,0 0 1,2 0-27,-1-10 304,-4 2-195,16-131 478,-6 0 0,-6-9-587,-4-358 723,1 467-563,2 0-1,1 0 0,2 0 1,7-18-160,-13 55-48,0 1 0,0-1 1,0 1-1,0 0 0,0-1 0,1 1 1,-1 0-1,0-1 0,0 1 0,0 0 1,1-1-1,-1 1 0,0 0 0,0 0 1,1-1-1,-1 1 0,0 0 0,1 0 1,-1-1-1,0 1 0,1 0 0,-1 0 1,0 0-1,1 0 0,-1-1 0,0 1 1,1 0-1,-1 0 0,1 0 0,-1 0 0,0 0 1,1 0-1,-1 0 0,1 0 0,-1 0 1,0 0-1,1 0 0,-1 1 0,0-1 1,1 0-1,-1 0 0,1 0 0,-1 0 1,0 0-1,1 1 0,-1-1 0,0 0 1,0 0-1,1 1 0,-1-1 0,0 0 1,0 1-1,1-1 0,-1 0 0,0 0 1,0 1-1,1-1 0,-1 1 0,0-1 1,0 0-1,0 1 0,0-1 0,0 0 1,0 1-1,0-1 0,0 1 0,0-1 1,0 0-1,0 1 0,0-1 48,26 80-7529,-12-21 686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6.5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14 134 4690,'0'0'4037,"0"0"-1954,0 0 94,0 0-779,0 0-672,-2 18 53,-5 70 2278,3 22-3057,4-104 52,0 0 0,0-1 0,1 1 0,0 0 0,0-1 0,1 1-1,0-1 1,-1 1 0,2-1 0,-1 0 0,1 1 0,0-1 0,0 0-1,0-1 1,0 1 0,1-1 0,0 1 0,0-1 0,0 0 0,1-1-1,-1 1 1,3 0-52,2 2 21,0-1-1,0-1 1,0 0-1,1 0 1,0-1-1,0 0 1,0-1 0,0 0-1,0 0 1,0-1-1,1-1 1,3 0-21,5 0 29,-10 1-8,-1 0-1,1-1 1,0 0 0,0-1-1,-1 0 1,1 0 0,0 0-1,-1-2 1,1 1 0,-1-1-1,0 0 1,0 0 0,0-1-1,0 0 1,-1-1 0,1 0-21,2-4 20,0 0-1,-1-1 1,-1 1 0,1-2 0,-2 1 0,1-1-1,-2 0 1,1-1 0,-2 0 0,1 0-1,-1 0 1,-1 0 0,1-6-20,-1 0 59,0-1 0,-1 0 0,-1 0 0,-1 0-1,0 0 1,-2 0 0,0 0 0,-1 1 0,-1-2-59,2 14 74,-1 0 1,0 1 0,1-1-1,-2 1 1,1 0 0,-1 0-1,1 0 1,-2 0-1,1 0 1,0 0 0,-1 1-1,0-1 1,0 1-1,0 0 1,0 0 0,-1 1-1,0-1 1,0 1-1,0 0 1,0 1 0,0-1-1,0 1 1,-1 0 0,1 0-1,-1 0 1,1 1-1,-2 0-74,-16-4 231,-1 2-1,0 1 1,0 1-1,0 1 1,-22 2-231,38-1 27,0 0 1,0 1-1,0 0 1,1 0 0,-1 0-1,1 1 1,-1 1 0,1-1-1,0 1 1,0 0-1,1 1 1,-1-1 0,1 1-1,0 0 1,0 2-28,1-3-146,0 1-1,1 0 1,0 1 0,0-1 0,1 1 0,0 0-1,0 0 1,-1 3 146,2-4-463,0-1-1,1 1 0,0 0 0,0 0 1,0 0-1,1 0 0,0 0 1,0 0-1,0 0 0,0 0 1,1 3 463,-1-8-225,0 1 1,0 0 0,1 0 0,-1-1 0,0 1-1,0 0 1,1-1 0,-1 1 0,0-1 0,1 1-1,-1 0 1,0-1 0,1 1 0,-1-1 0,1 1-1,-1-1 1,1 1 0,0-1 0,-1 1 0,1-1-1,-1 0 1,1 1 0,0-1 0,-1 0-1,1 1 1,0-1 224,37 10-9778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7.5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106 294 13382,'0'0'2249,"0"0"-147,0 0-319,0 0-1330,0 0-375,25 4 28,-3 0-24,19 2 235,0-1 0,0-1 0,10-3-317,-30-1 128,90-3 858,-100 1-942,1 1 1,-1-1-1,0-1 1,0 0-1,0 0 1,-1-1-1,1-1 1,6-3-45,-17 7-306,1-1 1,0 1 0,-1 0 0,1 0-1,-1 0 1,0-1 0,1 1 0,-1 0-1,0-1 1,0 1 0,0 0 0,0-1-1,0 1 1,0 0 0,0 0 0,0-1-1,0 1 1,0 0 0,-1-1 0,1 1-1,-1 0 1,1 0 0,-1 0 0,1-1-1,-1 1 1,0 0 0,0 0-1,1 0 1,-1 0 0,0 0 0,0 0 305,-31-14-5061</inkml:trace>
  <inkml:trace contextRef="#ctx0" brushRef="#br0" timeOffset="1">1 43 10341,'0'0'3684,"0"0"-1928,0 0-108,0 0-842,34 0 16,237 0 720,-211 1-1034,1-3 0,0-3 0,-1-2 1,16-7-509,-66 9-5140,-8 1 3399,4-2-4822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48.6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358 552 10709,'0'0'1905,"0"0"699,0 0-569,0 0-1146,0 0-422,-1-21-3,-5-360 4189,5 367-4426,-1 1 0,0 0 0,0-1 0,-2 1 0,0 0 0,0 0 0,-1 1 0,0-1 0,-1 1 0,-6-7-227,12 19 16,0 0-1,0 0 1,0 0 0,0 0 0,0 1 0,0-1-1,0 0 1,0 0 0,0 0 0,0 1-1,0-1 1,0 0 0,0 0 0,0 0-1,0 0 1,0 0 0,0 1 0,-1-1 0,1 0-1,0 0 1,0 0 0,0 0 0,0 0-1,0 0 1,0 1 0,-1-1 0,1 0-1,0 0 1,0 0 0,0 0 0,0 0 0,-1 0-1,1 0 1,0 0 0,0 0 0,0 0-1,0 0 1,-1 0 0,1 0 0,0 0 0,0 0-1,0 0 1,0 0 0,-1 0 0,1 0-1,0 0 1,0 0 0,0 0 0,0 0-1,-1 0 1,1 0 0,0-1 0,0 1 0,0 0-16,-1 22-183,1-20 242,0 34-72,-2 3 110,3-1 0,1 1 0,1 0 0,3 0 0,1-1-1,7 19-96,20 40 149,-9-27-152,7 34 3,-27-82-23,0-1 0,-2 1 0,0-1 0,-2 1 0,0 0-1,-1 0 1,-2 3 23,1-21-2,0 0-1,-1 0 0,1 0 0,-1 0 1,0 0-1,0 0 0,0 0 0,0-1 0,-1 1 1,0-1-1,0 0 0,0 0 0,0 0 0,0 0 1,0 0-1,-1-1 0,1 1 0,-1-1 0,-3 2 3,-11 5-86,1-1 0,-2 0-1,-12 3 87,-14 2-161,0-2-1,-1-3 0,-1-1 1,1-3-1,-3-1 162,32-2 19,73 0 601,31 1-40,10-5-580,2-9 515,53-16-515,-13 2 123,-124 23-206,27-2-2350,-41 3 1321,0-1 0,0-1 0,0 1 0,0 0 0,0 0 0,-1 0 1,0 0-1,1-1 0,-1 1 0,-1-2 1112,2 0-1831,2-21-3961</inkml:trace>
  <inkml:trace contextRef="#ctx0" brushRef="#br0" timeOffset="1">735 475 8420,'0'0'3441,"0"0"-1058,0 0-454,0 0-1185,0 0-272,3 31 406,11 99 125,-13-121-873,1 1-1,0-1 1,0 0 0,1 0-1,0 0 1,0-1-1,1 1 1,0-1-1,1 1 1,0-1 0,0-1-1,1 1 1,0-1-1,0 0 1,0 0 0,1-1-1,0 0 1,1 0-1,-1 0 1,1-1-1,0-1 1,0 1 0,2-1-130,-2 0 53,1-1 0,-1-1 0,1 0-1,0 0 1,-1 0 0,1-1 0,0-1 0,0 1 0,0-2 0,0 1 0,0-1 0,0 0 0,0-1 0,-1 0 0,1-1 0,-1 1 0,1-2 0,-1 1 0,0-1 0,0 0 0,3-3-53,3-3 34,-1 0 1,0-1 0,0 0-1,-2-1 1,1 0 0,-1-1-1,-1-1 1,0 1 0,-1-2-1,-1 1 1,0-1 0,-1 0-1,0-1 1,0-5-35,0-1 95,-1-1-1,-2 1 1,0-1 0,-2 1 0,0-1-1,-1 0 1,-2 0 0,0 0 0,-1 1-1,-3-8-94,4 21 20,-2 0 1,1 0-1,-1 0 0,0 0 0,-1 1 0,0-1 0,0 1 1,-1 0-1,0 0 0,-1 1 0,1-1 0,-1 1 0,-1 1 0,1-1 1,-1 1-1,0 0 0,-4-2-20,-1 1 29,1 0-1,-1 1 1,0 0 0,0 1 0,-1 0-1,0 1 1,1 1 0,-1 0 0,0 1 0,-1 0-1,-12 0-28,-2 1 195,0 1 0,-28 3-195,47-2 54,-1 1 1,0 0-1,0 1 1,1 0-1,-1 1 0,1 0 1,0 0-1,0 1 1,0 0-1,0 0-54,-15 13 3,0 1 0,1 1-1,1 1 1,0 1 0,2 1 0,1 1-1,1 1 1,1 0 0,-3 7-3,10-13-2269,0 1-1,1 0 1,1 1 0,-4 20 2269,8-22-7379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30.7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3 120 1617,'0'0'272,"0"0"-19,0 0-317,0 0 14,2-1-226,1-1 9617,-3 2-8354,-7 1 4449,9 4-4317,16 3-1132,19-2 442,0-1 1,0-2 0,0-2-1,24-2-429,-9 0 187,4-1-115,-1-2 1,0-3-1,0-2 0,0-3 1,-2-2-1,0-2 1,24-12-73,-76 28 33,45-21 15,-45 21 84,1-1 1,0 0 0,-1 0 0,1 0 0,0 0 0,-1 0-1,1-1 1,-1 1 0,1 0 0,-1-1 0,0 1-1,0-1 1,0 1 0,1-1 0,-1 1 0,-1-1-1,1 0 1,0 0 0,0 0 0,0-1-133,-1 2 37,0 1-119,0 0-4,0 0-226,0 0-344,-14 28-7612,-3-10-197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04:33.4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110 154 1265,'0'0'416,"0"0"8,0 0-195,0 0 28,0 0 132,0 0 59,-26 0 1492,24 0-1777,1 0 0,-1 0 0,0 0 0,1 0 0,-1 0 1,1 0-1,-1 0 0,1-1 0,-1 1 0,1-1 0,0 1 0,-1-1 0,1 0 1,0 1-1,-1-1 0,1 0 0,0 0 0,0 0 0,-1 0 0,1 0 0,0-1-163,0 2 353,-3 9 3918,4-7-4228,0 0 0,0-1 0,0 1 0,0 0 0,0 0 0,1 0 0,-1-1 0,0 1 0,1 0 0,0-1 0,-1 1 1,1 0-1,0-1 0,0 1 0,0-1 0,0 1 0,0-1 0,0 1 0,0-1 0,1 0 0,0 1-43,4 0 51,-1-1 1,1 1-1,-1-1 0,1-1 0,0 1 1,-1-1-1,1 0 0,0 0 0,-1-1 0,1 1 1,0-1-1,-1-1 0,6-1-51,-8 2 27,0 0 1,0-1-1,-1 0 0,1 1 0,0-1 1,-1 0-1,1 0 0,-1 0 1,1-1-1,-1 1 0,0-1 0,0 1 1,0-1-1,-1 0 0,1 0 1,-1 1-1,1-1 0,-1 0 0,0 0 1,0-1-1,0 1 0,0 0 1,-1 0-1,1-3-27,1-8 86,-1 0 1,-1 0-1,0 0 1,0 0-1,-3-12-86,2 24 6,0 0-1,-1 0 1,1 1-1,0-1 1,-1 1-1,1-1 1,-1 1-1,0-1 1,1 1-1,-1 0 1,0 0-1,0 0 1,0 0-1,0 0 1,0 0-1,0 0 1,0 1-1,0-1 1,0 1-1,0-1 1,0 1-1,-1 0 1,1 0-1,0 0 1,-1 0-6,-2-1 28,-1 1 0,0 0 0,0 0 0,0 1 0,1-1 0,-1 1 0,0 0 0,1 1 0,-3 0-28,3 2 48,-1 0 0,1 0 0,0 0 0,1 1 0,-1-1 0,1 1 0,0 0 0,0 1 0,0-1 0,1 1 0,0 0 0,0 0 0,-1 2-48,-1 3 59,1 0 0,0 1 0,0-1 0,1 1 1,1 0-1,-2 12-59,3-16 45,1 1 1,-1 1-1,2-1 1,-1 0 0,1-1-1,1 1 1,0 0 0,0 2-46,0-8 10,-1 0 0,0-1 0,0 1 0,1-1 1,0 0-1,-1 1 0,1-1 0,0 0 0,0 0 1,0 0-1,0 0 0,1 0 0,-1-1 0,0 1 1,1-1-1,-1 1 0,1-1 0,0 0 0,-1 0 1,1 0-1,0-1 0,0 1 0,-1 0 0,1-1 1,0 0-1,0 0 0,1 0-10,4 1 4,-1 0 15,-1-1 0,1 1-1,-1-1 1,1-1 0,-1 1 0,0-1 0,1 0-1,1-1-18,-6 1 7,-1 0 1,1 0-1,0 0 0,0 0 0,-1 0 0,1-1 0,-1 1 0,1-1 0,-1 1 0,0-1 0,1 1 0,-1-1 1,0 0-1,0 0 0,0 0 0,0 1 0,-1-1 0,1 0 0,0 0 0,-1 0 0,1 0 0,-1 0 0,0 0 1,0-1-1,0 1 0,0-2-7,1 2 7,-1-1 2,1 0 1,-1-1 0,0 1-1,0 0 1,0 0-1,0 0 1,0 0 0,-1 0-1,1 0 1,-1 0-1,0-1-9,0 2 13,-1 1 0,1 0 0,0 0 0,-1 0 0,1 1 0,0-1 0,-1 0 0,1 0 0,-1 1 0,1-1 0,-1 1 0,1-1 0,-1 1 0,0 0 0,1-1 0,-1 1 0,0 0-1,1 0 1,-1 0 0,1 0 0,-1 0 0,0 1-13,-1-1-49,1 0 0,0 0-1,-1 0 1,1 1 0,0-1 0,-1 1-1,1-1 1,0 1 0,0 0-1,0 0 1,0 0 0,0 0 0,0 0-1,0 1 1,0-1 0,0 0-1,0 1 1,1-1 0,-1 1 0,1 0-1,-1 0 1,1 0 0,0-1-1,-1 1 1,1 0 0,0 1 0,0-1-1,0 0 1,1 0 0,-1 0-1,1 0 1,-1 2 49,-6 13-1187,-6 9-2518,-1-1-1618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46.5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2246 3009,'0'0'1633,"0"0"-275,0 0 91,0 0-6,0 0-58,0 0-73,-5-2-20,1-1-584,-10-7-473,4 7 5841,9 3-5564,1 0-45,0 0-99,0 0-26,0 0-110,0 0-115,9 1 291,160 46 2105,176 22-883,-238-57-1079,-1-3 0,88-6-551,-166-3 9,427-13 394,-379 6-325,0-3 1,0-4-1,-1-3 1,65-24-79,-68 12 25,-2-2 0,-2-4 0,-1-3 0,-2-3-1,-2-2 1,46-42-25,-84 63 3,-1-1-1,0-2 1,-2 0-1,-1-1 1,-1-1-1,-1-1 1,-1-1-1,-2-1 1,-1 0-1,-1-1 1,-2 0-1,4-17-2,0-15 12,-1-1 0,-4 0-1,-2-1 1,-4 0-1,-2-63-11,-3 92 36,2-3-45,-3 0 0,-1 0-1,-2 0 1,-1 1 0,-9-31 9,9 53 1,-98-311 6,75 236 92,15 47-155,-2 0-1,-3-2 57,17 43-7,1 1 0,-1-1 0,0 1 0,-1-1 0,1 1 0,0 0 0,-1-1 0,1 1 0,-1 0 0,0 0 0,1 0 0,-1 0 0,0 0 0,0 1 0,-1-1 0,1 1 0,0-1 0,0 1 0,-2-1 7,3 2-93,1 0 31,0 0 12,-3 0 36,3 0 1,-4 41-766,-52 152 672,51-179 72,6-22-13,2-20 14,-3 17 34,-1-43-65,-4-33 65,4 71-21,-2 0-1,0 1 0,-1-1 1,0 1-1,-1 0 0,-1 0 1,-7-12 21,13 27-7,0 0 1,0 0-1,0 0 0,0 1 1,0-1-1,0 0 1,0 0-1,0 0 1,0 0-1,0 1 1,0-1-1,-1 0 0,1 0 1,0 0-1,0 0 1,0 0-1,0 0 1,0 1-1,-1-1 1,1 0-1,0 0 1,0 0-1,0 0 0,-1 0 1,1 0-1,0 0 1,0 0-1,0 0 1,0 0-1,-1 0 1,1 0-1,0 0 0,0 0 1,0 0-1,-1 0 1,1 0-1,0 0 1,0 0-1,0 0 1,-1 0-1,1 0 0,0 0 1,0 0-1,0 0 1,0 0-1,-1-1 1,1 1-1,0 0 1,0 0-1,0 0 0,0 0 1,0 0-1,0-1 1,-1 1-1,1 0 1,0 0-1,0 0 1,0 0-1,0-1 1,0 1 6,-2 20-467,2-19 494,-5 37-252,-1 0 0,-6 19 225,4-25 20,2 0 0,1 0 0,2 0-1,1 1-19,2-32 19,0-1-43,0 0 61,0 0 3,0-6 17,0-353-295,0 358 230,0 1 3,0 0-62,0 0-29,0 11-318,0 291-306,0-301 819,0-1 61,0 0-85,0 0 26,0-3 54,0-371-587,0 708 183,-10-276 148,10-57 58,0-1 83,0 0 83,0 0 61,0-4 43,-11-248-230,4 137 62,-6 49 77,23 68-219,89 45 167,-1 3 0,27 24-84,-123-73-13,-1 0-1,1 0 0,-1 0 0,1 1 0,-1-1 0,0 0 0,1 0 0,-1 1 1,0-1-1,0 1 0,0-1 0,0 1 0,0 0 0,0-1 0,-1 1 0,1 0 0,0-1 1,-1 1-1,1 0 0,-1 0 0,0 0 0,0 0 0,0-1 0,0 1 0,0 0 1,0 0-1,0 0 0,0 0 0,-1-1 0,1 1 0,-1 0 0,1 0 0,-1-1 1,0 1-1,0 0 0,0 0 14,-2 4-29,-1-1 0,1 0 1,-1 0-1,0 0 0,0-1 0,0 1 1,-1-1-1,0 0 0,0 0 0,-2 0 29,-35 23 100,-1-2-1,-1-3 0,-1-1 0,-1-2 1,-10 1-100,94-66 843,-18 22-853,-13 15-2,0 0 0,1 0 0,-1 1 0,2 0 0,-1 0-1,1 1 1,1 0 0,-1 1 0,1 0 0,3-1 12,-6 5-99,-6 2 14,-1 0-73,-1 6 108,0 0 0,-1 0 0,1-1-1,-1 1 1,0-1 0,-1 1-1,1-1 1,-1 0 0,0 0 0,-1 0-1,1 0 1,-1-1 0,0 0-1,0 1 1,0-1 0,-1 0 50,-2 3 54,-1 0 1,1-1 0,-1 0-1,-1 0 1,1-1-1,-1 0 1,0-1-1,-10 4-54,19-8 6,0 0 0,0 0 0,0 1-1,0-1 1,0 0 0,-1 0-1,1 0 1,0 0 0,0 0 0,0 0-1,-1 0 1,1 0 0,0 1 0,0-1-1,0 0 1,-1 0 0,1 0 0,0 0-1,0 0 1,0 0 0,-1 0-1,1 0 1,0 0 0,0 0 0,0-1-1,-1 1 1,1 0 0,0 0 0,0 0-1,0 0 1,0 0 0,-1 0 0,1 0-1,0 0 1,0 0 0,0-1 0,0 1-1,-1 0 1,1 0 0,0 0-1,0 0 1,0-1 0,0 1 0,0 0-1,0 0 1,0 0 0,0 0 0,-1-1-1,1 1 1,0 0 0,0 0 0,0 0-1,0-1-5,7-12 85,13-12-63,-8 16-293,-13 13-601,-1-2 849,0-1-1,0 0 1,1 1 0,-1-1 0,0 0-1,0 0 1,0 0 0,0-1 0,0 1-1,0 0 1,0-1 0,-1 1 0,1-1-1,0 0 1,0 0 0,-1 0 23,1 1 9,1-1-1,-1 0 1,0-1 0,0 1 0,0 0 0,0 0 0,0-1-1,0 1 1,1-1 0,-1 0 0,0 1 0,0-1-1,1 0 1,-1 0 0,0 0 0,1 0 0,-1-1 0,1 1-1,-1 0 1,1 0 0,0-1 0,0 1 0,-1-1 0,1 0-1,0 1 1,0-1 0,1 0 0,-1 1 0,0-1 0,0 0-1,1-1-8,-2-6 27,0-1-1,1 1 0,1 0 1,-1-1-1,2 1 1,-1-3-27,1-11 133,-1 22-87,0 1-94,11 3-96,19 22-74,-26-21 177,-1 0-1,1-1 1,0 1-1,0-1 1,1 0 0,-1 0-1,1 0 1,-1-1-1,1 1 1,0-1-1,0 0 1,0 0 0,0-1-1,0 0 1,1 0-1,2 0 42,-8-1-42,14-8-252,36-69 636,-47 79-2359,-2-2 1584,0 0 0,0 0 0,0 0 1,0-1-1,0 1 0,0 0 0,0-1 0,0 1 0,0-1 0,0 1 0,0-1 0,0 1 0,0-1 0,0 1 0,-1-1 0,1 0 0,0 0 0,0 1 0,-1-1 0,1 0 0,0 0 0,-1 0 0,1 0 0,-1 0 0,1 0 433,12-32-8449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49.3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2071 71 1121,'0'0'7768,"0"0"-5711,0 0-1054,0 0 254,0 0 34,0 0-893,-42 0 4209,26-1-4327,0-1 0,0-1 0,0 0 0,-6-3-280,-33-6 185,-93-3 1213,-1 6 1,-63 8-1399,161 1-17,-15 3 252,-1 4 1,1 2 0,-27 9-236,31-4 195,1 3-1,1 3 1,-55 26-195,5 7 331,-59 39-331,128-66 8,1 1 0,1 3 0,2 1 0,-17 19-8,41-34 8,1 0-1,1 1 1,0 1 0,2 0-1,0 1 1,0-1 0,-5 21-8,-3 5 2,1 1 33,2 0 0,-6 39-35,9-39-3,-25 120 43,-2 58-40,33-168 40,3 0 0,3 30-40,1-11 82,-1-53-48,0 0-1,2 0 0,1 0 0,0 0 1,2-1-1,6 16-33,14 28 218,15 25-218,-30-66 7,6 8 9,2 0 0,1-2 0,1-1 1,1 0-1,2-2 0,0 0 0,2-2 1,1-1-1,1 0 0,1-3 0,28 17-16,-11-13 25,0-2 0,2-2-1,0-2 1,1-2 0,0-2 0,22 2-25,12-2 73,1-4 0,0-4 0,43-3-73,-59-6 37,-1-2-1,0-4 1,0-2-1,-1-3 1,0-3-1,1-4-36,73-29 67,-2-6 0,-2-6-1,11-14-66,-110 55 9,-2-1 0,0-2 1,-1-2-1,-2-1 0,-1-1 0,-1-2 0,-1-1 0,-2-1 0,-1-1 0,9-17-9,-23 29 26,-1 0 0,-1 0 0,-1-1 0,0 0 0,-2-1 0,-1 0 0,-1 0 0,0 0-1,-1-8-25,2-46 150,-3 0 0,-4-16-150,1 24 139,1-16-102,0 3 150,-3 1 0,-10-64-187,8 119 27,-1 1-1,-2-1 1,0 1 0,-1 0-1,-2 0 1,-1 1 0,0 0 0,-2 1-1,-1 1 1,-10-14-27,2 8 4,-30-41 51,-3 3 1,-9-4-56,36 45 4,-2 2 0,-1 1 1,0 1-1,-1 2 0,-2 1 1,0 2-1,-10-3-4,-88-46 87,112 52-68,17 11-20,0 0 0,0 0 0,-1 0 0,1 0 0,0 0 0,-1 1 0,1-1 0,-1 1 0,1 0 0,-1 0 0,0 0 0,0 1 0,1-1 0,-3 1 1,-107-6-10,112 6 28,1 0-31,0 0 5,0 0-29,0 0 74,0 0-32,0 0 11,0 0 43,0 0 56,0 0-35,0 0-8,0 0-35,0 0-53,0 0 30,0 0-46,0 0 29,0 0-2,0 0 5,0 0-64,0 0-251,-14 5-2740,-20 26-736,-17 15-2084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51.9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3526 1377,'0'0'827,"0"0"186,0 0-116,0 0 23,0 0 73,0 0 189,-2 1 8248,2-1-9332,0 0 0,0 0 1,0 0-1,-1 0 0,1 0 0,0 0 0,0 1 0,0-1 1,-1 0-1,1 0 0,0 0 0,0 0 0,-1 0 1,1 0-1,0 0 0,0 0 0,0 0 0,-1 0 0,1 0 1,0 0-1,0 0 0,-1-1 0,1 1 0,0 0 1,0 0-1,0 0 0,-1 0 0,1 0 0,0 0 0,0 0 1,0-1-1,0 1 0,-1 0 0,1 0 0,0 0 1,0 0-1,0-1 0,0 1 0,0 0 0,0 0 0,0 0 1,-1-1-1,1 1 0,0 0 0,0 0 0,0-1 1,0 1-1,0 0 0,0 0 0,0 0 0,0-1 0,0 1 1,0 0-1,0 0-98,2-56 280,3 0 0,2 0 1,2 1-1,12-34-280,73-220 349,-28 106-243,61-259 389,-95 318-503,-6-1-1,-2-36 9,-17 60 123,-5 0-1,-7-28-122,-5 82 82,1-9-11,9 75-141,0 1 78,0 0-24,0 0 59,0 0 64,0 0 10,0 0-85,0 0-37,0 0 5,5 0-30,191-8 394,190-35-364,9-1-28,-231 41-41,-163 3 53,-1 0 67,0 0-33,0 0-31,8-24 792,143-209-527,7-11-197,-17 63 221,7 7 0,34-21-276,-167 180 67,-9 10 20,-1 0-1,0-1 0,0 1 0,0-1 0,-1 0 0,0 0 0,0 0 0,0-1 0,-1 1 1,1-2-87,-11 17-4911,-11 14 2424,-9 29-3572,-6 13-3199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2:53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14 163 2977,'0'0'1134,"0"0"320,0 0-355,0 0-170,0 0-265,-2-6 54,-7-16 82,7 16 67,2 6 70,0 0 74,0 0 136,0 0-96,0 0-112,0 0-80,0 0-106,0 0-14,0 0-214,0 0-71,0 0-67,113 1 1818,-17 1-1361,0-4-1,1-4 0,44-10-843,31-21 243,43-20-243,-205 54 4,1 0 0,0 1 0,0 0 0,0 0 0,0 1 0,2 1-4,-3 34-147,-3-4 202,-1 0 1,-1 1-1,-2 0 0,-1 0 0,-2 0 0,-1 0 1,-1 8-56,-1 46 77,-9 201 99,0 2-146,16-217 75,2 0 1,8 27-106,7 70 8,-6 1 151,-1-25-14,-6 41-145,-3-40 408,10 29-408,-2-30 315,-5 30-315,-9-145-13,1 6 65,1-1-1,3 11-51,-4-40-19,0-1 19,1 1 1,-1-1 0,1 0-1,0 1 1,0-1-1,1 0 1,-1 0 0,1 0-1,0 0 1,0 1-1,-24-38-1715,18 26 1717,0 0 0,0 0-1,-1 1 1,1 0 0,-1 0-1,-2-1-1,0 1-26,0 0-1,0 1 1,-1 0-1,1 1 0,-1 0 1,-4-2 26,8 4-28,0 1 0,1 0 0,-1-1 0,0 1 0,0 1 0,0-1 0,0 0 0,1 1 0,-1 0 0,0 0 0,0 0 0,0 0 0,0 1 0,0 0 0,-3 1 28,4-1 12,1 1 0,0 0 0,0 0 0,0 1 0,0-1 0,0 0 0,1 1 0,-1-1 0,1 1 0,0-1 0,-1 1-1,1 0 1,0-1 0,0 1 0,1 0 0,-1 0 0,1 0 0,-1 0 0,1 0 0,0 0 0,0 0 0,0 1-12,3 67 327,-3-70-318,1 1-1,0-1 1,0 1 0,-1-1-1,1 0 1,0 1 0,0-1-1,0 0 1,0 0 0,1 1-1,-1-1 1,0 0 0,0 0-1,1-1 1,-1 1-1,0 0 1,1 0 0,-1-1-1,1 1 1,-1 0 0,1-1-1,-1 0 1,1 1 0,0-1-1,-1 0 1,1 0 0,-1 0-1,1 0 1,1 0-9,48-2 365,-49 2-367,0-1 0,0 0 0,0 0 0,0 0 0,0 0 0,0-1 0,-1 1 0,1 0 0,-1-1 0,1 1 0,-1-1 0,1 0 0,-1 1 0,0-1 0,0 0 0,0 0 0,0 0 0,0 0 0,0 0 0,0 0 0,-1 0 0,1 0 0,-1 0 0,1 0 0,-1 0 0,0-2 2,5-56-281,-4 58 281,-1 0 1,0 0 0,0 0-1,0 0 1,0 0-1,0 0 1,0 0 0,-1 0-1,1 0 1,-1 0-1,1 0 1,-1 0 0,0 1-1,0-1 1,0 0-1,0 0 1,0 1 0,0-1-1,-1-1 0,-1 2-10,1 0-1,-1 0 1,0 0 0,0 1-1,0-1 1,0 1 0,0-1-1,0 1 1,0 0 0,0 0-1,0 1 1,0-1 10,-8 0-13,7 1 20,0 0 0,0 1-1,0-1 1,0 1-1,0 0 1,0 0-1,0 0 1,1 1 0,-1-1-1,1 1 1,-1 0-1,1 0 1,0 0-1,0 0 1,0 1 0,1-1-1,-1 1 1,1 0-1,0-1 1,0 1 0,-1 4-7,0-3 12,0 0 1,0 1-1,1-1 1,0 1-1,0 0 1,0 0-1,1 0 1,0 0-1,0 0 1,1 0-1,-1 0 1,1 0 0,1 0-1,-1 0 1,1 0-1,0 3-12,3-8-46,-1 0-1,1 0 1,0 0-1,-1-1 1,1 1-1,0-1 1,-1 0-1,1 0 1,0 0-1,-1-1 1,3 1 46,2-1-105,-8 1 104,0 0 0,1 0 0,-1 0 0,1-1-1,-1 1 1,0 0 0,1 0 0,-1-1 0,0 1 0,1 0 0,-1-1 0,0 1 0,1 0 0,-1-1 0,0 1 0,0 0 0,1-1-1,-1 1 1,0 0 0,0-1 0,0 1 0,0-1 0,0 1 0,0-1 0,1 1 0,-1 0 0,0-1 0,0 1 0,0-1 0,0 1 0,0-1-1,0 1 1,-1 0 0,1-1 0,0 1 0,0-1 0,0 1 0,0 0 0,0-1 0,-1 1 0,1-1 0,0 1 0,0 0 0,-1-1-1,1 1 1,0 0 0,-1-1 0,1 1 0,0 0 1,-12-20-6878,4 14 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3:51.7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2161 131 9364,'0'0'811,"0"0"238,0 0 397,0 0-403,0 0 29,2 6 480,0 6 5375,-79-13-5948,0-4 0,-65-13-979,52-1 419,-9-5-419,11 1 149,-11 3-149,21 7 205,-2 4-1,-61 1-204,101 7 6,-39 1-34,-17 5 28,68-2 64,1 1 1,-1 1 0,1 2-1,1 0 1,-11 6-65,-55 21 38,9-4 62,-18 12-100,74-29 28,1 1 1,1 1-1,0 1 1,1 1-1,-15 16-28,-7 7-1,-9 8 51,-23 29-50,64-61 6,0 0 0,0 2 0,2-1 0,0 2 0,1 0 0,1 0 0,-1 5-6,-6 19 15,2 0 0,2 1 0,2 1 0,2 0 0,2 0 0,2 1 0,1 0 0,3 13-15,0 14-22,-1-43 67,1 1-1,1 0 1,2 0 0,1-1-1,2 1 1,1-1 0,3 8-45,27 63 238,26 46-238,-46-114 22,2 0 0,1-1 0,1 0 0,2-2 0,1-1 1,6 4-23,8 4 103,2-2 0,2-1 0,1-3 0,1-1 0,2-2 0,1-2 0,1-2 0,0-2 0,2-2 0,4-2-103,20 5 86,2-3-1,0-4 0,1-3 0,0-3 0,1-3 1,43-4-86,-87-3 9,25 1-1,0-2 1,-1-3-1,1-3 0,11-4-8,342-93 118,-331 79-152,-1-4 0,-2-3 0,-1-3 0,2-6 34,-42 22-13,-1-2-1,0-2 1,-2-1 0,0-1 0,-2-2 0,-1-1 0,-1-1 0,-2-2 0,-1-1 0,-1-1-1,-2-1 1,14-27 13,-27 39-21,-1 1-1,-1-1 0,-1-1 0,-1 1 1,-1-1-1,-1 0 0,1-23 22,-2-25 307,-5-69-307,0 119 35,-1 1 1,-1 0-1,-1 0 1,0 0-1,-2 1 1,0-1-1,-1 1 1,-8-12-36,-20-34 308,-34-44-308,54 85 8,-58-81 128,-4 3 0,-79-79-136,72 84 52,30 33 19,-9-3-71,53 57-4,-1 1 0,0 0 0,0 1 0,0 0 1,-1 1-1,-1 1 0,1 0 0,-1 0 0,0 2 0,0 0 0,0 0 0,-1 1 0,-9 0 4,-30-2-25,0 3 0,0 1-1,-7 4 26,-31-1-12,80-3-169,10 1 49,-1-1-1,0 1 1,0-1 0,0 1 0,0 0-1,0 0 1,0 0 0,0 0-1,0 1 1,0-1 0,0 1 0,0 0-1,1 0 1,-1 0 0,0 0 0,0 0-1,1 0 1,-1 1 0,0 0 132,-73 92-7537,20-22-523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4:01.6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8 111 9780,'0'0'1841,"0"0"190,0 0-244,0 0-322,0 0-438,0 0-85,0 0 213,-8 3 466,8-3-1568,1 0-1,-1 0 1,0 0-1,0 0 1,0 0-1,0 0 0,0 0 1,0 0-1,0 0 1,0 0-1,0 0 1,1 0-1,-1 0 1,0 1-1,0-1 1,0 0-1,0 0 1,0 0-1,0 0 1,0 0-1,0 0 1,0 0-1,0 0 1,0 0-1,0 0 1,0 0-1,0 1 1,0-1-1,0 0 1,1 0-1,-1 0 1,0 0-1,0 0 1,0 0-1,0 0 1,0 0-1,0 1 1,0-1-1,0 0 1,0 0-1,-1 0 1,1 0-53,356 0 1027,-554 2-1506,113-1 3137,119-4-2518,0-2 0,-1-2-1,1 0 1,-1-3 0,-1 0-1,0-3-139,-6 4 11,-9 2-11,-14 5-182,-1 1 0,1-1 0,0 1 0,-1 0-1,1 0 1,0 0 0,0 0 0,0 1 0,0-1-1,-1 1 1,2 0 182,-4-2-4099,-2-9 443,-13-13-3497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4:02.4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0 3986,'0'0'4530,"0"0"-1902,0 0-585,0 0 70,0 0-525,-5 2-358,0 1 1343,16 0-907,40 0-259,71-2-664,146-9 12,-349 12-436,-12 0-278,-14 6-41,37 3 44,45-7 255,0-2 1,0 0-1,-17-1-299,41-3 128,1 0-53,0 0-24,14 0-233,84 0-217,63 0 449,-52 0-7558,-108 0 2810,-1 0-2516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24:08.9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34 6051,'0'0'1721,"0"0"301,0 0-163,0 0-191,0 0 135,4-4 5279,5 2-6331,-4 3-632,0 0 0,0 0 1,0 1-1,-1-1 0,1 1 0,0 0 0,-1 0 0,1 0 0,-1 1 0,0 0 1,0 0-1,0 0 0,0 0 0,0 1 0,-1-1 0,3 4-119,13 15 278,-1 1-1,8 14-277,-10-16 218,62 95 1035,61 119-1253,50 136 749,-98-187-163,-85-173-531,21 35 178,-26-44-201,1 0 1,0-1-1,-1 1 0,1 0 1,0-1-1,0 1 1,0-1-1,0 0 1,0 0-1,0 0 1,0 0-1,0 0 0,0 0 1,1 0-1,-1-1 1,0 1-1,1-1 1,-1 1-1,3-1-32,-4-2 37,0 0 0,0 0 0,0 1 0,0-1 0,0 0 0,0 0 0,-1 0 0,1 0 0,-1-1 0,1 1 0,-1 0 0,0 0 0,0 0 0,0 0-37,2-7 88,16-96 13,-4-1 1,-5 0-1,-4-52-101,-22-325 275,14 322 501,3 161-629,0 0 31,0 0 14,0 0-114,0 0-121,0 0-13,0 0-109,0 0-150,0 0-531,-10 8-5059,-11 29-1615,20-34 5888,-8 19-10272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3:24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0 12566,'0'0'1937,"0"0"-193,0 0-1071,0 0-321,0 0-352,0 0-64,0 0-608,-47 71-1025,47-62-1921,-10-3-2353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3:49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148 346 7187,'0'0'921,"0"0"287,0 0-597,0 0-83,0 0-330,0 0-78,0 0 176,-2 6 75,-1 14 1239,0 1 1,1 0-1,2 20-1610,0-40 46,0-1 34,0 0 11,-2-1-89,1 1-1,-1-1 1,1 1 0,0-1 0,-1 1 0,1-1 0,0 0 0,0 0 0,-1 0 0,1 1 0,0-1 0,0 0 0,0 0 0,0-1 0,0 1 0,0 0 0,1 0 0,-1 0 0,0-1 0,0 1 0,1 0 0,-1-1 0,1 1 0,-1 0-2,-12-40-65,11 35 67,-3-20 15,1-1 1,1 0 0,1 0 0,1 0 0,2-1 0,0 1 0,3-3-18,-3 22 5,1 1 1,1 0-1,-1 0 1,1 0-1,0 0 1,1 0-1,0 1 0,0-1 1,0 1-1,1 0 1,0 0-1,1 0-5,6-7-35,0 1-1,1 0 0,1 1 1,9-6 35,-21 15-4,0 1 1,0-1 0,0 1-1,0 0 1,0 0 0,0 0-1,0 0 1,1 0 0,-1 1-1,0-1 1,1 1 0,-1-1-1,0 1 1,1 0 0,-1 0-1,1 0 1,-1 0 0,0 0-1,1 1 1,-1-1 0,1 1-1,-1-1 1,0 1 0,0 0-1,1 0 1,-1 0 0,0 0-1,0 1 1,0-1 0,0 0-1,0 1 1,-1-1 0,1 1-1,0 0 1,-1 0 0,1 0-1,-1-1 1,1 1 0,-1 1-1,0-1 1,0 0 0,1 1 3,2 7-40,1-1 0,-1 1 1,0 0-1,-1 0 1,-1 1-1,1-1 1,-2 0-1,1 1 0,-1 1 40,0 19-133,-1 0 1,-4 29 132,3-47 21,-2-1 0,0 1 0,0-1 0,-1 1 1,0-1-1,-1 0 0,-1-1 0,-3 6-21,-28 39 22,-3-3 0,-2 0 0,-3-3 0,-37 32-22,65-65 54,15-16-44,1 0 1,0 0 0,-1 1 0,1-1 0,0 0-1,0 0 1,-1 1 0,1-1 0,0 1 0,0-1-1,1 1 1,-1-1 0,0 1 0,0 0 0,1-1-1,-1 1 1,1 0 0,-1-1 0,1 1 0,0 0-1,0 0 1,0 0 0,0-1 0,0 1 0,0 0-1,0 0 1,1-1 0,-1 1 0,1 0 0,-1-1-1,1 2-10,1-1 31,0 1 0,0-2-1,1 1 1,-1 0-1,0 0 1,1-1 0,-1 1-1,1-1 1,-1 0-1,1 1 1,0-1 0,-1-1-1,1 1 1,0 0 0,0-1-1,0 1 1,-1-1-1,2 0-30,53 4 2155,55-4-2155,-48-1 967,-51-1-994,-13 2-350,1 0 0,-1-1-1,0 1 1,1-1 0,-1 1 0,1-1 0,-1 1 0,0-1 0,1 1 0,-1-1 0,0 1-1,0-1 1,1 1 0,-1-1 0,0 1 0,0-1 0,0 0 0,0 1 0,0-1-1,0 1 1,0-1 0,0 0 0,0 1 0,0-1 0,0 0 377,0-10-6363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3:50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6307,'0'0'1617,"0"0"416,0 0-257,0 0-543,0 0-769,17 162-144,-17-141 209,0-5-449,0-7 0,0-3-80,0 0-208,0-6-1217,0 0-1376,0 0-1890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3:51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183 293 1201,'0'0'2171,"0"0"-255,0 0-211,0 0-75,0 0-374,-1-6-298,-7-75 1246,7 52-1020,-2 1-1,-1-1 1,-6-17-1184,8 25 438,2 17-397,0 0 1,-1 1-1,1-1 0,-1 0 1,1 1-1,-1-1 1,0 0-1,0 1 0,-1-1 1,1 1-1,-1-1 1,0 1-1,-1-2-41,2 5 53,1-1 1,-1 1-1,1 0 0,-1 0 0,1 0 1,-1 0-1,1 0 0,-1 0 0,1 0 1,-1 0-1,1 1 0,-1-1 1,1 0-1,-1 0 0,1 0 0,0 0 1,-1 1-1,1-1 0,-1 0 0,1 1 1,-1-1-1,1 0 0,0 1 1,-1-1-1,1 0 0,0 1 0,-1-1 1,1 0-1,0 1 0,0-1 0,-1 1 1,1-1-1,0 1 0,0-1 1,0 1-1,-1-1 0,1 1 0,0-1 1,0 1-1,0-1 0,0 1 0,0-1 1,0 1-1,0-1 0,0 1 1,0-1-1,1 1 0,-1-1-53,0 37-27,0-28 304,0 27 3,1 0 1,1 0-1,2 0 1,2-1 0,1 1-1,7 18-280,-4-25 61,17 64-50,-25-85-30,-1 1-1,0 0 1,0-1-1,-1 1 0,0 0 1,-1 0-1,1 0 1,-2-1-1,0 6 20,0-12-12,1 1 0,0-1 0,-1 0 0,1 0 0,-1 0 0,0 0 0,0 0 0,0 0 0,0-1 0,0 1 0,0-1 0,0 1 0,0-1 0,-1 0 0,1 1 0,0-1 0,-1 0 0,1-1 0,-1 1 0,0 0 12,-56 11-406,54-11 374,-61 3-118,43-2 481,54-2-189,126-3 519,4 0-2762,-161 0-2160,0-8 635,0-9-3252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3:51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0 165 6499,'0'0'2262,"0"0"-23,0 0-286,0 0-489,0 0-154,13 19-53,-4-7-1011,22 33 897,-2 2 0,-2 1-1143,41 78 2673,32 39-2673,-80-146 209,-20-19-191,1 1 0,-1-1 0,1 0 0,-1 0 0,1 0 0,-1 0 0,1 0 0,-1 0 0,1 0 0,-1 0 0,1 0 0,-1 0 0,1 0 0,-1 0 0,1-1 0,-1 1 0,1 0 0,-1 0 0,1 0 0,-1-1 0,1 1 0,-1 0 0,0-1 0,1 1 0,-1 0 0,1-1 0,-1 1 0,0-1-18,3-3 110,0 0 0,-1-1 0,0 1 0,0-1 0,0 0 0,-1 0-1,1-4-109,1-1-50,24-99 257,-5 0 0,-5-2 0,-1-58-207,-9 104 652,-5 38 349,-2 26-975,0 1 1,0 0-78,0 0-184,0 0-514,0 0-879,0 0-1781,0 0-2236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2.3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3327 288,'0'0'4536,"0"0"-2797,0 0-800,0 0-355,0 0-2,0 0-337,0 0 118,0 0 499,0 0 323,-5 2 122,0-1-832,3-1-292,0 0 1,0 0-1,1 1 0,-1-1 0,0 1 1,1 0-1,-1-1 0,0 1 0,1 0 0,-1 0 1,1 0-1,-1 0 0,0 0-183,2 0 1211,0-1-1156,0 0 0,0 0-1,-1 0 1,1 0 0,0 0 0,0 0-1,0 0 1,0 1 0,0-1-1,0 0 1,0 0 0,0 0 0,0 0-1,0 1 1,0-1 0,0 0-1,0 0 1,-1 0 0,1 0 0,0 0-1,0 1 1,0-1 0,1 0-1,-1 0 1,0 0 0,0 0 0,0 1-1,0-1 1,0 0 0,0 0-1,0 0 1,0 0 0,0 0 0,0 1-1,0-1 1,0 0 0,0 0-1,1 0 1,-1 0 0,0 0 0,0 0-1,0 1 1,0-1 0,0 0-1,1 0 1,-1 0 0,0 0 0,0 0-1,0 0 1,0 0 0,0 0 0,1 0-1,-1 0 1,0 0 0,0 0-55,43 4 1366,0-2 0,37-4-1366,-10 1 544,-57 0-539,-1-1 0,1 0 1,-1 0-1,0-1 0,0-1 1,0 0-1,0-1 0,-1 0 0,1 0 1,2-3-6,29-18 28,38-31-28,-45 31 2,33-19 407,38-16-409,-44 26 266,-3-2 0,26-21-266,-51 30 11,64-49 90,36-39-101,-106 88 3,-1-1-1,-1-1 1,-2-1 0,-1-1 0,-2-2-1,10-20-2,20-52 49,-4-2 0,-4-2 0,19-84-49,-53 153 32,-2 0 1,-2-1-1,-2 0 0,-1-7-32,-4-171 209,-1 94-157,2 106-48,1-26 89,-2-1 0,-2 1 0,-2 0 0,-7-25-93,-10-36 88,5-8-88,3 21 424,-18-62-424,17 111 113,-1 1 0,-3 0-1,-4-5-112,-24-54 81,17 45 84,23 46-87,0-1-1,0 0 0,1-1 1,-1-5-78,-46-109-411,49 118 369,1 3-40,1 1 0,0 0 0,0-1 0,0 0 0,1 1 0,-1-6 82,-5 31-672,7 279 720,0-298-80,0 0-69,0 0 29,0 0-110,2-5 134,-1 0 0,-1 1 0,1-1-1,-1 0 1,0 0 0,0 0 0,0 0-1,-1 0 1,0-3 48,-1-15-22,4-26-31,0-42-134,-3 83 175,1-1-1,-2 1 1,1 0-1,-1-1 1,0 1-1,-1 0 1,0 0-1,0 0 1,-1 1 12,4 7-1,0-1 1,0 1 0,0 0-1,0 0 1,0 0-1,0 0 1,0 0-1,0-1 1,0 1 0,0 0-1,0 0 1,0 0-1,0 0 1,0 0-1,0 0 1,0-1 0,0 1-1,-1 0 1,1 0-1,0 0 1,0 0-1,0 0 1,0 0 0,0 0-1,0 0 1,0 0-1,-1-1 1,1 1-1,0 0 1,0 0 0,0 0-1,0 0 1,0 0-1,-1 0 1,1 0-1,0 0 1,0 0 0,0 0-1,0 0 1,-1 0-1,1 0 1,0 0-1,0 0 1,0 0 0,0 0-1,0 1 1,-1-1-1,1 0 1,0 0-1,0 0 1,0 0 0,0 0-1,0 0 1,0 0-1,0 0 1,-1 1 0,-3 11-57,0 22-67,4-30 110,-4 34-44,-3 45 115,-4-1 0,-10 35-57,4-295 179,9 75-158,-11-78 35,51 195 92,-2 1-1,0 2 1,13 9-148,-1 6 80,24 23-80,-39-30 23,1-3 1,0 0-1,2-2 1,17 9-24,-46-29-8,0 1 1,-1-1 0,1 0 0,0 0 0,-1 1 0,1-1 0,0 0-1,-1 1 1,1-1 0,0 1 0,-1-1 0,1 1 0,-1-1 0,1 1 0,-1 0-1,1-1 1,-1 1 0,1 0 0,-1-1 0,0 1 0,1 0 0,-1-1 0,0 1-1,1 0 1,-1 0 0,0-1 0,0 1 0,0 0 0,0 0 0,0-1 0,0 1-1,0 0 1,0 0 0,0 0 0,0-1 0,0 1 0,-1 0 0,1 0-1,0-1 1,0 1 0,-1 0 0,1-1 0,-1 1 0,1 0 0,0-1 0,-1 1-1,1-1 1,-1 1 0,0 0 0,1-1 0,-1 1 0,1-1 0,-1 1 0,0-1-1,1 0 1,-1 1 7,-45 26-535,39-24 501,3-1 31,-129 60-246,117-56 326,-1 0 0,-1-1 0,1-1-1,-1 0 1,1-1 0,-1-1 0,-3-1-77,21-30-27,1 21 19,0 1 1,1 0-1,0-1 1,0 1 0,1 0-1,0 0 1,0 0-1,1 0 1,0 1-1,0 0 1,0-1-1,1 1 1,4-4 7,13-14 11,1 2 1,20-15-12,-10 8-6,-32 29-24,-1 0-31,0 0 61,0 1 1,0 0 0,0-1-1,0 1 1,0 0 0,-1 0 0,1 0 0,0 0-1,-1 0 1,1 0 0,0 0 0,-1 0 0,1-1-1,-1 1 1,1 0 0,-1 0 0,0 0 0,1-1-1,-1 1 1,0 0 0,1-1 0,-1 1 0,0-1-1,0 1 0,-21 15 28,21-15-26,-6 4-164,1-1-70,0 1 1,0-1-1,0 0 1,-1-1-1,0 0 1,0 0-1,1 0 1,-4 0 231,10-4-4324,2-9 287,6-19-4354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3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5683,'0'0'3108,"0"0"-51,0 0-848,0 0-747,0 0-421,1 4-348,0-2-626,0 0 0,0-1 1,0 1-1,1 0 0,-1-1 0,0 1 0,1-1 0,-1 1 0,1-1 0,0 0 0,-1 0 0,1 0 1,0 0-1,0 0 0,0 0 0,-1 0 0,1-1 0,0 1 0,0-1 0,0 1 0,0-1 1,0 0-1,0 1 0,0-1 0,1 0-67,73 5 1288,-54-4-991,73 6 783,9 0-611,-35-5-3509,-69-2 1194,0 0-524,1-1-1713,-5-8 1481,-13-5-2064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3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2001,'0'0'4589,"0"0"-2004,0 0-1094,0 0-608,0 0 11,26 2 341,386 5 3575,-382-41-11575,-16 13 661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4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39 274 6211,'0'0'1432,"0"0"124,0 0-700,0 0 201,0 0-228,0 12-15,0 64 1593,0-76-1783,0 0-64,0 0-197,0 0-152,0 0-131,0 0 13,0 0-39,0 0 36,0 0-20,0-16 231,-3-62 65,0-32 245,4 103-590,1 1 1,-1 0-1,2 0 1,-1 0-1,0 0 1,1 1-1,0-1 1,0 1-1,1-1 1,0 1-1,0 0 1,0 0-1,0 1 1,1-1-1,0 1 1,-1 0-1,2 0 1,1 0-22,4-4 20,0 1 1,1 0-1,-1 0 0,2 1 0,-1 1 1,1 0-1,0 1 0,3 0-20,-1 2 33,-1 0 0,1 1-1,0 1 1,6 0-33,5 1 21,-23-1-19,0 0 0,-1 1-1,1-1 1,0 1 0,0 0-1,0 0 1,0 0 0,-1 0-1,1 1 1,0-1 0,-1 1-1,0-1 1,1 1 0,-1 0-1,0 0 1,0 0 0,0 0 0,0 0-1,0 1 1,0-1 0,0 1-1,-1-1 1,0 1 0,1 0-1,-1-1 1,0 1 0,0 0-1,0 0 1,-1 0 0,1 0-1,-1-1 1,1 2-2,2 15-13,-1 1 0,0-1-1,-1 1 1,-2 11 13,1-13-20,-1-1 20,-1 0 0,-1 1 0,0-1 0,-2 0 0,0-1 0,0 1 0,-2-1 0,0 0 0,-1 0 0,0-1 0,-1 0 0,-9 10 0,-21 26 102,-2-1 1,-38 33-103,78-82 1,-58 52 27,43-40-34,0 1-1,0 1 1,2 0 0,-7 8 6,21-23 4,0 1 1,-1-1-1,1 0 1,-1 1-1,1-1 1,0 0-1,-1 1 1,1-1-1,0 1 1,-1-1-1,1 0 1,0 1-1,0-1 1,0 1 0,-1-1-1,1 1 1,0-1-1,0 1 1,0-1-1,0 1 1,0-1-1,0 1 1,0-1-1,0 1 1,0-1-1,0 1 1,0-1-1,0 1 1,0-1-1,0 1 1,1-1 0,-1 1-1,0-1 1,0 1-1,1-1 1,-1 1-1,0-1 1,0 0-1,1 1 1,-1-1-1,1 1 1,-1-1-1,0 0 1,1 1-1,-1-1 1,1 0-5,17 4-20,-16-4 34,51 6 662,1-2-1,0-3 1,28-4-676,17 2-3806,-75-4-6225,-8-6 2627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4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8404,'0'0'1473,"0"0"-257,0 0-223,0 0 847,14 168-911,-14-122-225,0-6-96,0-3 177,0-7-641,-7-5-144,0-10-688,7-6-1105,0-9-1857,0 0-2113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26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217 86 3794,'0'0'2043,"0"0"369,0 0-608,0 0-313,0 0-547,1-1-918,-1 1-1,0 0 1,1 0-1,-1 0 1,1 0-1,-1 0 1,0 0-1,1 0 0,-1 0 1,0 0-1,1 0 1,-1 1-1,1-1 1,-1 0-1,0 0 1,1 0-1,-1 0 1,0 1-1,1-1 0,-1 0 1,0 0-1,0 0 1,1 1-1,-1-1 1,0 0-1,0 0 1,1 1-1,-1-1 0,0 0 1,0 1-1,0-1 1,1 0-1,-1 1 1,0-1-1,0 0 1,0 1-1,0-1 1,0 1-1,0-1 0,0 0 1,0 1-1,0-1 1,0 0-1,0 1 1,0-1-1,0 1 1,0-1-1,0 0 1,0 1-1,0-1-25,0 20 494,1-8-164,-1 1 0,0-1 1,-1 1-1,-1-1 0,1 0 0,-2 0 1,0 1-1,0-2 0,-1 1 0,-2 3-330,-32 56 777,-4-2-1,-43 55-776,66-105-270,18-35-499,19-38 386,12-6 445,33-49-62,-8 16-9,-29 46 839,26-34-830,-52 80 35,0 1-1,1 0 0,-1-1 1,0 1-1,1 0 1,-1-1-1,0 1 1,1 0-1,-1-1 0,0 1 1,1 0-1,-1-1 1,0 1-1,1 0 1,-1 0-1,1 0 0,-1 0 1,1-1-1,-1 1 1,1 0-1,-1 0 1,1 0-1,-1 0 0,1 0 1,-1 0-1,0 0 1,1 0-1,-1 0 0,1 0 1,-1 0-1,1 1 1,-1-1-1,1 0 1,-1 0-1,1 0 0,-1 0-34,15 17 353,6 26-155,-12-17-77,-2 0-1,0 0 0,-1 1 1,-2-1-1,1 28-120,-2 35 687,-5 16-687,0-8 123,2-85-141,0 0-1,-1 1 1,-1-1 0,1 0 0,-2 0 0,0 0 0,-1-1 0,0 1 0,-3 5 18,4-12-61,1 1 0,-2-1 0,1 0 0,-1-1 1,1 1-1,-1-1 0,-1 1 0,1-1 0,-1 0 1,1-1-1,-1 1 0,0-1 0,0 0 0,-1 0 0,1-1 1,-1 1-1,1-1 0,-1 0 0,0-1 0,-2 1 61,-21 2-65,0-1 0,0-1-1,0-2 1,-18-2 65,-19 0 726,65 2-582,1 0-72,0 0 40,11 0-27,42-3 514,1-3 0,-1-2 0,18-6-599,8-1 249,10 3-249,-82 11-53,0 0 0,0 0 1,-1 0-1,1-1 0,0 0 0,0 0 0,-1-1 0,0 1 0,1-1 0,-1-1 0,0 0 0,1 0 53,-3 0-249,-1 1 0,1-1 0,-1 0 0,0 0 0,0 0 0,0 0 0,0-1 0,-1 1 0,0-1 0,0 1 0,0-1 0,0 0 0,-1 0 0,0 0 0,0 0-1,0 0 1,-1-1 249,3-28-1846,-2 0 0,-1 0 0,-5-28 1846,0-39 3786,5 101-2823,0 0-64,0 0-216,10 6 179,16 20-573,-1 1 0,-1 1 0,-1 1 0,-2 1 0,0 0 0,3 12-289,12 15 941,15 15-941,-31-55 190,-20-17-174,1 1-1,-1-1 0,1 0 1,0 0-1,-1 0 0,1 0 1,0 0-1,-1 0 1,1 0-1,-1 0 0,1-1 1,0 1-1,-1 0 1,1 0-1,-1 0 0,1-1 1,0 1-1,-1 0 1,1 0-1,-1-1 0,1 1 1,-1-1-1,1 1 1,0-1-16,2-3 79,-1 0 0,1-1 0,0 1 0,-1-1 0,0 0 0,0 0 0,0 1 0,-1-2-79,6-12-7,21-62 56,-4-1 0,7-42-49,-10 34 171,4 1 0,5-4-171,-19 69 360,0 0 0,14-21-360,-5 9 603,-19 34-410,-1 1-17,0 0 56,0 0-35,0 0-141,0 0-69,0 0-38,0 0-93,0 0-288,-33 4-5926,1 4-114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1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0 3682,'0'0'1814,"0"0"171,0 0-827,0 0-241,0 0-196,0 0-97,-1 0-560,1 0 0,0 0 0,-1 0 0,1 0-1,0 0 1,-1 0 0,1 0 0,0 0 0,-1 0 0,1 0 0,0 0 0,-1 0 0,1 1-1,-1-1 1,1 0 0,0 0 0,0 0 0,-1 0 0,1 1 0,0-1 0,-1 0 0,1 0 0,0 1-1,0-1 1,-1 0 0,1 0 0,0 1 0,0-1 0,0 0 0,-1 1 0,1-1 0,0 0-1,0 1 1,0-1 0,0 0 0,0 1 0,0-1 0,0 0 0,0 1-64,0 253 4850,0-253-4778,0-1 13,0 0-34,0 0 0,0-31 125,-7-177-157,7 386 1136,-10-182-2876,-11-19-1750,-3-14-2929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0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2896 844 5747,'0'0'1715,"0"0"-237,0 0-264,0 0-5,0 0 84,0 0-81,1-8 5205,1-34-6429,-2 35 62,-1 0-1,0-1 1,-1 1 0,0 0-1,0 0 1,0 0-1,-1 0 1,0 0 0,-1 0-1,-2-4-49,-50-69 822,16 23-520,15 21-219,0 1 0,-2 1 0,-2 1 0,-1 2 0,-17-14-83,-11-3 227,-1 2 0,-52-29-227,108 73 8,-34-22 101,-1 1 0,0 2 0,-2 1 0,0 3 0,-11-3-109,7 5 26,-1 2 0,-1 2 0,1 2 1,-2 2-1,1 1 0,-12 3-26,11 3-26,0 2 0,-1 2 0,2 3 0,-3 1 26,-276 50 99,270-41-130,0 3 0,1 2-1,1 2 1,-25 16 31,20-10-30,-247 143-110,287-162 112,-21 15-26,1 2-1,2 2 1,0 1 0,2 2-1,2 1 1,1 2-1,2 1 1,-5 10 54,16-19-68,1 0 0,1 1 0,2 1 1,0 0-1,2 1 0,2 0 0,1 1 0,1 0 0,-3 32 68,4-41-128,1 10-27,6-33 73,0 0-4,0 0-84,0 0-63,0-23-1103,0-251-20,0 304 1401,-1 1 0,-2 0 0,0-1 0,-2 1 0,-2-1-1,0 0 1,-2-1 0,-1 0 0,-2 0 0,-6 10-45,14-37 26,2-9-31,-1-24-60,2-42-3,1 70 81,3-42-23,2 1 0,2-1 10,-2 13 9,-4 62-8,-2-1-1,-1 0 0,-1 1 1,-1-1-1,-2 0 1,-1-1-1,-4 12 0,10-39 32,1-1-61,0 0-59,220 0 66,-219 0 1,-1 0 37,0-8 232,-1 1-234,1-1-1,-1 1 1,0 0-1,-1 1 1,0-1 0,0 0-1,0 0 1,-1 1 0,0-1-1,0 1 1,-1 0-1,1 0 1,-3-1-14,-6-10 106,-2 2 1,0 0-1,0 0 1,-4-1-107,15 16-13,3 3-5187,6 0-1216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2.6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48 166 4466,'0'0'1934,"0"0"-261,0 0-734,0 0-61,3 29-32,13 93-259,-14-114-534,0 0 1,1 0-1,0 0 1,0 0 0,1-1-1,0 1 1,0-1-1,1 0 1,0 0 0,0-1-1,0 0 1,1 0-1,0 0 1,0 0 0,1-1-1,-1 0 1,1 0 0,0-1-1,1 0 1,-1 0-1,4 1-53,-3-2 57,0 1 0,0-1-1,0 0 1,1-1 0,-1 0 0,0 0-1,1-1 1,0 0 0,-1-1-1,1 0 1,-1 0 0,1-1 0,-1 0-1,2 0-56,-4 0 74,0-1 1,0 1-1,0-1 0,0 0 0,0-1 0,-1 1 1,1-1-1,-1 0 0,0-1 0,0 1 0,0-1 1,0 0-1,0-1 0,-1 1 0,0-1 0,0 1 1,0-1-1,0 0 0,-1-2-74,5-10 0,-2 0 1,0-1-1,-2 1 1,1-1-1,-2 0 1,-1-1-1,0 1 1,-1-1-1,-1 1 1,-1-14-1,0 14-50,1 12 42,0 0 1,0-1-1,-1 1 1,0 0-1,0 0 1,-1 0-1,0 0 1,0 0 0,0 0-1,-1 1 1,0-1-1,0 1 1,0-1-1,-1 1 1,0 0-1,0 0 8,-2-1 49,-1 0-1,0 0 0,0 0 0,0 1 1,0 0-1,-1 1 0,0 0 0,0 0 1,0 0-1,-6-1-48,-7-1 102,0 1 0,0 1 1,0 1-1,0 1 0,-1 0 0,1 2 0,-1 1 1,1 0-1,-4 2-102,20-2 26,1 1 0,0-1-1,0 1 1,1 0 0,-1 0 0,0 1 0,1-1-1,-1 1 1,1 0 0,0-1 0,0 1 0,0 1 0,0-1-1,0 0 1,1 1 0,-1-1 0,1 1 0,0 0-1,0 0 1,1 0 0,-1 0 0,0 4-26,-6 13 2,2 1 0,0 1 0,-1 13-2,3-4-196,1 0 0,0 15 196,3 26-4180,0-54 1666,0 1-3262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3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6915,'0'0'2241,"0"0"-624,0 0-651,0 0-449,0 0-181,-1 15 225,-1 102 1637,-8 153 1041,9-257-3521,1-12-3004,0 0-3418,0-27 2756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3.8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4898,'0'0'2228,"0"0"-598,0 0-363,0 0-424,0 0-184,2 9 0,-2-6-578,1 0 0,-1 0-1,0 0 1,1 0 0,0 0 0,0 0-1,0 0 1,0-1 0,0 1 0,0 0-1,1-1 1,0 1 0,-1-1 0,1 0-1,0 1 1,0-1 0,0 0 0,0 0-1,0 0 1,1 0 0,-1-1 0,1 1-1,-1-1 1,1 1 0,0-1 0,-1 0-1,1 0 1,0 0 0,0 0 0,0-1-1,-1 1 1,1-1 0,0 1-1,2-1-79,56 4 1464,1-2 0,15-4-1465,2 1 298,-64 1-302,-1-2 1,1 0 0,-1-1 0,1 0-1,-1-1 1,0 0 0,-1-1 0,1-1-1,5-3 4,-18 8-13,-1 1-1,1 0 0,-1 0 0,1 0 0,-1 0 1,1 0-1,-1 0 0,1 0 0,-1 0 1,1 1-1,-1-1 0,1 0 0,-1 0 1,1 0-1,-1 0 0,1 1 0,-1-1 0,1 0 1,-1 1-1,0-1 0,1 0 0,-1 1 1,0-1-1,1 0 0,-1 1 0,0-1 1,1 1-1,-1-1 0,0 0 0,1 1 0,-1-1 1,0 1-1,0-1 0,0 1 0,0-1 1,0 1-1,1-1 0,-1 1 0,0-1 1,0 1-1,0-1 0,0 1 0,0-1 0,0 1 1,-1-1-1,1 1 0,0 0 14,0 34 137,0-28-136,0 78 345,0 56 1258,-6 14-1604,5-142 1436,1 5-4897,0-10-2445,0-20 7,0-8 160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4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68 9188,'0'0'2369,"0"0"465,0 0-2066,0 0 352,0 0-399,0 0 111,210-22-288,-149 4-255,-17 6-209,-16 6-80,-15-1-32,-9 4-16,-4 3-97,0 0-751,0 0-673,0 0-2208,-17 6-3171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7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0 434 4978,'0'0'3351,"0"0"-1107,0 0 69,0 0-720,0 0-203,0 0-291,4-5-141,-4 4-921,1 0 0,-1 0 1,1 0-1,0 0 1,-1 1-1,1-1 1,0 0-1,0 0 1,0 1-1,-1-1 1,1 1-1,0-1 1,0 1-1,0-1 0,0 1 1,0-1-1,0 1 1,0 0-1,0-1 1,0 1-1,1 0 1,-1 0-1,0 0 1,0 0-1,0 0 0,0 0 1,0 0-1,0 0 1,0 1-1,0-1 1,1 0-38,2 2 77,0 0 1,-1 0 0,1 0-1,0 1 1,-1-1 0,1 1-1,-1-1 1,0 1 0,2 2-78,12 14 325,-1 1 0,-1 1 1,1 3-326,16 28 970,13 31-970,-29-51 49,1 0 0,1-1 0,2 0 0,1-2 0,1-1 0,4 2-49,-25-29 6,0 1 0,1-1 0,-1 1 0,1-1 0,-1 0 0,1 0 0,0 0 0,-1 0 0,1 0 0,0 0-1,0 0 1,0 0 0,0-1 0,0 1 0,0-1 0,0 0 0,1 1-6,-2-1 11,0-1 0,1 1 0,-1 0 0,0-1 0,1 1 0,-1-1 0,0 1 0,0-1 1,0 1-1,1-1 0,-1 0 0,0 0 0,0 0 0,0 0 0,0 1 0,0-1 0,0 0 0,-1-1 0,2 0-11,3-6 49,-1-1-1,0 0 1,0 0-1,-1 0 1,0 0-1,1-5-48,0-3-42,9-29 27,-3-1 0,-2 0 0,-2-1-1,0-31 16,-6-197-188,-2 126 245,2 51 207,0 98-240,0 1-117,0 0-115,2 12-1622,43 101-7895,-28-70 3077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7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0 160 6979,'0'0'1646,"0"0"-61,4 33-168,15 110-67,-17-133-1248,1 0 1,0 0 0,1 0-1,0 0 1,0-1 0,1 1 0,0-1-1,1 0 1,0-1 0,1 1-1,-1-1 1,1 0 0,1-1 0,0 0-1,0 0 1,5 3-103,-6-5 67,0 0-1,0-1 1,0 0-1,1-1 1,-1 1 0,1-1-1,0-1 1,0 1-1,0-1 1,0-1 0,1 0-1,-1 0 1,0 0 0,1-1-1,-1 0 1,0-1-1,1 0 1,-1 0 0,0-1-1,0 0 1,0 0-1,0-1 1,0 0 0,-1 0-1,1-1 1,-1 0-1,0 0 1,0-1 0,5-4-67,-3-1 9,-1 0 0,1 0 1,-2-1-1,1 0 0,-2 0 0,0 0 1,0-1-1,-1 0 0,0-1 1,-1 1-1,0-1 0,0-8-9,0 0 16,-1 0 0,-2-1 0,0 1 1,-1-1-1,-1 1 0,-1-1 0,-3-8-16,4 22 76,-1 1 0,0-1 0,-1 1 0,0 0 0,0 0 0,-1 0 0,0 0 0,0 1 0,0-1 0,-1 1 1,0 0-1,0 0 0,0 1 0,-1-1 0,0 1 0,0 1 0,0-1 0,-1 1 0,0 0 0,0 0 0,0 1 0,0 0 1,0 0-1,0 1 0,-1 0 0,1 0 0,-1 1 0,0 0 0,0 0-76,-1 1 25,1 0 0,-1 0 1,0 1-1,1 0 0,-1 1 0,0 0 1,1 0-1,0 1 0,-6 2-25,10-2-26,-1 0 0,1 0 0,0 0 1,0 0-1,0 1 0,0-1 0,0 1 0,1 0 0,-1 0 0,1 1 1,0-1-1,1 1 0,-1-1 0,1 1 0,0 0 0,-1 2 26,1 0-629,0-1 1,1 1-1,0 0 0,0-1 0,0 1 0,1 0 0,0 3 629,0 13-5189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8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228 297 9316,'0'0'1956,"0"0"85,0 0-902,0 0-312,0 0-307,-2-24-304,0 5-110,0-8 181,0-1 1,-3 0 0,0 1 0,-2 0 0,-3-7-288,8 27 220,0 0 0,0 1 0,-1-1 0,0 0 1,-1 1-1,1 0 0,-1 0 0,0 0 0,-1 0 0,0 1 0,0 0 0,-3-3-220,5 36 566,6 11-370,1-1 0,2 1 0,2-1 0,2-1 1,1 1-1,4 4-196,-2-5 71,-1 0 0,-2 1 0,-2 0 0,-1 1 0,-2 0 0,-2 7-71,-3-35-3,-3 26-375,2-35 357,0-1-1,1 0 1,-1 1 0,0-1-1,0 1 1,0-1 0,0 0-1,-1 0 1,1 0 0,0 0-1,0 0 1,-1 0-1,1 0 1,-1 0 0,1 0-1,-1 0 1,1-1 0,-1 1-1,1-1 1,-1 1 0,-1-1 21,-23 6-157,0-2 0,0-1 0,-1-2 0,1 0 0,-18-2 157,-3 0 307,46 1-88,1 0-49,15 0-60,323-12 946,-322 9-1974,3-4-5719,-6 2-118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8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0 120 848,'0'0'8324,"0"0"-5189,0 0-1308,0 0-871,0 0-212,25 0-280,207 0 843,-216 0-1499,-5 1 413,-1-1 0,1 0 0,0-1 0,-1 0 0,1-1 1,0 0-1,2-2-221,-11 3-83,0 0 1,0 0 0,0 0 0,0 0-1,0 0 1,0 0 0,0-1-1,-1 1 1,1-1 0,0 1 0,-1-1-1,0 0 1,1 1 0,-1-1 0,1-2 82,-1 1-390,0 0 0,0 1 0,0-2 0,0 1 0,-1 0 0,1 0 0,-1 0 0,0 0 0,0 0 0,0 0 0,0-1 0,-1 1 0,1 0 0,-1 0 390,1 1-290,-1 1 0,1 0 0,0 0 0,-1-1 0,1 1 0,-1 0 0,1 0 0,-1 0 0,0 0 0,1 0 0,-1 0 0,0 0 0,0 0 0,0 0 0,0 0 0,0 0 290,-34-20-7019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9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5202,'0'0'4010,"0"0"-1577,0 0-832,0 0-699,29 0 2,193 0 870,60-15 2124,-196 0-15162,-47 12 4317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39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54 402 5683,'0'0'2726,"0"0"-962,0 0-454,0 0-483,0 0-112,-2-25-385,-9-185 1725,10 194-1571,0 0 0,0 0 1,-2 0-1,0 0 1,-1 0-1,0 0 0,-2 1 1,0 0-1,-5-10-484,10 99 971,7 62-418,7 0 0,6 6-553,-3-18 559,-14-108-386,-2-10-117,0-1 1,0 0-1,1 1 1,-1-1 0,1 0-1,1 1 1,-1-1-1,1 0 1,0 0-1,0 0 1,3 4-57,-3-8-51,-1-1-456,-1 0-669,8-13-5873,7-17-805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0.7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215 209 1745,'0'0'3938,"0"0"-1959,0 0-279,0 0-449,0 0-235,0 0-859,-1-1-1,1 1 1,-1 0 0,1 0-1,-1 0 1,1-1-1,-1 1 1,1 0-1,-1-1 1,1 1 0,0 0-1,-1-1 1,1 1-1,0-1 1,-1 1-1,1 0 1,0-1 0,-1 1-1,1-1 1,0 1-1,0-1 1,-1 1-1,1-1 1,0 1 0,0-1-1,0 0 1,0 1-1,0-1 1,0 1-1,0-1 1,0 1 0,0-1-157,1-8 95,0 0 0,0 0 1,1 0-1,1 0 1,0 1-1,0-1 1,0 1-1,1-1 0,0 1 1,1 1-1,0-1 1,0 0-1,1 1 0,-1 0 1,2 1-1,-1-1 1,1 1-1,0 0 1,0 1-1,1 0 0,-1 0 1,1 0-1,0 1 1,0 0-1,1 1 0,-1 0 1,1 0-1,0 1 1,0 0-1,0 0 1,0 1-1,0 0 0,0 1 1,7 0-96,-7 0 0,1 0 41,1 0 1,0 0-1,0 1 0,0 1 0,3 1-41,-10-2 12,0 1 1,0-1-1,0 1 0,0 0 1,0 0-1,-1 1 0,1-1 1,-1 1-1,1 0 0,-1 0 1,0 0-1,0 0 0,0 1 1,1 2-13,2 3 13,0 1 0,-1-1 0,0 1 1,0 0-1,-1 1 0,-1-1 0,0 1 1,0-1-1,-1 1 0,0 0 0,-1 0 1,-1 0-1,1 0 0,-2 0 0,1 0 1,-2 0-1,-1 10-13,-1-4 3,0 1-1,-2-1 1,0 0-1,0 0 1,-2-1-1,0 0 1,-1 0-1,0-1 1,-1 0-1,-7 7-2,-8 8 52,-2-1 0,0-1 0,-2-1 0,-1-2 0,0-1 0,-6 1-52,18-14 5,0-1-1,-1 0 1,0-2-1,0 0 1,-1-1-1,0-1 1,0-1-1,0 0 0,-1-2 1,0-1-1,0 0 1,-5-1-5,24-1 12,0 0 0,0 0 0,0 0 0,0 0 0,0 0 1,0 0-1,0 0 0,0-1 0,0 1 0,0-1 0,0 1 0,0-1 0,0 0 1,0 0-1,0 0 0,0 0 0,1 0 0,-1 0-12,0-2 4,2 1 1,-1 0-1,0 0 1,0-1-1,1 1 1,-1 0-1,1-1 0,0 1 1,0-1-1,0 1 1,0 0-1,0-1 0,0 0-4,1-7-43,-1 4 33,0 1 0,0-1 1,1 0-1,0 0 0,0 1 0,1-1 0,-1 1 1,1-1-1,0 1 0,1-1 0,-1 1 1,1 0-1,0 0 0,1 1 0,-1-1 0,1 0 1,0 1-1,0 0 0,0 0 0,0 0 0,1 1 1,0-1-1,0 1 0,0 0 0,0 0 10,8-2-18,0-1-1,0 2 1,0-1-1,0 2 1,1 0-1,0 0 1,-1 2-1,1-1 1,0 2-1,1 0 19,-11 0-2,0 1 0,0 0 0,0 0 0,0 0 0,0 0 0,0 0-1,-1 1 1,1 0 0,-1 0 0,1 0 0,-1 0 0,0 0 0,0 1-1,0-1 1,0 1 0,0 0 0,0 0 0,-1 0 0,2 3 2,9 12-22,-1 1 0,0 0 1,1 7 21,12 18-15,-21-39 29,0 0 0,0 0 1,1 0-1,-1-1 0,1 0 0,0 0 0,0 0 0,0-1 0,1 0 0,-1 0 0,1 0 0,0 0 0,0-1 0,0 0 0,0 0 0,0-1 0,0 0 0,1 0-14,8 1 165,0-1 0,1 0-1,-1-1 1,0-1 0,1 0 0,-1-1-1,1-1-164,-9 1 64,-1 1 0,1-2-1,0 1 1,-1-1-1,1 0 1,-1 0 0,0 0-1,0-1 1,-1 0 0,1-1-1,-1 1 1,1-1-1,-1 0-63,-5-19-10500,0 14 3376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1.2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8388,'0'0'2516,"0"0"66,0 0-528,0 0-447,0 0-764,10 4-345,12 2-211,1 0 0,0-2 0,0 0 0,0-2 0,23 0-287,129-6 1129,-55-11 976,-120 9-10445,0 0 2727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1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18 199 5843,'0'0'1211,"0"0"512,0 0-421,0 0 118,-3 28-207,0-4-904,-3 20 693,2 0 1,3 0 0,2 25-1003,-1-63 109,1 0-1,0 0 1,0 0 0,1 0 0,0 0 0,0 0 0,0-1 0,1 1 0,0 0-1,0-1 1,0 0 0,1 0 0,-1 0 0,1 0 0,1-1 0,-1 1 0,0-1 0,1 0-1,0 0 1,0-1 0,0 1 0,1-1 0,-1 0 0,1-1 0,-1 1 0,1-1-1,0 0 1,3 0-109,17 4 213,1-1 0,0-1 0,1-2 0,-1 0 0,21-3-213,-44 1 19,7 0 0,1 0-1,-1-1 1,1-1-1,-1 0 1,0 0-1,0-1 1,0 0-1,0-1 1,0-1-1,-1 1 1,0-2-1,0 1 1,0-2-1,-1 1 1,1-1-1,-2 0 1,1-1-1,-1 0 1,0-1-1,-1 1 1,0-2-1,0 1 1,-1-1-1,0 0 1,-1 0-1,0 0 1,0-1-1,-1 0 1,-1 1-1,0-2 1,0 1 0,0-10-19,0 0 13,-1 0 0,-1 1 0,-1-1 0,-1 0 0,-1 0 0,-1 0 0,-3-12-13,4 24-7,-1-1 0,-1 1 0,1 1 0,-1-1 0,-1 0 0,0 1 0,0 0 0,-1 0 0,1 1 0,-2-1 1,1 1-1,-1 1 0,0-1 0,-1 1 0,1 0 0,-1 1 0,-5-3 7,-1 1-7,1 0 0,0 1 0,-1 1 0,0 0 0,-1 1 0,1 0 1,-1 1-1,-1 1 7,-25-2 49,-1 2-1,-9 1-48,48 1 3,-4 1 10,0 0 1,1 0-1,-1 1 0,0-1 1,1 1-1,-1 1 0,1-1 0,-1 1 1,1 1-1,0-1 0,0 1 1,1 0-1,-1 0 0,1 0 0,0 1 1,0 0-1,0 0 0,1 0 1,-1 1-1,1-1 0,1 1 0,-2 2-13,-2 3-17,1 1-1,0 0 1,1 0-1,0 0 0,1 1 1,0 0-1,1 0 1,1 0-1,0 0 0,0 0 1,1 4 17,0 5-632,0-17 11,1 0 0,-1 1 0,1-1 0,0 0-1,0 1 1,1-1 0,0 0 0,0 0 0,0 0-1,0 0 1,2 4 621,23 11-7563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2.2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 10229,'0'0'1504,"0"0"833,0 0-688,0 0-304,-38 183-593,31-137-656,1-6 48,2-7 160,-6-5-304,3-4 257,-3-2-257,3-7 0,4-3-561,3-6-975,0-6-1554,0 0-2288,14 0-2018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2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4818,'0'0'3223,"0"0"-624,0 0-249,0 0-386,0 0-540,4 2-469,16 6-562,0-2 0,0 0 0,1-1 0,0-1 0,0-1 0,-1 0 1,2-2-394,58 1 985,19-3-985,-10-1 332,71 2 345,-160 0-709,0 0-40,0 14-48,1-1 144,-1 1 0,0 0 0,-1-1 0,-1 1 0,0-1 0,-1 1 0,0-1 0,-1 0 0,-1 0 0,0 0 0,-1-1 0,-6 12-24,-42 61 189,16-25 142,2 1 1,0 7-332,26-46 143,1 0-1,1 0 1,1 1 0,1 0-1,1 1 1,1-1 0,1 1-1,1 5-142,1 99 1006,1-127-968,0-1-119,0 0-348,0 0-505,-31-3-7664,11-13 2723,0-7-1403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3.2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8516,'0'0'2145,"0"0"189,0 0-893,0 0-184,33 0-153,206 0 734,-151 1-1018,-28 1 569,0-3 1,52-7-1390,-108 7-392,-2-3-7534,-2 1 6693,0-8-7416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4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0 174 12134,'0'0'960,"0"0"1777,0 0-1600,0 0 15,235-55-463,-154 37-289,-16 3-240,-11 6-80,-20-1-80,-14 4 0,-10-3-32,-6 6-416,-4-3-433,0-3-944,0 0-736,-24-4-1248,-13 1-2594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4.3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1 107 7972,'0'0'3054,"0"0"-754,0 0-248,0 0-716,0 0-741,32-6-253,-5 1-261,62-11 710,33 0-791,-79 13 226,-29 3-175,0 0 0,0-1 1,1-1-1,-1 0 0,0-1 0,0-1 0,-1 0 0,1-1 0,7-4-51,-1-3-1486,11 0-4930,1 5-873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4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133 404 5843,'0'0'2142,"0"0"-1003,0 0 625,-9-26-476,-64-190 900,26 55 2158,44 224-3058,8 74-276,9 22-1012,4 72 952,-18-114-1192,0-71-7630,0-39-59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5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28 325 5587,'0'0'3206,"0"0"-1933,0 0 237,1-32-240,4-192 1342,-11 182-1146,6 41-1344,0-1 1,-1 1-1,1 0 0,-1-1 0,1 1 0,-1 0 0,0 0 1,1 0-1,-1-1 0,0 1 0,0 0 0,0 0 1,0 0-1,0 0 0,0 0 0,0 0 0,0 1 0,0-1 1,0 0-1,0 0 0,-1 1 0,1-1 0,0 1 1,0-1-1,-1 1 0,1-1 0,-1 1 0,0 0-122,2 11 187,0 490 2516,0-497-3157,4 32 1559,4-22-2959,8-9-5921,-6-5-1376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5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8356,'0'0'1136,"0"0"913,0 0 528,10 158-1120,-10-112-304,4-3-545,-1-9-368,-3-10 64,0-3-304,0-8-80,0-7-976,3-6-1794,4 0-3280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24 9716,'0'0'1807,"0"0"231,0 0-192,0 0-832,4 0-331,26-2 551,1-1 0,14-4-1234,-24 3 299,1 0 0,-1 2 1,0 1-1,1 0 0,-1 2 0,21 2-299,-38-2-11,-1 1 0,0-1 1,0 1-1,0-1 0,0 1 0,-1 0 0,1 0 0,0 0 0,-1 1 1,1-1-1,-1 0 0,0 1 0,0 0 0,0-1 0,0 1 0,0 0 1,-1 0-1,1 0 0,-1 0 0,0 1 0,0-1 0,0 0 0,0 1 1,0-1-1,-1 0 0,0 1 0,1 0 11,0 4-68,0 0-1,-1 0 1,0 0-1,0 0 1,-1 0-1,0 0 1,0 0 0,-1 0-1,0-1 1,0 1-1,-3 4 69,-1-1-58,-1-1 1,0-1-1,0 1 0,-1-1 0,0-1 0,-1 1 0,0-1 1,0-1-1,-1 0 0,0 0 0,-3 1 58,-7 4-98,-2 0 0,1-2 0,-2 0 0,1-2 0,-6 1 98,14-5-1,0-2-1,-1 0 0,1 0 0,-1-1 0,-12-2 2,23 1 17,3 0 117,6 0-43,80-17-27,-58 10-36,-1 1 1,1 2-1,1 0-28,4 1 101,0 2 0,0 1 0,0 1 0,0 2 1,18 5-102,-43-7-1,0 0 1,-1 1 0,1-1 0,-1 2-1,0-1 1,1 1 0,-1 0 0,0 0 0,-1 0-1,1 1 1,-1 0 0,1 0 0,-1 1-1,-1 0 1,1-1 0,0 2 0,-1-1-1,0 0 1,-1 1 0,1 0 0,-1 0 0,0 0-1,0 0 1,-1 0 0,0 0 0,0 1-1,0-1 1,-1 1 0,1 5 0,-1-4-26,0 1 1,-1-1-1,0 0 1,0 1-1,-1-1 1,0 0-1,0 1 1,-1-1-1,0 0 1,-1 0-1,0 0 1,0 0-1,-1-1 1,1 1-1,-2 0 26,-2 0 12,0 1-1,0-1 1,-1 0-1,0 0 1,0-1-1,-1 0 1,0-1-1,0 0 1,0 0-1,-1-1 1,-3 1-12,-4 1 59,0-1 0,0-1 0,0 0 0,-1-1 0,1-1 0,-1-1 0,0-1 0,0 0 0,1-1 0,-12-2-59,-2 1-172,0 2-1,-26 4 173,55-5-379,0 1-1,0-1 0,0 1 1,0 0-1,0-1 0,1 1 0,-1 0 1,0 0-1,0 0 0,1 1 1,-1-1-1,1 0 0,-1 1 1,1-1-1,0 0 0,-2 2 380,1 2-6819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46.4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0 148 9316,'0'0'1364,"0"0"391,0 0-232,0 0-391,15 33-188,46 106-376,-47-106-249,-1 0 0,-3 1-1,0 1 1,-1 7-319,-3-14 257,-3-10 66,-3-16-253,0 0 0,0 1 0,0-1 0,0 0 0,1 1 0,-1-1 0,1 0 0,0 0 0,0 1 0,0-1 0,0 0 0,0 0 1,0 0-1,0 0 0,1 0-70,-1-2 48,-1 1 1,1-1 0,-1 0-1,1 0 1,-1 0 0,1 0 0,-1 0-1,1 0 1,-1 0 0,1 0 0,-1 0-1,1 0 1,-1 0 0,1 0-1,-1 0 1,0 0 0,1-1 0,-1 1-1,1 0 1,-1 0 0,1 0 0,-1-1-1,1 1 1,-1 0 0,0-1-1,1 1 1,-1 0 0,0-1 0,1 1-1,-1 0 1,0-1 0,0 1 0,1-1-1,-1 1 1,0-1 0,0 1-1,1-1 1,-1 1-49,12-23 136,-10 20 30,60-127 286,46-85-383,-87 180-112,1 0 0,1 2 0,2 1 0,23-24 43,-48 56-26,0 0 0,0 0-1,0 0 1,1 0 0,-1 0 0,0 0 0,0 0-1,0 0 1,0 0 0,1-1 0,-1 1 0,0 0-1,0 0 1,0 0 0,0 0 0,0-1 0,0 1-1,0 0 1,1 0 0,-1 0 0,0 0 0,0-1-1,0 1 1,0 0 0,0 0 0,0 0 0,0-1-1,0 1 1,0 0 0,0 0 0,0 0 0,0-1-1,0 1 1,0 0 0,0 0 0,0 0 0,0-1-1,-1 1 1,1 0 0,0 0 0,0 0 0,0 0-1,0-1 1,0 1 0,0 0 0,0 0 0,-1 0-1,1 0 1,0 0 0,0 0 0,0-1 0,0 1-1,0 0 1,-1 0 0,1 0 0,0 0 0,0 0-1,0 0 1,-1 0 0,1 0 0,0 0 0,0 0-1,0 0 1,-1 0 26,-22 0-1401,-29 10-2577,1 5-3004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54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11 248 256,'0'0'547,"0"0"-48,0 0-3,0 0-64,0 0-157,0 0-112,0 0 205,-2-6-149,-5-18-86,7 23 220,-1 1 0,1 0 1,0-1-1,0 1 0,0-1 0,0 1 0,0-1 0,0 1 0,0 0 1,0-1-1,0 1 0,0-1 0,0 1 0,0-1 0,0 1 0,0-1 1,0 1-1,1 0 0,-1-1 0,0 1 0,0-1 0,1 1 0,-1 0 0,0-1 1,0 1-1,1 0 0,-1-1 0,0 1 0,1 0 0,-1-1 0,0 1 1,1 0-1,-1 0 0,0-1 0,1 1-353,22-5 3556,37 5-5629,-46 1 3317,218 10-741,126 2 104,479-13-60,-836 0-535,0 0-1,0 0 1,0 0 0,0 0 0,0 0-1,0 0 1,0 0 0,0 1-1,0-1 1,0 0 0,0 1 0,0-1-1,0 1 1,0-1 0,0 1-1,0-1 1,0 1 0,-1 0 0,1-1-1,0 1 1,0 0 0,-1 0 0,1 0-12,1 1 45,-1-2 35,-1 0-59,0 0-16,0 0 33,0 0-65,0 0 64,0 0-53,0 0-66,0 0 26,0 0-35,-10-25-16,-3-20 294,9 32-38,3 36-183,1 211 722,0-234-677,0 0 13,0 0 10,0 0 44,0 0 122,0 0-16,0-8 93,-2-29-253,-1 0 0,-3 1 0,0 0 0,-3 0 0,-1 1 0,-5-11-24,10 24 97,2 6-295,1 28-39,19 340 730,-17-352-453,0 0 51,0 0 16,0 0 7,0 0 33,0 0-67,0-23 272,-3-418-811,3 441 411,0 0-21,0 0 2,0 0 3,5 40-69,4-24 165,-1 0 0,2-1 0,0 0-1,1 0 1,0-1 0,2-1 0,-1 0 0,1 0 0,1-1 0,0-1 0,12 7-32,11 5 44,2-1 0,0-3 1,1 0-1,12 1-44,-52-20-10,0 0 0,1 0 0,-1 0 0,1 0 0,-1 0-1,1 0 1,-1 0 0,1 0 0,-1 1 0,0-1 0,1 0 0,-1 0-1,1 0 1,-1 1 0,0-1 0,1 0 0,-1 0 0,0 1 0,1-1-1,-1 0 1,0 1 0,1-1 0,-1 0 0,0 1 0,0-1 0,1 0 0,-1 1-1,0-1 1,0 1 0,0-1 0,1 1 0,-1-1 0,0 0 0,0 1-1,0-1 1,0 1 0,0-1 0,0 1 0,0-1 0,0 1 0,0-1 0,0 0-1,0 1 1,-1-1 0,1 1 0,0-1 0,0 1 0,0-1 0,0 0-1,-1 1 1,1-1 0,0 1 0,0-1 0,-1 0 0,1 1 0,0-1 0,-1 0-1,1 1 11,-21 12-184,19-12 148,-29 16 55,-1 0 0,-1-3 0,0 0 0,-1-2 0,0-2 1,-27 5-20,60-15 14,0 1 1,1-1-1,-1 0 1,1 1-1,-1-1 1,0 0-1,1 0 1,-1 0-1,0 1 1,1-1-1,-1 0 1,0 0 0,0 0-1,1 0 1,-1 0-1,0 0 1,1-1-1,-1 1 1,0 0-1,1 0 1,-1 0-1,0-1 1,1 1 0,-1 0-1,0-1 1,1 1-1,-1 0 1,1-1-1,-1 1 1,1-1-1,-1 1 1,1-1-1,-1 1 1,1-1 0,-1 1-1,1-1 1,0 0-1,-1 1 1,1-1-1,0 0-14,0-2 9,1 0 0,0 0 0,0 1 0,0-1 1,0 0-1,0 0 0,0 1 0,1-1 0,-1 1 0,3-3-9,6-10-142,0 0 0,1 1 0,1 0 0,4-4 142,-15 18-96,-1 0-121,0 0-97,0 0-84,-31 0-469,6 2-1492,23-1 1589,-1 0 0,0 0-1,1 1 1,-1-1 0,1 1 0,0-1-1,-1 1 1,1 0 0,0 0 0,0 0-1,-1 1 771,-14 15-8435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55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64,'0'0'6462,"0"0"-3205,0 0-1363,0 0-752,0 0-269,35 0 26,239 0 998,-69-11-208,3 1-1276,-207 10-600,-1 0-483,0 0-810,0 6-3987,-6 6 625,-9 0-158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4:55.7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231 0 6323,'0'0'2871,"0"0"-508,0 0-530,0 0-627,0 0-696,-1 5-406,-1 0-50,2-1 1,-1 1 0,0-1 0,1 1 0,0 0-1,0-1 1,0 1 0,1-1 0,-1 1-1,1 0 1,0-1 0,1 1 0,-1-1 0,1 0-1,0 2-54,38 72 1454,-17-36-731,-19-35-588,7 14 69,0 1 0,-1 0 0,-1 0 0,-1 1 1,-1 0-1,-1 0 0,-1 0 0,-1 1 0,-1 10-204,-3-33-18,0 0 1,-1 0-1,1 0 1,-1 0-1,1-1 1,-1 1-1,1 0 1,-1 0-1,0 0 1,0-1-1,1 1 1,-1 0-1,0-1 1,0 1-1,1-1 1,-1 1-1,0-1 1,0 1-1,0-1 1,0 1-1,0-1 1,0 0-1,0 1 18,-31 8-283,23-7 203,-40 10 89,0-3-1,-1-2 1,0-3-1,0-1 1,-20-3-9,69 0 264,1 0-75,0 0 9,23 0 162,504-7 801,-527 7-1071,0 0 78,0 0 67,0 0 99,0 0-102,0 0 0,0 0 51,0 0-11,0 0-11,0 0-133,0 0-72,0 0-149,0 0-233,0 0-341,0 0-637,-6 0-5190,2 0-987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1.0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6 552 4386,'0'0'1371,"0"0"438,0 0-323,0 0-173,0 0-382,0 0-232,0 0-38,0 0-590,0 0 0,0 0-1,0 1 1,-1-1-1,1 0 1,0 0 0,0 0-1,0 0 1,0 0-1,0 0 1,0 0-1,0 0 1,0 0 0,0 0-1,-1 0 1,1 1-1,0-1 1,0 0-1,0 0 1,0 0 0,0 0-1,0 0 1,0 0-1,-1 0 1,1 0 0,0 0-1,0 0 1,0 0-1,0 0 1,0 0-1,0 0 1,-1 0 0,1 0-1,0 0 1,0 0-1,0-1 1,0 1 0,0 0-1,0 0 1,0 0-1,0 0 1,-1 0-1,1 0 1,0 0 0,0 0-1,0 0 1,0 0-1,0 0 1,0-1 0,0 1-1,0 0 1,0 0-1,0 0 1,0 0-1,0 0 1,0 0 0,0 0-1,0-1 1,0 1-1,0 0 1,0 0-1,0 0 1,0 0 0,0 0-1,0 0 1,0-1-1,0 1 1,0 0-71,40-66 1368,-20 36-1129,-2-1 0,7-18-239,-5-2 130,-3-1 1,-2-1-1,-2 0 0,-3-1 1,-2 0-1,-2-2-130,-8 274-374,-43 164 614,-8 84 612,47-437-1575,5-28-2600,5-16-1121,10-14-2586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2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97 315 4290,'0'0'1510,"0"0"-149,0 0-262,0 0-347,0 0-328,-6-10 7171,6 0-7928,1 3 402,1-1 0,0 1 0,0 0 0,1 0 0,0 0 0,0 0 0,1 0 0,0 0 0,0 1 0,1-1-69,53-65 135,-31 41-106,-20 21-38,6-6 18,0 0 0,1 1 0,1 1 0,4-3-9,-16 14-18,0 0 0,0 1-1,1-1 1,-1 1 0,0 0-1,1 0 1,-1 1-1,1-1 1,0 1 0,0-1-1,-1 1 1,1 0 0,0 1-1,0-1 1,0 1-1,0-1 1,0 1 0,0 0-1,0 1 1,0-1 0,0 1-1,0 0 1,0-1 0,2 3 18,-4-2-18,0 0 1,0 1 0,0-1 0,-1 1-1,1-1 1,-1 1 0,1 0 0,-1 0-1,0 0 1,0-1 0,0 1 0,0 0 0,0 1-1,0-1 1,0 0 0,-1 0 0,1 1 17,8 42-178,-8-39 131,4 37 32,-2-1 1,-2 1-1,-1 0 0,-6 36 15,1-55 10,0 0 0,-1 0 0,-2 0 0,0-1 0,-1 0 0,-9 13-10,-4 6 43,-2-1 1,-29 36-44,52-75 3,-12 15 42,0 0-1,-2 0 1,-12 11-45,22-24 31,1 0 1,-1 0-1,0-1 1,0 1-1,0-1 1,-1-1-1,1 1 0,-1-1 1,0 0-1,1 0 1,-1 0-1,0-1 0,0 0 1,0 0-1,-6 0-31,6-1 71,1 0 0,0 0-1,-1 0 1,1-1-1,-1 0 1,1 0 0,0 0-1,0-1 1,-1 1 0,1-1-1,-2-2-70,4 2 23,1 0-1,0 0 1,-1 0-1,1 0 1,0-1-1,0 1 1,1-1-1,-1 0 1,0 1-1,1-1 1,-1 0-1,1 0 1,0 0-1,0 0 1,0 0-1,1 0 1,-1 0-1,1 0 1,-1 0 0,1-2-24,-2-12 1,0-1-1,1 0 1,1 0-1,1 1 1,2-14 0,-2 26-12,0 0 0,0 0 0,1 0 0,-1 0 1,1 0-1,0 0 0,1 0 0,-1 1 0,1-1 1,0 1-1,0 0 0,0 0 0,1 0 0,-1 0 1,1 1-1,0-1 0,0 1 0,0 0 0,1 0 1,-1 0-1,3-1 12,-2 3-10,-1-1 1,1 1-1,-1 0 1,1 0-1,0 0 1,-1 0-1,1 1 1,0 0-1,0 0 1,-1 0-1,1 1 1,0 0-1,0 0 1,-1 0-1,1 0 1,-1 1-1,1-1 1,-1 1-1,0 0 1,0 1 0,1-1-1,-1 1 1,-1-1-1,1 1 1,0 1-1,-1-1 1,3 3 9,11 18-51,-1 0 0,-1 1 0,-1 1 0,1 6 51,-6-11-4,1-1 0,1-1 1,0 0-1,2 0 0,0-1 1,1-1-1,11 11 4,-22-25 10,0-1-1,0 1 0,0-1 1,0 0-1,0 0 0,0 0 1,1 0-1,-1 0 1,1-1-1,-1 0 0,1 1 1,-1-1-1,1-1 0,0 1 1,0 0-1,0-1 0,-1 0 1,1 0-1,0 0 1,0-1-1,0 1 0,2-1-9,-2-1 59,0 1-1,1-1 0,-1 0 1,0-1-1,0 1 0,0-1 1,-1 1-1,1-1 0,-1 0 1,1-1-1,-1 1 0,0 0 1,0-1-1,0 0 0,-1 0 1,1 0-1,0-2-58,11-23 128,-1-1 0,-1 0-1,-2 0 1,-1-1 0,-2 0 0,-1-1-1,-1 0 1,-1 0 0,-2-20-128,-2 50-664,0 2-745,0 4-1424,0 17-2685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3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7027,'0'0'1868,"0"0"314,0 0-525,0 0-115,0 0-654,6 2-365,43 6 412,0-2 0,1-2 0,-1-2 0,37-4-935,-9 2 1300,45 5-1300,-119-5-445,-3 0 535,1 0 0,-1 0 0,1 0 0,-1 0 0,1 0 0,-1 0 0,1 0 0,-1 0 0,1 0 0,-1 0 0,1 0 0,-1 0 0,1 0 0,-1 1 0,1-1 0,-1 0 0,0 0 0,1 0 0,-1 1 0,1-1 0,-1 0-1,1 1 1,-1-1 0,0 0 0,1 1 0,-1-1 0,0 1 0,1-1 0,-1 0 0,0 1 0,0-1 0,1 1 0,-1-1 0,0 1 0,0-1 0,0 1 0,0-1 0,0 1 0,1-1 0,-1 1 0,0-1-90,0 1 29,0-1-2,-25 11-3471,8-1 261,-3-4-1971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4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56 168 1249,'0'0'3284,"0"0"-1051,0 0-745,0 0-567,0 0-374,0 9-152,-2 113 1246,-1-25 370,4 0 1,5 8-2012,-4-95 62,-1 1-1,2 0 1,0-1 0,0 1 0,0-1 0,2 0 0,-1 0 0,1 0 0,0-1 0,1 0 0,0 0 0,4 4-62,-5-7 17,1-1 1,-1 1-1,1-1 0,0 0 1,0 0-1,1-1 0,0 1 1,-1-2-1,2 1 0,-1-1 1,0 0-1,0 0 0,1-1 0,0 0 1,-1 0-1,1-1 0,3 0-17,-4 0 29,0-1-1,-1 1 0,1-1 0,0-1 1,0 1-1,-1-1 0,1 0 1,-1-1-1,1 0 0,-1 0 0,1 0 1,-1-1-1,0 0 0,0 0 1,0 0-1,-1-1 0,1 0 0,-1 0 1,0 0-1,0-1 0,0 0 1,-1 0-1,1 0 0,-1 0 0,1-3-28,10-11 28,-1-1-1,-1 0 1,-1-1-1,-1 0 1,0-1 0,-2 0-1,-1 0 1,4-18-28,-3 3-94,-2-1 0,-2 1 1,-1-2-1,-2 1 0,-1-5 94,-2 31-22,-1 0 0,0 0 0,-1 0 0,0 1 0,0-1 0,-1 0-1,-1 1 1,0 0 0,-1 0 0,0 1 0,0-1 0,-1 1 0,0 1 0,-1-1 0,0 1-1,-1 1 1,0-1 0,0 1 0,-4-1 22,2 0 75,-1 0-1,0 1 0,0 1 1,-1 0-1,0 0 1,0 1-1,-1 1 1,1 1-1,-1-1 1,0 2-1,-1 0 0,1 1 1,0 0-1,-1 2 1,1-1-1,-4 2-74,12 0 6,0 1-1,0 0 0,0 0 0,0 1 1,1 0-1,0 0 0,-1 0 0,1 0 0,0 1 1,0 0-1,1 0 0,-1 0 0,1 1 1,0-1-1,0 1 0,0 0 0,1 0 1,-1 3-6,-9 13 66,0 1 1,2 0-1,1 1 0,1 0-66,3-5 1,0-1-1,1 1 0,1-1 1,-1 14-1,4-24-386,0 0 1,1 0 0,0 0 0,0 0-1,0 0 1,1 0 0,0-1 0,1 1 0,-1 0-1,1-1 1,1 1 0,-1-1 0,1 1 0,0-1 385,27 28-5526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4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3506,'0'0'6210,"0"0"-4705,0 0 1104,-17 155-1392,14-100-369,3 4-592,0-8-15,0-8 31,0-6-80,0-3-64,0-10-128,0 0 0,0-5-817,0-4-703,0-9-1394,0-6-1216,0 0-2304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5.3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3265,'0'0'4595,"0"0"-1674,0 0-765,0 0-476,0 0-559,-5 6-510,4-5-584,0 0 0,0-1 1,1 1-1,-1 0 0,0 0 1,0 0-1,1 0 0,-1 0 1,0 0-1,1 0 0,-1 0 0,1 0 1,-1 0-1,1 0 0,0 1 1,0-1-1,-1 0 0,1 0 1,0 0-1,0 0 0,0 1 0,0-1 1,0 0-1,0 0 0,1 0 1,-1 0-1,0 1 0,0-1 1,1 0-1,-1 0 0,1 0 0,0 1-27,2 0 82,0 0 0,1 0 0,-1-1 0,1 1 0,0-1 0,-1 0 0,1 0 0,0 0 0,0 0 0,0-1 0,0 1 0,0-1 0,3 0-82,42 1 219,-1-1-1,1-3 0,-1-2 1,0-2-1,0-2 0,9-4-218,-47 10-34,0 1 0,1 0 0,-1 1 0,1 0 0,0 0 0,0 1 0,10 2 34,-19-2-6,1 0 0,-1 1-1,1 0 1,-1-1 0,0 1 0,1 0 0,-1 0-1,0 0 1,1 1 0,-1-1 0,0 0-1,0 1 1,0-1 0,0 1 0,-1 0-1,1 0 1,0 0 0,-1 0 0,1 0 0,-1 0-1,1 0 1,-1 0 0,0 1 0,0-1-1,0 0 1,-1 1 0,1-1 0,0 1-1,-1-1 1,1 1 0,-1-1 0,0 1 0,0-1-1,0 1 1,0-1 6,0 36 115,1-8-19,-1-1 0,-2 1 0,0-1 0,-2 0 0,-7 25-96,-50 161 1243,-9 90-1243,69-290 1225,1-11-7481,0-3-6,0-19-15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5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11301,'0'0'1489,"0"0"696,0 0-1078,0 0-443,33-3-149,231-24 254,-241 22-1848,-17 4 81,-1-1-1,1 1 0,0 1 0,-1-1 0,1 1 0,0 0 0,4 0 999,-10 0-8198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6.6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40 944,'0'0'2807,"0"0"-248,0 0-148,0 0-143,0 0-80,-2 0 2749,12 0-4234,33 1-190,0 0-238,0-1 1,0-2-1,0-2 1,0-2-1,-1-2 1,9-4-276,-41 8 264,3 0-231,-8 3-8766,-5 1-1141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8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261 4 5731,'0'0'1608,"0"0"60,0 0-433,0 0-368,0 0-152,0 0-690,0-1 0,0 1 0,0 0 1,-1 0-1,1 0 0,0-1 0,0 1 0,0 0 0,0 0 0,-1 0 0,1 0 0,0 0 1,0-1-1,0 1 0,-1 0 0,1 0 0,0 0 0,0 0 0,0 0 0,-1 0 0,1 0 1,0 0-1,0 0 0,-1 0 0,1 0 0,0 0 0,0 0 0,-1 0 0,1 0 0,0 0 1,0 0-1,0 0 0,-1 0 0,1 0 0,0 0 0,0 0 0,-1 0 0,1 1 0,0-1 1,0 0-1,0 0 0,0 0 0,-1 0 0,1 1 0,0-1 0,0 0 0,0 0 0,0 0 1,0 0-1,-1 1 0,1-1 0,0 0 0,0 0 0,0 1 0,0-1 0,0 0 0,0 0 1,0 0-1,0 1 0,0-1 0,0 0 0,0 0 0,0 1-25,-1 15 225,-1 1 0,-1-1-1,0 0 1,-2 1 0,1-2-1,-2 1 1,0-1 0,-4 8-225,-14 23 504,-1 0 1,-5 2-505,-101 130 507,131-177-497,0 0 1,0-1 0,1 1-1,-1 0 1,0 0-1,1 0 1,-1-1 0,1 1-1,-1 0 1,1-1 0,-1 1-1,1 0 1,-1-1 0,1 1-1,0-1 1,-1 1-1,1 0 1,0-1 0,0 0-1,-1 1 1,1-1 0,0 1-1,0-1 1,0 0 0,-1 0-1,1 1 1,0-1-1,0 0 1,0 0 0,0 0-1,-1 0 1,1 0 0,0 0-11,45 11 77,-36-9-17,105 28 249,-67-16-13,1-1 0,0-3-1,1-2 1,0-2-1,14-2-295,-63-4 31,0 0 0,0-1 1,1 1-1,-1-1 0,0 1 0,0-1 0,0 0 0,0 1 0,0-1 0,0 0 0,0 0 0,0 0 0,0 0 0,0 0 0,-1 0 0,1 0 0,0 0 0,-1 0 0,1 0 1,0 0-1,-1-1 0,0 1 0,1 0 0,-1 0 0,0 0 0,1-1 0,-1 0-31,7-39 144,-6 38-121,3-54 169,-3 0-1,-2-7-191,0-4 247,-2 54 994,-1 35-967,-13 304-45,0 7 756,17-331-756,0-1-84,-2 2 1090,-1-1-3683,3-1 2184,0 0 0,0 0 0,-1 0 1,1 0-1,0 0 0,0 0 0,0 0 1,-1 0-1,1 0 0,0 0 0,0 0 0,0 0 1,0 1-1,-1-1 0,1 0 0,0 0 0,0 0 1,0 0-1,0 0 0,-1 0 0,1 1 1,0-1-1,0 0 0,0 0 0,0 0 0,0 0 1,0 1-1,-1-1 0,1 0 0,0 0 1,0 0-1,0 0 0,0 1 0,0-1 0,0 0 1,0 0-1,0 0 0,0 1 0,0-1 0,0 0 1,0 0-1,0 0 0,0 1 0,0-1 264,0 6-7104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09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0 4322,'0'0'4722,"0"0"-2369,0 0 288,0 0-1648,0 0-561,0 0-96,-14 98 257,14-46 15,0 3 48,0 0-448,0 0-176,0 0-32,-13-6-512,-1-3-1649,11-13-2513,3-17-4562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0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47 5539,'0'0'1888,"0"0"113,0 0-880,0 0-686,0 0 37,24-5 203,181-33 1819,-196 37-2272,0 0-1,0 0 0,0 1 0,0 0 1,0 0-1,0 1 0,7 1-221,-13-1 33,0 0 1,0 1-1,0-1 0,0 1 0,0-1 1,0 1-1,0 0 0,-1 0 0,1 0 0,-1 0 1,1 1-1,-1-1 0,0 1 0,0-1 0,0 1 1,0 0-1,-1 0 0,1 0 0,-1 0 1,1 0-1,-1 2-33,7 18 99,-1-1 0,-2 1 0,0 0 0,-1 0 0,-2 0 0,0 3-99,0 56 304,-4 9-304,0-2 180,2 16 196,0 41 742,0-48-4747,1-97 2945,-1-1 550,0 1 0,0-1 0,0 0 1,0 0-1,0 0 0,0 0 1,0 1-1,0-1 0,0 0 1,0 0-1,0 0 0,0 0 1,0 1-1,0-1 0,0 0 1,-1 0-1,1 0 0,0 0 1,0 0-1,0 1 0,0-1 1,0 0-1,0 0 0,0 0 1,0 0-1,0 0 0,-1 0 0,1 0 1,0 1-1,0-1 0,0 0 1,0 0-1,0 0 0,0 0 1,-1 0-1,1 0 0,0 0 1,0 0-1,0 0 0,0 0 1,-1 0-1,1 0 0,0 0 1,0 0-1,0 0 0,0 0 1,0 0-1,-1 0 0,1 0 1,0 0 133,-9 0-6046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0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1 108 8724,'0'0'3442,"0"0"-2210,0 0 545,0 0-1089,0 0 625,213 0-561,-138 0-544,-10 0 176,-14 0-384,-18 0-32,-5-10-400,-8-2-912,0-9-1105,1-7-1857,-4-8-1921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1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7251,'0'0'1324,"0"0"343,0 0-466,0 0-86,0 0 248,12 25-114,2 2-917,0-2 41,-2 0-1,-1 1 1,-1 0 0,-1 0-1,3 18-372,3 34 1416,-4 0 0,1 51-1416,-4 161 1676,-6-181-1333,5 155 484,-7-263-825,0-1 54,0 0-133,0 0 34,0 0-48,0-10-423,-2-110-437,-1 41 422,4 0 0,5-33 529,-3 97-20,0 0 1,1 0-1,0 1 1,1-1 0,1 1-1,0 0 1,1 0 0,0 1-1,1 0 1,1 0-1,0 1 1,1 0 0,0 1-1,6-5 20,-6 7-23,0 0 0,0 0 0,1 1 0,0 1 0,0 0 0,1 0 0,0 1 0,0 1 0,1 0 0,-1 1 0,1 0 0,0 1 0,0 0-1,0 1 1,1 0 0,5 1 23,-16 1-7,0-1 0,0 1 1,0 0-1,0 0 0,0 0 0,0 0 0,0 1 0,0-1 0,0 1 0,0 0 0,0-1 0,0 1 0,0 1 0,0-1 0,-1 0 0,1 1 0,0-1 1,-1 1-1,1 0 0,-1 0 0,0 0 0,0 0 0,0 0 0,0 1 0,0-1 0,0 0 0,0 1 0,-1 0 0,1-1 0,-1 1 0,0 0 0,0 0 0,0 0 1,0 0-1,0 0 0,-1 0 0,1 0 0,-1 0 0,0 0 0,0 2 7,2 14-46,0 1 1,-1-1-1,-1 1 1,-1 0-1,-1-1 1,0 0-1,-2 1 1,0-1-1,-1 0 1,-1-1-1,-1 1 1,0-1-1,-2-1 1,0 1-1,-1-1 1,-5 6 45,-2 4-60,-2-2 1,-1 0-1,-1-1 1,-1-1-1,-1 0 60,15-16-15,0 0 0,-1 0 1,-1-1-1,1 0 0,-1-1 0,0 0 0,0 0 0,0-1 0,-1 0 1,1-1-1,-1 0 0,0-1 0,0 0 0,0-1 0,-9 0 15,-44-1-141,63 0 48,1 0-36,9 2-567,-1 4 643,0 0 0,-1 0 0,1 1-1,-1 0 1,0 0 0,-1 0 0,0 1 0,0 0-1,4 7 54,20 26 4,-22-33 13,0 0 0,1 0 0,-1 0 0,2-1-1,-1 0 1,1-1 0,0 0 0,0 0 0,0-1 0,1-1-1,0 0 1,0 0 0,12 2-17,-16-5 92,0 0 0,0 0 0,1-1 0,-1 0 0,0 0 0,1-1-1,-1 0 1,0 0 0,0 0 0,1-1 0,-1 0 0,-1-1 0,1 0 0,0 0 0,-1 0 0,1-1 0,-1 0 0,0 0 0,0 0-1,0-1 1,-1 0 0,3-2-92,41-52 657,-47 54-1267,-2 1-3142,0 1-1005,0 0-3863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1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7 7507,'0'0'6243,"0"0"-5730,0 0 1119,0 0-1248,0 0 721,0 0-1089,-3 0-32,3 0-192,0 0-1665,0 0-2513,0-6-4178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2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10 1857,'0'0'1913,"0"0"-441,0 0 76,0 0 103,0 0-264,-7 0-141,-14-3-348,36 2 216,55 3 719,104 8 1654,70-10-3487,-172-9 898,-44 3-1954,-23 5-1475,-9 0-1954,-56 2-1670,26 4 2791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2.8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0 1297,'0'0'1862,"0"0"93,0 0-189,0 0-85,0 0-187,-8 13 264,6-3-1451,2-1-1,-1 0 1,1 0-1,1 1 1,0-1-1,0 0 1,1 0-1,0 0 1,2 5-307,3 23 523,-2 2-208,6 50 1730,5 0 0,19 63-2045,-26-119 146,-2 0 1,-1 1 0,-1 0 0,-2 0-1,-2 33-146,-1-66-3,-1 0-1,0 0 1,1-1-1,-1 1 1,0 0-1,0-1 1,1 1-1,-1 0 1,0-1-1,0 1 1,0-1-1,0 1 1,0-1-1,0 0 1,0 1-1,0-1 1,0 0-1,0 0 1,0 0 0,0 0-1,0 0 1,0 0-1,-1 0 4,-32 2-174,29-1 124,-211-1-313,215 0 409,1 0-6,0 0-80,22 0-158,32-3 386,0-2 0,0-3-1,0-2 1,9-5-188,89-16 79,-92 27 1188,-60 3-931,0 0-568,0-1 0,-1 1-1,1 0 1,0-1 0,0 1-1,-1 0 1,1-1 0,-1 1-1,1 0 1,-1-1 0,1 1-1,-1 0 1,0 0 0,0 0-1,1 0 1,-1-1 0,0 1-1,0 0 1,0 1 0,0-1-1,0 0 1,-1 0 232,-10-12-3559,1-7-2831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3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9780,'0'0'996,"0"0"834,0 0-574,0 0-429,0 0-418,35 1 44,208 4 806,-190-7-511,32-7-748,-15 2 296,-59 6-1193,-20 2-2657,-4-1-1813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4.6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159 171 4066,'0'0'995,"0"0"142,0 0-214,0 0-110,0 0 36,6 0-126,16 2 229,-16-1 246,-5-2 1559,13-10-1920,0-4-686,1 0 0,0 1 0,1 0-1,0 2 1,1-1 0,0 2 0,1 0 0,1 2 0,-1 0 0,2 1 0,-1 0 0,13-2-151,-17 7-9,-1-1 0,1 2 0,0 0 1,0 1-1,0 0 0,0 1 0,0 1 0,14 3 9,-23-3-2,1 1 0,-1-1 0,0 1 0,-1 1 0,1-1 0,0 1 0,-1 0 0,1 1 0,-1-1 0,0 1 1,0 0-1,0 0 0,-1 1 0,1-1 0,-1 1 0,0 0 0,-1 0 0,1 1 0,-1-1 0,0 1 0,2 4 2,1 8-1,-1 0 0,-1 0 0,0 0 0,-2 1 0,0-1 0,-1 1 0,0-1 0,-3 19 1,1 0 32,0-25-19,0 1-1,-2 0 1,1-1-1,-2 1 1,0-1 0,0 0-1,-1 0 1,0-1-1,-1 1 1,-1-1 0,0 0-1,0-1 1,-9 10-13,-12 13 99,-2-1 0,-1-2 1,-19 14-100,11-11 69,-2-2 1,-1-1 0,-30 14-70,54-33 24,-1-2 0,0 0 1,0-1-1,-1-1 0,0-1 0,0-1 0,-1 0 0,0-2 0,0 0 1,-6-1-25,23-2 16,1 0 0,-1 0 0,1 0 0,-1-1 0,1 1 1,-1-1-1,1 1 0,0-1 0,-1 0 0,1-1 0,0 1 1,0 0-1,-1-1 0,1 0 0,1 0 0,-1 0 0,-2-2-16,2 1 6,0-1 0,1 0-1,-1 0 1,1 0-1,0-1 1,0 1-1,1-1 1,-1 1-1,1-1 1,0 1-1,0-1 1,0-4-6,-1-4-28,0 1 0,1-1 0,0 0 0,1 0 0,0 0 0,1 0 0,1 0 1,0 1-1,2-8 28,-2 15-7,0 0 1,0 1-1,0-1 1,1 1 0,-1-1-1,1 1 1,0 0 0,0 0-1,1 0 1,-1 1-1,1-1 1,0 1 0,0 0-1,0 0 1,0 0 0,0 0-1,1 1 1,0 0-1,-1 0 1,1 0 0,0 0-1,0 1 1,0 0 0,0 0-1,1 0 7,3-1 9,1 0-1,-1 1 0,1 0 1,-1 0-1,1 1 1,-1 1-1,1 0 1,-1 0-1,0 0 0,1 1 1,-1 1-1,0 0 1,0 0-1,0 1 1,0 0-1,-1 0 0,0 1 1,0 0-1,5 4-8,46 42 76,-29-24-28,1-1 0,12 6-48,-32-25 25,0-1 0,0 0 0,0 0 0,0-1 0,1-1 1,0 0-1,0 0 0,0-1 0,8 0-25,1 0 274,1-1 0,0 0 1,0-2-1,0-1 0,7-1-274,-23 1 67,0 0 0,0 0 1,-1 0-1,1-1 0,0 0 0,-1 0 1,1-1-1,-1 1 0,0-1 0,0 0 0,0 0 1,0-1-1,0 0 0,-1 0 0,0 0 0,0 0 1,0 0-1,0-1 0,0 0 0,-1 0 0,3-4-67,-5 4-363,0 1 0,0 0 0,0 0 0,0 0 0,-1 0 0,0-1 0,0 1-1,0 0 1,-1-4 363,1-4-4602,0 8-2361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5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7587,'0'0'865,"0"0"960,0 0-64,0 0-113,0 193-527,0-138-609,-13 0 400,-1-7-447,-3-8-257,4-9-208,2-10-1009,8-12-1920,3-9-1569,0 0-2657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5.5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188 416 2865,'0'0'4264,"0"0"-2122,0 0-539,0 0-445,3-33 45,-2 22-1082,9-93 2333,-4-37-2454,-5 116 501,0 20-308,-1 0 1,1-1-1,-1 1 1,0 0-1,0-1 1,0 1-1,-1 0 1,0-1 0,0 1-1,0 0 1,-1 0-1,0 0 1,0 0-1,0 0 1,0 0-1,-1 0 1,0 1-1,0-1 1,0 1-194,2 3 227,1 1-110,0 0 14,0 0-78,0 0 6,0 0-17,0 25 121,4 22 24,1-1 0,3 1 0,1-1-1,7 12-186,7 40 187,-12-43-135,-1 1-1,-3 1 1,-3-1 0,-2 1 0,-3 4-52,1-57-16,-1-1 1,1 0 0,-1 0-1,0 1 1,0-1 0,0 0 0,0 0-1,0 0 1,-1 0 0,1 0-1,-1 0 1,0 0 0,0-1-1,0 1 1,0-1 0,-1 1-1,-1 1 16,-2 0-42,0 0 0,0 0 0,0 0 0,-1-1 0,1 1 0,-1-2-1,0 1 1,-3 0 42,-10 2-111,0 0 0,-1-2 0,0 0 0,1-2 0,-12 0 111,21-1-44,8-1 36,0 1 1,0 0 0,0 0 0,0 0 0,0 0 0,0 0-1,0 1 1,0-1 0,0 1 0,0 0 0,1 0 0,-1 0-1,0 0 1,0 1 0,-1 0 7,4-2 3,0 0 0,0 0 1,0 1-1,0-1 0,0 0 0,0 0 0,0 1 0,0-1 1,-1 0-1,1 1 0,0-1 0,0 0 0,0 0 0,0 1 1,0-1-1,0 0 0,0 0 0,1 1 0,-1-1 0,0 0 1,0 0-1,0 1 0,0-1 0,0 0 0,0 0 0,0 1 1,1-1-1,-1 0 0,0 0 0,0 1 0,0-1 0,0 0 1,1 0-1,-1 0 0,0 0 0,0 1 0,1-1 0,-1 0 1,0 0-1,0 0 0,1 0 0,-1 0 0,0 0 0,0 0 1,1 0-1,-1 0 0,0 1 0,0-1 0,1 0 0,-1 0 1,0 0-1,0-1 0,1 1 0,-1 0 0,0 0 0,1 0 1,-1 0-1,0 0 0,0 0-3,95 3 1166,40-5-1166,-100 1 170,-16 0 11,1 0 0,-1-1-1,0-1 1,-1-1 0,1 0-1,-1-2 1,15-6-181,-29 10-1196,-1 1 363,-1 0 0,1 0 0,-1 0 0,1-1 0,-1 1 0,0-1-1,0 0 1,0 1 0,0-1 0,2-2 833,12-16-7078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5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1 171 12502,'0'0'1470,"0"0"421,0 0-618,0 0-59,34 1-291,6 1-691,-7 0-43,0-1 0,0-2 0,0-1 0,0-1-1,15-5-188,-5-3 198,-1-1-1,0-3 1,-1-1-1,-1-2 0,0-2 1,5-5-198,-45 24-550,1 0 0,0 0 0,-1-1 0,1 1 0,-1 0 0,1 0 0,-1-1 0,0 1 1,1 0-1,-1-1 0,0 1 0,0 0 0,0-1 0,0 1 0,0 0 0,0-1 0,-1 1 0,1 0 0,0 0 0,-1-1 0,1 1 0,-1 0 0,0-1 550,-10-13-7624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6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0 105 9300,'0'0'1409,"0"0"128,0 0-561,0 0 401,228 0-369,-140-7-688,-17-2 513,-13 0-417,-17 3-416,-14 0 0,-7-3-865,0-7-879,1-2-2754,-8-6-1297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6.7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5 399 3586,'0'0'3956,"0"0"-2841,0 27-133,-2 0-660,1-13-189,0-1 0,1 1 0,0 0 0,1-1 0,0 1 0,1-1 0,1 1 0,0-1 0,1 0 0,0 0 0,5 8-133,1-2 198,0 0 1,2 0 0,0-1-1,1 0 1,1-1-1,1-1 1,0 0-1,1-1 1,0-1-1,1 0 1,1-2-1,0 0 1,1 0-1,0-2 1,1 0-1,0-2 1,1 0 0,-1-1-1,2-1 1,-1-1-1,0-1 1,1-1-1,0-1 1,13 0-199,-17-1 44,-1 0 0,1-1 0,0-1 0,-1 0 0,1-2 0,-1 0 0,1 0 1,-1-2-1,0 0 0,-1-2 0,1 1 0,-1-2 0,-1 0 0,1-1 0,-2 0 0,1-2 0,0 0-44,9-9 112,-2 0-1,0-1 0,-1-2 0,-1 0 0,-1-1 0,9-15-111,-17 21 131,-1-1 0,0 1-1,-2-2 1,0 1 0,-1-1 0,-1 0-1,-1 0 1,-1-1 0,-1 0 0,0-1-131,-2 13 72,2-28 58,-1 0 0,-2 1 0,-2-2-130,2 27-43,-1 1 0,-1 0 0,0 0 0,-1 0 0,1 1 0,-2-1 0,1 1 0,-2-1 0,1 1 0,-1 0 0,0 1 1,-1-1-1,-2-1 43,-3-3-26,-1 1 0,-1 1 1,0 0-1,0 1 1,-1 0-1,0 1 1,0 0-1,-1 1 1,-1 1-1,1 1 0,-1 0 1,-14-3 25,2 3 74,-1 0 0,0 2 1,0 2-1,-1 0 0,1 2 1,0 1-1,-1 2-74,14-1 16,1 1-1,0 0 1,-1 1-1,1 1 1,1 1-1,-1 0 1,1 0-1,0 2 1,0 0-1,1 0 1,0 1-1,1 1 1,0 0-1,0 1 1,1 0-1,1 1 1,0 0-1,0 1 1,1 0-1,1 0-15,-6 9 218,2 1 1,0 0-1,1 0 0,2 1 0,0 1 1,2 0-1,1 0 0,0 0 0,2 0 0,1 1 1,1 24-219,2-48 55,0 3-2,0 0 1,0 0-1,0-1 1,-1 1-1,1 0 0,-1 0 1,0-1-1,0 1 0,-2 3-53,1-5-503,0 0 0,0-1 0,0 1 0,0 0 0,0-1 0,-1 1 0,1-1 0,-1 0 0,-2 2 503,-18 11-5952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7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3378,'0'0'3956,"0"0"-1622,0 0-631,0 0-354,35 1 244,250 7 966,5-12 454,-142 0-3016,0 3-4547,-147 3-761,-3 4 3295,2-5 1225,-5 5-4262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8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323 0 5891,'0'0'1873,"0"0"-502,0 0-315,0 0 92,4 27 335,8 39-245,3-1 0,7 14-1238,11 47 1634,-6 1 1,7 104-1635,-22-150 362,-3 6-190,-3 0 0,-4 25-172,-2-111-22,-1 1 0,0 0 1,1-1-1,-1 1 0,0-1 0,0 1 1,0-1-1,0 1 0,0-1 0,0 1 1,0-1-1,-1 0 0,1 0 0,0 1 1,-1-1-1,1 0 0,-1 0 0,1-1 1,-1 1-1,0 0 0,0 0 22,-42 17-339,38-16 238,-17 6-409,0-2-1,0-1 0,-1 0 0,1-2 0,-17 0 511,-124-3-2095,76-2 2262,73 2 4113,32-1-3558,37 1-836,55 16 613,-26-4-96,29-1-403,314-5 420,-308-7 1054,-117 1-1431,-1 0-57,0 0-84,0 0-404,11-1-3342,7-9-1308,11-9-2793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9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7603,'0'0'2089,"0"0"-224,0 0-328,0 0-288,0 0-508,11 3-370,13 5 156,1-2 0,0-1 0,0-1 0,0-1 0,9-1-527,140-1 1685,-87-3-3326,-85-1-2398,-2-11 1122,0-2-1538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19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10005,'0'0'2089,"0"0"-961,0 0-141,0 0-53,30 1-56,207 4 402,18-5 852,-255 0-1521,0 0 112,0 0-139,0 0-114,0 0-230,0 0 13,0 0 11,0 0-13,0 0 21,0 0-122,0 0 68,0 0-111,0 0 51,0 0-49,0 0 8,0 0-2,0 0-11,0 0-40,0 0-45,0 0-33,0 0-20,0 0-6,0 0 42,0 0-52,0 0 95,-2 0-37,-43-1-9855,24-1 1310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0.6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1 651 7139,'0'0'2145,"0"0"-240,0 0-333,0 0-473,0 0-368,10-18-299,7-8-281,25-43 759,-3-1 0,28-71-910,-52 104 311,-2-2 0,-1 0-1,-2 0 1,-2-1 0,-2 0-1,-1 0 1,-2-12-311,-3 52 371,0 7-195,0 5-219,1 131 174,-7-1-1,-9 25-130,-12 67 625,24-133-6583,5-90 631,12-7-2458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1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1 521 7796,'0'0'2310,"0"0"-560,12-35-451,42-114-301,-36 108-362,2 0 1,20-29-637,11-23 1152,-38 60-639,-10 23-80,1 1 0,0 0 1,0 0-1,1 0 0,1-1-433,-6 10 15,0 0 1,0 0 0,1-1-1,-1 1 1,0 0 0,0 0-1,0 0 1,0 0 0,0 0-1,0 0 1,1 0 0,-1-1-1,0 1 1,0 0 0,0 0-1,0 0 1,0 0 0,1 0-1,-1 0 1,0 0 0,0 0-1,0 0 1,0 0 0,1 0-1,-1 0 1,0 0 0,0 0-1,0 0 1,0 0 0,0 0-1,1 0 1,-1 0 0,0 0-1,0 0 1,0 0-1,0 0 1,1 1 0,-1-1-1,0 0 1,0 0 0,0 0-1,0 0 1,0 0 0,0 0-1,0 0 1,1 1 0,-1-1-1,0 0 1,0 0 0,0 0-1,0 0 1,0 0 0,0 1-1,0-1 1,0 0 0,0 0-1,0 0 1,0 0 0,0 1-1,0-1 1,0 0 0,0 0-1,0 0-15,4 15-186,-4-14 232,13 106 306,-4 1 0,-5 0 0,-8 65-352,2-12 112,2-121-870,0-16-3313,1-17-1230,8-6-1726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1.4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4434,'0'0'3682,"0"0"-2322,0 0 849,41 165-320,-27-113-624,-1-6-545,-6 0-80,-4-7-319,1-5-321,-1-3-417,1-10-1600,2-15-2849,1-6-2497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1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42 5795,'0'0'1723,"0"0"153,0 0-212,0 0 73,0 0-355,0-4-285,-2-11-70,2 14-949,0 0-1,0 1 0,0-1 0,0 1 0,0-1 0,0 0 1,0 1-1,0-1 0,0 0 0,1 1 0,-1-1 0,0 0 1,0 1-1,1-1 0,-1 1 0,0-1 0,0 0 1,1 1-1,-1-1 0,1 1 0,-1-1 0,1 1 0,-1-1 1,1 1-1,-1 0 0,1-1 0,-1 1 0,1 0 0,-1-1 1,1 1-78,39-4 422,0 3 1,0 1 0,0 2 0,5 2-423,-41-3-5,0 0 0,0 1 0,0-1 0,-1 1 0,1-1 1,0 1-1,-1 0 0,0 1 0,1-1 0,-1 0 0,0 1 0,0 0 0,0 0 0,-1 0 1,1 0-1,-1 0 0,1 0 0,-1 1 0,0-1 0,-1 1 0,1 0 0,0-1 0,-1 1 0,0 0 1,0 0-1,0 0 0,0 0 0,-1 0 0,0 0 5,2 12-36,-1 0 1,0-1-1,-1 1 0,-1 0 0,-1 0 1,0-1-1,-1 1 36,0-5-27,0 0 0,-1 0 0,0 0 1,-1 0-1,0-1 0,-1 0 0,0 0 0,0-1 1,-2 1 26,5-5-33,0-1 0,-1 1 0,0-1 0,0 0 0,0 0 0,0-1 0,0 1 0,-1-1 0,0 0 0,0 0 0,0 0 0,0-1 0,0 0 0,0 0 0,-1 0 1,1 0-1,0-1 0,-1 0 0,-2 0 33,8-3 10,0 0 0,0 0 1,-1 0-1,1-1 0,0 1 0,1 0 1,-1 0-1,0 0 0,1 0 0,-1 0 1,1 0-1,-1 0 0,2-2-10,1 2 10,-1-1-1,1 0 1,1 1-1,-1 0 1,0-1-1,0 1 0,1 0 1,-1 1-1,1-1 1,0 1-1,-1-1 1,1 1-1,0 0 1,0 1-1,0-1-9,65-6 180,-64 7-171,15-1 33,-1 0-1,1 2 1,0 0 0,0 1 0,-1 1-1,1 1 1,-1 1 0,12 4-42,-22-5-2,1 1 1,-1 0 0,0 0 0,0 0-1,0 1 1,-1 1 0,0-1 0,0 1-1,-1 1 1,1 0 0,-2 0-1,1 0 1,-1 0 0,0 1 0,-1 0-1,0 1 1,0 2 1,1 0-14,-2 1-1,0 0 1,0 1-1,-1-1 1,-1 0 0,0 1-1,-1 0 1,-1 2 14,1-9 7,-1 0 0,-1 0 1,1 1-1,-1-1 0,0 0 1,-1 0-1,0 0 0,0 0 1,0 0-1,-1-1 0,0 1 1,0-1-1,-1 1 0,0-1 1,-4 5-8,0-2 82,-1-1 0,-1 0 1,1 0-1,-1-1 0,-1 0 1,1 0-1,-1-1 0,0-1 1,0 0-1,-1 0 0,0-1 1,0-1-1,-3 1-82,-20 1-77,1-1 0,-1-1 1,0-2-1,-2-1 77,36 0-2609,1 0-2687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2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 10773,'0'0'4098,"0"0"-3474,0 0 1505,0 0-1136,0 0-81,0 0-608,217-25 0,-170 13-208,-16 6-96,-14 6-96,-7 0-496,0 0-1089,-3 0-2001,0 0-2816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3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191 245 5587,'0'0'1806,"0"0"-224,0 0-174,0 0-250,0 0-392,-1-2-541,1 1-1,-1 0 1,0 0 0,1-1 0,-1 1-1,1 0 1,-1-1 0,1 1 0,0-1-1,0 1 1,-1 0 0,1-1-1,0 1 1,0-1 0,0 1 0,1-1-1,-1 0-224,3-9 108,1-1 0,0 1 0,1 0-1,0 1 1,1-1 0,0 1-1,1 0 1,0 0 0,0 1 0,1 0-1,0 0 1,1 1 0,0 0-1,0 1 1,1 0 0,0 0 0,0 1-1,8-4-107,-4 3 107,1 0-1,0 1 0,0 1 1,1 1-1,-1 0 0,1 1 1,0 0-1,0 1 0,0 1 1,0 1-1,1 0 1,-1 1-1,11 2-106,-22-1 2,0-1 0,0 1-1,-1 0 1,1 0 0,0 1 0,-1 0 0,0-1-1,1 2 1,-1-1 0,0 0 0,0 1 0,-1-1 0,1 1-1,-1 0 1,0 1 0,0-1 0,0 0 0,-1 1-1,1 0 1,-1-1 0,0 1 0,0 0 0,-1 0 0,0 0-1,0 0 1,1 3-2,3 18 13,-1 0 0,-2 1 0,0-1 0,-2 16-13,1-25 10,-2-1 1,0 1 0,0-1 0,-2 1 0,0-1 0,-1 0 0,0 0-1,-1 0 1,-1-1 0,-1 1 0,0-1 0,-1-1 0,-1 1 0,0-2-1,-7 9-10,-2 2 17,-2 0-1,-1-1 1,0-1 0,-2-1-1,0-1 1,-2-1-1,0-1 1,-1-1-1,-1-2 1,0 0-1,-1-2 1,0-1-1,-1-1 1,-1-2-1,1-1 1,-2-1 0,1-1-1,-1-2 1,1-1-1,-5-1-16,33-3-8,1 1 1,0 0-1,0-1 0,0 1 0,0-1 1,0 1-1,0-1 0,0 0 0,0 1 1,0-1-1,0 0 0,0 0 0,0 1 1,0-1-1,1 0 0,-1 0 0,0 0 1,1 0-1,-1 0 0,0 0 0,1-1 1,-1 1-1,1 0 0,0 0 0,-1 0 1,1 0-1,0 0 0,0-1 0,0 1 1,0 0-1,0 0 0,0-1 8,-1-51-483,2 39 315,-1 10 131,0-1 1,1 1-1,-1 0 0,1-1 1,0 1-1,0 0 1,0 0-1,1 0 0,-1 0 1,1 0-1,0 0 0,0 1 1,1-1-1,-1 0 0,1 1 1,0 0-1,-1 0 0,3-2 37,0 1-4,1 0 0,-1 0-1,1 0 1,0 0 0,1 1-1,-1 0 1,1 0 0,-1 1 0,1 0-1,0 0 1,0 0 4,4 0 5,0 0 1,0 1 0,0 0-1,0 1 1,1 0-1,-1 1 1,0 0-1,0 0 1,0 1-1,-1 1 1,1 0-1,0 0 1,-1 1-1,8 5-5,14 11 13,-1 2 0,4 6-13,-10-8 177,1-1-1,26 15-176,-41-29 111,0 0 0,0 0 0,0-1 0,1 0 0,-1-1-1,1 0 1,0-1 0,0 0 0,10 0-111,82-2 574,-103 0-627,0 0 0,0 0 1,0 0-1,0-1 0,0 1 1,0 0-1,0-1 0,0 1 1,0-1-1,-1 1 0,1-1 1,0 0-1,0 1 0,0-1 1,-1 0-1,1 1 0,0-1 1,-1 0-1,1 0 0,0 0 1,-1 0-1,1 0 0,-1 1 0,0-1 1,1 0-1,-1 0 0,0 0 1,1 0-1,-1-1 53,5-32-5383,-5 30 4143,3-23-7454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3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9284,'0'0'1729,"0"0"-1121,0 0 1297,0 0-672,0 0-353,0 0-720,81 174 176,-81-147-336,0 7-240,0-6-2353,0-13-2721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3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69 465 5699,'0'0'3110,"9"-29"-1658,3-8-1054,11-36 1311,3-29-1709,-18 68 424,-3-1-1,-1 1 0,-1-17-423,-2-17 3773,-1 67-2874,0 10-267,-20 552 2679,19-558-3398,0-1 0,0 1 0,0-1 0,0 1 1,-1-1-1,1 0 0,-1 1 0,0-1 0,1 0 0,-1 0 0,0 0 0,0 0 1,0-1-1,-1 1 0,1 0 0,0-1 0,-1 1 0,1-1 0,-1 0 1,1 0-1,-1 0 0,0 0 87,-6 3-688,-31 17-3287,-6 1-3284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4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1 220 4834,'0'0'1075,"0"0"307,0 0-328,0 0-251,0 0 363,23-4-315,43-4 279,1 2 0,6 3-1130,429 19 2405,-257-5-1723,1342 4 801,-998-59-1773,-3-31 235,-498 64 104,18 0 2833,98 4-2882,-86 5-129,-58-2 35,-1-4 0,22-6 94,-18 3-217,56-3 217,-57 12-72,-36 3 69,-1-2 0,1-1 0,-1-1-1,0-1 1,0-2 0,13-4 3,-30 9-775,14-4 2052,-20 2-3738,-14 2-4894,-18-2-982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6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0 8468,'0'0'1542,"0"0"-11,0 27-138,2 17-869,-1-6 66,-1 0 1,-4 33-591,1-55 134,0 1 0,-1-1 0,-1 1 0,-1-1-1,0-1 1,-1 1 0,0-1 0,-1 0 0,-1-1 0,-1 0 0,0 0 0,0-1 0,-1-1 0,-1 1 0,0-2 0,-1 0 0,0 0 0,-1-1 0,-1 0-134,32-6-30,-1 2 1,0 0 0,0 1-1,-1 0 1,3 3 29,-8-5 32,61 33-37,-38-19 45,2-2 0,6 2-40,-30-14 1,1-1 0,-1-1 0,1 0 0,-1-1-1,1 0 1,0 0 0,0-1 0,0-1 0,2 0-1,-11-1 10,1-1 1,0 1 0,-1 0-1,1-1 1,-1 0-1,1 0 1,-1 0 0,0 0-1,0-1 1,0 1-1,0-1 1,0 1 0,0-1-1,-1 0 1,0 0 0,1-1-1,-1 1 1,0 0-1,-1-1 1,1 1 0,1-4-11,4-10 60,1-1 0,-2 0 0,4-17-60,-5 2 147,0 0 0,-2-1 0,-2 1-1,-1-1 1,-2-2-147,1-27 1469,1 63-1277,0 0-50,0 31-107,1 118 118,-2 161 1065,-3-219-745,-5-1 1,-9 34-474,5-87-1065,6-27-2053,1-6-3974,5-4-2189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6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9780,'0'0'1521,"0"0"-288,0 0-1,0 0 1,0 171-625,0-113-336,0-6 737,0-3-257,0-9-256,0-6-208,0-7-288,0-12-16,0-2-1104,0-13-1153,0 0-1393,0 0-1184,17-40-1601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6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2577,'0'0'7582,"0"0"-5074,0 0-859,0 0-302,0 0-450,20 2-367,196 8 874,-207-10-1387,-1 0 0,1 0 0,-1 1 0,0 1 0,1-1 0,-1 1 0,0 1 0,0-1 0,8 5-17,-11-4 4,0 0-1,0 1 1,0-1-1,0 1 1,0 0 0,-1 1-1,0-1 1,0 1-1,0 0 1,0 0 0,-1 0-1,0 1 1,2 4-4,7 16 141,-2 1-1,0 0 1,-2 1 0,-1 0 0,-1 0 0,-2 1-1,1 19-140,0 52 579,-7 58-579,0-46 66,1-54-1544,1-57 1203,-1 0 0,0-1 0,0 1 0,0-1 1,0 1-1,0-1 0,0 1 0,-1-1 0,1 1 0,0-1 0,0 0 0,0 0 0,0 0 1,0 0-1,0 0 0,-1 0 0,1 0 0,0 0 0,0 0 0,-1 0 275,-26-3-4496,-5-4-1811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95 11205,'0'0'2353,"0"0"-1184,0 0 544,0 0 79,261 19-719,-162-32-945,-11-2-80,-27-6-96,-23 8-176,-15 1-240,-9 3-401,-1 3-928,1-6-1088,6-1-2962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7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7203,'0'0'1921,"0"0"-491,0 0-499,0 0-154,0 0-393,7 28 555,1 5-526,10 43 1639,11 19-2052,7 21 2664,-6 2 1,4 46-2665,-18-60 961,-5 0 0,-3 96-961,-8-199-34,0-1-28,0 0 30,0 0-34,0-6-348,-1-15 14,-2 0 0,0 0 0,-4-13 400,-7-41-756,9 16 332,1 1 0,3-1 0,7-54 424,-4 104-3,0 0 0,0 0 0,1 0 0,1 1 0,0 0 0,0-1 0,0 1 0,1 0 0,0 1 0,0-1 0,1 1-1,0 0 1,1 1 0,-1-1 0,1 1 0,0 0 0,6-3 3,2-1 0,-1 1 0,1 1 0,1 0-1,-1 1 1,1 0 0,0 2 0,1 0 0,16-3 0,-17 5-24,0 0 0,0 1 0,0 1 0,-1 1 1,17 1 23,-28 0-14,0-1-1,0 1 1,0 0 0,0 0 0,0 0 0,-1 0 0,1 1 0,0 0-1,0 0 1,-1 0 0,0 0 0,1 0 0,-1 1 0,0-1 0,0 1 0,0 0-1,0 0 1,-1 0 0,1 0 0,-1 0 0,0 1 0,0-1 0,0 1-1,0 0 1,0 0 14,2 7-45,-1 1-1,0 0 0,-1-1 0,0 1 1,-1 0-1,0 0 0,-1 0 1,0 0-1,-1 0 0,0 0 0,-1 0 1,0-1-1,-1 1 0,0 0 0,-1-1 1,-1 0-1,1 0 0,-2 0 1,1-1-1,-8 10 46,-2 2-94,-1-1 0,-1 0-1,-2-2 1,1 0 0,-2 0 0,-1-2 0,0-1 0,-21 12 94,33-21-47,-1-2 0,0 0 0,0 0 0,-1-1 1,0 0-1,0 0 0,0-1 0,0-1 0,0 0 0,0-1 0,-1 0 0,1 0 0,0-1 1,-10-2 46,19 2-192,12 9-497,13 11 793,2-2-1,0 0 1,1-2-1,1 0 0,0-2 1,1-1-1,0-2 1,1 0-1,0-2 1,1-1-1,0-1 0,0-2 1,2-1-104,-3-2 373,-7 0 82,0 0 0,1-2 0,19-2-455,-37 1 91,0 1 1,0-1 0,-1 0 0,1 0-1,0 0 1,-1-1 0,1 0 0,0 0 0,-1 0-1,0 0 1,0-1 0,1 0 0,-2 0-1,1 0 1,0 0 0,-1 0 0,1-1 0,-1 0-1,3-3-91,2-8 18,-1 0 0,0 0 0,-1 0 0,-1-1 0,0 1 0,-1-1 0,-1-1 0,1-12-18,2-81-7216,-6 67-1647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8.9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5731,'0'0'5383,"0"0"-2256,0 0-672,0 0-817,0 0-430,15 5-674,15 2-215,0-1 0,1-1 0,-1-2 0,15-1-319,144-1 1098,-99-2-850,3-5-1168,-93 6-459,0 0-1070,-5 0-2538,-20-1 1207,-16-1-3082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29.3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52 8964,'0'0'3604,"0"0"-1669,0 0-377,0 0-518,0 0-231,43 0-191,146-2 36,-144 1-384,-1-3-1,-1-1 1,1-2-1,34-11-269,-20 4 35,-58 14-80,0 0 1,0 0 0,0 0 0,0 0 0,0 0 0,0 0 0,0 0 0,0 0-1,0 1 1,0-1 0,0 0 0,0 0 0,0 0 0,0 0 0,0 0 0,0 0-1,0 0 1,0 0 0,0 0 0,0 1 0,0-1 0,0 0 0,0 0 0,0 0-1,0 0 1,0 0 0,0 0 0,0 0 0,0 0 0,0 0 0,0 0-1,0 1 1,0-1 0,0 0 0,0 0 0,0 0 0,0 0 0,0 0 0,1 0-1,-1 0 1,0 0 0,0 0 0,0 0 0,0 0 0,0 0 0,0 0 0,0 0-1,0 0 1,0 0 0,0 0 0,1 0 0,-1 0 0,0 0 0,0 0-1,0 0 1,0 0 0,0 0 0,0 0 0,0 0 0,0 0 0,0 0 0,1 0-1,-1 0 1,0 0 0,0 0 0,0 0 0,0 0 44,-9 11-1774,-14 10-1342,-13 7-3185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2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451 271 7571,'0'0'1876,"0"0"-390,0 0-3,0 0-349,0 0-381,0 0-271,-15 30 249,-3 8-450,-14 25 847,-36 54-1128,-153 211 1406,253-405-1579,67-135 183,48-155-10,-132 324 2,-10 24 3,1 0-1,1 1 0,0 0 0,2 1 1,0-1-1,1 1 0,1 0-4,-11 16 1,1 1-1,-1 0 1,0-1 0,0 1-1,1 0 1,-1 0-1,0-1 1,0 1 0,1 0-1,-1 0 1,0 0-1,1 0 1,-1-1-1,0 1 1,1 0 0,-1 0-1,0 0 1,1 0-1,-1 0 1,1 0-1,-1 0 1,0 0 0,1 0-1,-1 0 1,0 0-1,1 0 1,-1 0-1,0 0 1,1 0 0,-1 0-1,0 0 1,1 1-1,-1-1 1,0 0-1,1 0 1,-1 0 0,0 1-1,1-1 1,-1 0-1,0 0 1,0 1 0,1-1-1,-1 0 1,0 0-1,0 1 1,0-1-1,1 0 1,-1 1 0,0-1-1,0 0 1,0 1-1,0-1 1,0 0-1,0 1 1,0-1 0,0 1-1,0-1 1,0 0-1,0 1 1,0-1-1,0 0 1,0 1-1,5 26 32,-4-26-22,6 102 827,-4 0 1,-5 8-838,1 2 416,0-48-302,-2 0 0,-3 0 0,-3 0 1,-17 60-115,21-108-18,-1 0 0,0 0 1,-1-1-1,-1 0 1,-1 0-1,0-1 0,-1 0 1,0 0-1,-1-2 1,-1 1-1,-11 9 18,13-14-51,-1 0 0,0-1-1,-1 0 1,0-1 0,0 0-1,0-1 1,-1 0 0,0-1-1,0-1 1,0 0 0,-1 0-1,1-1 1,-1-1 0,0-1-1,-4 0 52,-97 0-82,217-13 1026,-11 5-773,71-2 205,-162 9-552,0 0-643,6 0-6310,-2 0-1040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3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0 10085,'0'0'1888,"0"0"-47,0 0-608,0 0 496,0 0-785,-3 202-512,-21-141-128,-6-3-304,6-6-384,7-6-1521,3-16-1952,11-17-3379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3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557 377 5987,'0'0'1907,"0"0"-407,0 0 10,0 0-112,0 0-670,1-28-376,5-182 1182,-6 205-1447,-1-1-1,1 1 1,-1 0-1,0 0 1,0 0-1,0 0 1,-1 0-1,0 0 1,0 0-1,0 0 1,0 1-1,-1-1 1,0 1-1,0-1 1,0 1-1,-1 0 1,1 1-1,-1-1 1,0 0-1,0 1 1,0 0-1,0 0 1,-1 0-1,1 0 1,-1 1-1,-5-2-86,-3-1 83,0 0-1,-1 2 0,1-1 0,-1 2 0,0-1 0,0 2 0,0 0 0,0 1 0,-11 1-82,15 1 29,-1 0-1,0 1 1,1 0-1,0 1 1,-1 0-1,1 1 1,1 0-1,-1 0 0,1 1 1,0 0-1,0 1 1,1 0-1,0 0 1,0 1-1,0 0 1,-1 3-29,-16 18 192,2 2 0,1 0 1,1 2-1,1 2-192,10-18 68,1 1-1,0 0 1,1 0 0,2 1 0,-1 0-1,2 0 1,1 0 0,0 1 0,2-1-1,-1 13-67,3-29-10,0-1 1,0 0-1,1 0 0,-1 0 0,1 1 0,-1-1 0,1 0 0,0 0 0,-1 0 0,1 0 0,0 0 0,1 0 1,-1 0-1,0-1 0,0 1 0,1 0 0,-1-1 0,1 1 0,-1-1 0,1 1 0,0-1 0,0 0 0,-1 1 1,1-1-1,0 0 0,0 0 0,0-1 0,0 1 0,1 0 0,-1-1 0,0 1 0,0-1 0,0 0 0,0 1 1,1-1-1,-1 0 0,2-1 10,5 1-9,1 0 0,0-1 0,-1 0 0,1-1 0,-1 0 1,0 0-1,0-1 0,7-3 9,14-10 31,-1-2 0,-1-1 0,-1-1-1,-1-1 1,-1-2 0,0 0 0,-1-2-31,37-34 43,-59 57-43,0 0 0,0 0 0,1 0 0,-1 1 0,0-1 0,1 1 0,-1-1 0,1 1 0,0 0 1,-1 0-1,2 0 0,-3 1-4,-1 0 1,1 0 0,0 0 0,-1 0 0,1 0-1,-1 0 1,1 0 0,-1 0 0,1 0 0,0 0-1,-1 0 1,1 1 0,-1-1 0,1 0 0,-1 0 0,1 1-1,-1-1 1,1 0 0,-1 1 0,1-1 0,-1 0-1,0 1 1,1-1 0,-1 1 0,1-1 0,-1 1-1,0-1 1,0 1 0,1-1 0,-1 1 0,0-1 3,2 7-22,-1-1 0,0 1 0,0-1 0,0 1 0,-1 0 0,0-1 0,-1 6 22,1 4 36,1 33 132,-3 0 1,-2 0 0,-2-1 0,-6 19-169,2-21 97,-54 246 32,64-276-899,1-15-2834,0-2-3571,16-19-885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4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456 14 6307,'0'0'472,"0"0"502,0 0 362,0 0-359,0 0-569,20 22-194,59 63 84,-57-64 12,-21-21-75,-1 0 277,0 0 208,0 0-16,0 0-53,0-3-37,0-4-423,0 0 1,-1 0-1,0 0 1,0 0-1,0 0 0,-1 0 1,0 0-1,0 0 0,-4-6-191,4 9 55,0 0-1,-1 1 0,0-1 0,1 0 0,-1 1 1,0 0-1,-1 0 0,1 0 0,0 0 1,-1 1-1,0-1 0,0 1 0,0 0 0,0 0 1,0 0-1,0 0 0,-3 0-54,-4-1 74,-1 0 0,0 1 0,0 1 0,0-1 0,0 2 1,0 0-1,0 0 0,0 1 0,0 1 0,0 0 0,1 0 0,-1 1 0,1 1 0,-1 0 0,1 0 0,0 1 1,1 1-1,-1 0 0,1 0 0,0 1 0,0 0 0,-3 5-74,-8 8 134,0 1 0,2 1 1,1 0-1,0 2 0,2 0 0,1 1 0,1 0 0,1 1 0,-8 23-134,8-15 52,2 1 0,1 1 0,2 0 0,2 0 0,0 0 0,3 1 0,1 19-52,2-43 18,0 0 0,1 1 0,1-1 0,0 0 0,0 0 0,2 0 0,-1-1 0,2 1 0,4 9-18,-4-13 17,0-1 0,1 0 1,-1 0-1,2 0 0,-1-1 0,1 0 0,0 0 0,0 0 0,1-1 0,0-1 0,0 1 0,1-1 1,6 3-18,2-1 21,1-1 1,0-1 0,0 0 0,0-1 0,1-1-1,-1-1 1,1-1 0,0 0 0,-1-1-1,1-1 1,0-1 0,16-4-22,-25 3 2,0 0-1,-1 0 1,1-1 0,-1-1-1,0 1 1,0-2 0,0 1-1,0-1 1,-1-1 0,0 1-1,-1-1 1,1-1 0,-1 1-1,-1-1 1,1-1 0,-2 1-1,1-1 1,-1 0-2,3-4-30,-2 0 0,0 0 0,-1 0 0,0-1 0,-1 0 0,0 1 0,-1-2-1,-1 1 1,0 0 0,-1 0 0,0-1 0,-2-8 30,0 21 8,1 0 0,-1 1 0,0-1 0,0 0 0,-1 1 0,1-1 0,0 1 0,0 0 0,-1-1 0,1 1 0,-1 0 0,1 0 0,-1 0 0,0 0 0,1 0 0,-1 0 0,0 0 0,1 1 0,-1-1 0,0 1 0,0-1 0,0 1 0,0 0 0,0-1-1,1 1 1,-1 0 0,0 0 0,0 1 0,0-1 0,-1 0-8,-9 0 57,0 0 0,0 1 0,0 1 0,-7 1-57,8 1 33,-1 0-1,1 1 1,0 0-1,1 1 1,-1 1-1,1-1 1,0 2-1,1-1 1,0 1-1,0 1 1,1-1-1,0 2 1,0-1-1,-4 8-32,-4 6-215,1 0 0,1 1 0,2 0 0,0 1 0,2 1 0,-1 1 215,-1 23-2978,10-20-3128,2-14-4438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5.0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8148,'0'0'1096,"0"0"708,0 0 191,2 36-591,13 200-177,-11-46 1505,-5-242-2846,-1 14-12,2 1 1,2-1 0,1 1 0,6-25 125,-8 53-10,1 1 0,0 1-1,1-1 1,-1 0 0,1 1 0,1-1 0,-1 1 0,1 0 0,1 0-1,-1 0 1,1 1 0,0-1 0,1 1 0,-1 0 0,1 1-1,1-1 1,-1 1 0,1 1 0,-1-1 0,1 1 0,1 0 0,-1 1-1,6-3 11,-6 4 4,-1-1 0,1 1 0,0 1 0,0-1-1,0 1 1,0 0 0,0 1 0,0-1 0,0 1-1,0 1 1,0 0 0,0 0 0,0 0 0,0 1 0,0-1-1,-1 2 1,1-1 0,0 1 0,-1 0 0,0 0-1,0 1 1,0 0 0,0 0 0,-1 0 0,1 1-1,-1 0 1,0 0 0,0 0 0,-1 1 0,0-1 0,0 1-1,0 0 1,-1 0 0,1 1 0,-1 0-4,5 18-67,0 0 0,-2 0 0,-1 0 0,-1 1 0,-1 0 0,-1 0 0,-1 0 0,-3 25 67,2-23-443,0-27 189,0-14 94,0 12 160,0-38-114,2 0 1,2-13 113,-2 38-11,1 0 1,1 0-1,0 0 1,0 1-1,1-1 0,1 1 1,1 0-1,1-2 11,1 0 62,0 2 1,1-1-1,0 1 0,1 1 1,0 0-1,1 0 0,1 1 0,0 1 1,8-6-63,-12 11 28,0 0 1,0 0 0,1 1-1,-1 0 1,1 0-1,0 1 1,0 1 0,0-1-1,1 2 1,-1 0-1,0 0 1,1 0 0,-1 1-1,1 1 1,7 1-29,-13-1 5,-1 1-1,0-1 1,1 1 0,-1 0 0,0 0-1,0 0 1,0 1 0,0 0 0,0-1-1,-1 1 1,1 1 0,-1-1 0,0 0-1,0 1 1,0 0 0,0-1 0,-1 1-1,0 0 1,1 0 0,-1 1 0,-1-1-1,1 0 1,-1 1 0,1-1 0,-1 1 0,-1-1-1,1 2-4,4 19 133,-2 1-1,0-1 0,-2 0 0,-1 10-132,0-34 4,2 55 313,-1-32-229,0 0 0,-2 0 1,0 0-1,-3 6-88,-13 7-383,6-30-3134,10-10-296,1-15-1050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5.8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202 432 8180,'0'0'1598,"0"0"-352,0 0-11,0 0 432,1 30-621,6 100-462,-7-115-473,-1 1-1,0-1 0,0 0 0,-2 0 0,0 0 1,-1 0-1,0 0 0,-5 9-110,-3 4 211,-2-1 0,-1-1 0,-6 6-211,3-3 196,4-6 23,0-1 1,-1-1 0,-1 0 0,-2-1 0,-7 6-220,24-25 50,1-1 44,0 0 31,0-15-37,0-6-77,0 0 0,1 1 0,0-1 0,2 0 0,1 1 1,0 0-1,6-13-11,62-144-218,45-70 218,-60 130-49,-47 96 42,9-21-6,1 0 0,3 1 0,2 1 0,1 2 0,5-4 13,-31 41 3,0 0 0,1 1 0,-1-1 0,1 0 0,-1 0 1,1 0-1,0 1 0,-1-1 0,1 0 0,0 1 0,0-1 0,-1 1 1,1-1-1,0 1 0,0-1 0,0 1 0,0-1 0,0 1 0,-1 0 1,1-1-1,0 1 0,0 0 0,0 0 0,0 0 0,0 0 0,0 0 1,0 0-1,0 0 0,0 0 0,0 0 0,0 0 0,0 0 0,0 1 0,0-1-3,1 2 15,-1 0-1,1 0 1,-1 0-1,1 0 0,-1 0 1,0 1-1,0-1 0,0 0 1,-1 1-1,1-1 1,0 0-1,-1 1 0,1 0-14,9 66 273,-3 1-1,-3 0 0,-3 0 0,-5 28-272,2-21 109,-11 395 1297,-16-471-4095,18-2 1998,0 0 1,1 0-1,-1-1 0,1-1 1,-1 0-1,1 0 1,0-1-1,0 0 0,0-1 1,0 0-1,-1-2 691,-23-15-3632,0-3-1,-11-11 3633,14 11-1564,-1 2 0,-2-1 1564,11 12 453,-2-2 1807,10 3 2407,14 10-1917,1 1-418,42 2 756,1 1-1,30 9-3087,-31-5 773,0-2 0,31-1-773,14-4-4130,-51 0-1238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6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914 1 5539,'0'0'2401,"0"0"-387,0 0-165,0 0-358,0 0-643,6 18-383,16 52 830,-4 0 1,-2 1 0,6 73-1296,-18 6 1923,-7 43-1923,-1-5 312,4-188-293,0 0-13,0 0-87,0 0 17,0 0 38,0 0 7,0 0 32,0 0-13,0 0 24,-17 15-64,-155 153 398,-194 144-358,320-276 80,-153 125 877,160-125-697,1 1 0,2 1 0,-24 34-260,56-66-153,2-5 51,1 0 0,-1 1 0,1 0 0,-1-1 0,1 1 0,0 0 0,0 0 0,0-1 0,0 1 0,0 0 0,0 0 0,1 0 0,-1 0 0,1 0 0,-1 1 0,1 1 102,3-4-412,0 0 0,0 0 0,0 0 0,0 0 0,0 0 0,0-1 0,0 0 1,0 1-1,0-1 0,2-1 412,17-7-1976,0 0 0,0-2 0,5-4 1976,14-7-2655,51-23-3305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46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846 0 7475,'0'0'2783,"0"0"-425,0 0-767,0 0-599,0 0-616,-24 36 83,7-13-367,-21 33 169,-2-1 0,-3-3 0,-34 32-261,-432 371 4573,479-432-4275,-15 14 73,44-35-511,0 0 291,-2-2-5625,-14 0-1658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56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3496 1194 7780,'0'0'1211,"0"0"712,0 0-373,0 0-18,0 0-321,-41 9 5912,40-9-7056,-1 0 1,0 0-1,0 0 0,1 0 0,-1 0 0,0-1 1,1 1-1,-1-1 0,0 1 0,1-1 0,-1 1 0,1-1 1,-1 0-1,1 0 0,-1 0 0,1 0 0,-1 0 1,1 0-1,0 0 0,0 0 0,-1 0 0,1-1 0,0 1 1,0 0-1,0-1 0,1 1 0,-1-1 0,0 1 1,0-1-1,1 0 0,-1 1 0,1-1 0,-1 0 0,1 0-67,-8-16 184,-46-85 9,32 65-100,1-1 0,3-1 0,-5-18-93,-10-48 0,14 42-2,-3 0 0,-2 2 0,-14-22 2,28 65-1,-1 0 1,0 1 0,-1 0-1,-2 1 1,1 1 0,-2 0-1,0 1 1,-1 1 0,0 0-1,-1 1 1,-1 0 0,-13-5 0,-26-10-38,-1 3 1,-51-14 37,-30-12-45,46 13 17,-2 5 0,-2 4 1,-40-4 27,113 30-8,-1 1 0,1 1 1,0 1-1,-12 2 8,-23 0-41,-12-3 1,30-1 52,0 2 0,0 2 1,0 1-1,0 3 0,-7 2-12,19 2-47,0 1-1,0 1 0,2 2 1,-3 2 47,-31 15-53,-170 62 78,17-8 17,189-71-77,0 1 0,0 1 0,2 1 0,0 1 0,1 1 1,-8 10 34,-65 53 12,71-65-14,2 1-1,0 1 1,1 1 0,1 1 0,0 1 0,2 0 0,1 1 0,1 1 0,-11 23 2,-1-1-24,-2 0 1,-28 31 23,-23 35 23,10-14 5,38-55-150,3 1 0,-5 12 122,26-43-333,9-26-33,2-6 419,1-1-94,1-1 0,0 1 0,2-1 0,0 2 0,8-18 41,6-20-46,-16 92-139,-1-1 0,-3 18 185,0-23 121,-1 1 1,-3 19-122,2-39 23,0 0 0,-1 0 0,0 0 0,-1 0 0,0 0 0,0-1 0,-1 1 0,0-1 0,-1 0-23,6-9 7,0 0-1,0 0 1,0 0-1,0 0 1,0 0-1,0 0 0,0-1 1,0 1-1,0 0 1,0 0-1,0 0 1,0 0-1,0 0 0,0 0 1,0-1-1,0 1 1,0 0-1,0 0 0,0 0 1,0 0-1,0 0 1,0 0-1,0 0 1,0-1-1,0 1 0,0 0 1,0 0-1,-1 0 1,1 0-1,0 0 1,0 0-1,0 0 0,0 0 1,0 0-1,0 0 1,0-1-1,0 1 0,-1 0 1,1 0-1,0 0 1,0 0-1,0 0 1,0 0-1,0 0 0,0 0 1,0 0-1,-1 0 1,1 0-1,0 0 1,0 0-1,0 0 0,0 0 1,0 0-1,0 0 1,-1 0-1,1 0 0,0 0 1,0 0-1,0 0 1,0 0-1,0 0 1,0 1-1,0-1 0,0 0 1,-1 0-1,1 0 1,0 0-1,0 0 1,0 0-7,-2-21 115,1-34-234,1 46 130,0-3-53,0-13 12,0-1-1,2 1 1,0 0-1,2 0 1,2-7 30,-3 29 53,-3 2-77,0 1-96,0 0 2,0 29-316,-1-16 440,0 0 0,-1 0 0,-1 0 0,0 0 0,-1-1 0,-1 1 0,1-1 0,-2 0 0,0-1 0,-3 6-6,-18 27 74,-2-1-1,-3-1-73,19-25-29,13-16 47,0 0-1,0-1 0,-1 1 1,1-1-1,0 1 0,0 0 1,-1-1-1,1 1 0,-1-1 1,1 1-1,-1-1 0,1 1 1,-1-1-1,1 1 0,-1-1 1,1 0-1,-1 1 0,1-1 1,-1 0-1,0 1 0,1-1 1,-1 0-1,0 0 0,1 1 1,-1-1-1,1 0 0,-1 0 1,0 0-1,0 0-17,-1-19 106,13-35-210,8 3-40,3 0 1,1 1-1,3 1 0,2 2 1,32-42 143,-57 144-627,-5-35 647,0 0-1,-2 0 1,0-1 0,-1 0-1,-1 0 1,-1 0-1,-1 0 1,0-1 0,-6 7-20,-13 20 102,-2-1 0,-32 36-102,61-80 2,0 0 0,0 0 0,0 0-1,-1 1 1,1-1 0,0 0-1,0 0 1,0 0 0,0 0 0,0 1-1,0-1 1,0 0 0,0 0-1,0 0 1,0 0 0,0 0 0,0 1-1,-1-1 1,1 0 0,0 0-1,0 0 1,0 0 0,0 0 0,0 0-1,-1 0 1,1 1 0,0-1-1,0 0 1,0 0 0,0 0 0,0 0-1,-1 0 1,1 0 0,0 0-1,0 0 1,0 0 0,-1 0 0,1 0-1,0 0 1,0 0 0,0 0 0,0 0-1,-1 0 1,1 0 0,0 0-1,0 0 1,0-1 0,0 1 0,0 0-1,-1 0 1,1 0 0,0 0-1,0 0 1,0 0 0,0 0 0,0 0-1,-1-1-1,1-13 212,9-23 65,4 2-322,2 1 0,1 0-1,2 1 1,1 1 0,1 1-1,4-3 46,-25 53-272,-11 17-16,-15 10 310,12-19 23,0 1 0,-8 22-45,23-50 3,0 1 0,0-1 0,0 1 0,0-1 0,0 1 0,0-1 0,0 0 0,0 1 0,1-1 0,-1 1 0,0-1 0,0 1 0,0-1 0,1 0 0,-1 1 0,0-1 0,0 0 0,1 1 0,-1-1 0,0 0 0,1 1 0,-1-1 0,0 0 0,1 0 0,-1 1 0,1-1 0,-1 0 0,0 0 0,1 0 0,-1 0 0,1 1 0,-1-1 0,1 0 0,-1 0 0,0 0 0,1 0 0,-1 0 0,1 0 0,-1 0 0,1 0 0,-1 0 0,1 0 0,-1-1-3,30 1 98,-23 0-53,113-5 149,-107 3-177,-1 0 0,1 0 0,-1-1 0,1-1 1,-1 0-1,-1-1 0,1 0 0,3-3-17,-14 7 19,0 0 1,0 0-1,-1 0 1,1 0-1,-1 0 0,1 0 1,-1 0-1,0 0 1,1 0-1,-1 0 0,0 0 1,1-1-1,-1 1 0,0 0 1,0 0-1,0 0 1,0-1-1,0 1 0,-1 0 1,1 0-1,0 0 1,-1-1-20,-8-27-158,3 20 123,-2-1-1,1 1 1,-1 0-1,-1 0 1,0 1-1,0 0 1,0 1-1,-1 0 1,0 1-1,0 0 1,-1 0-1,0 1 1,-3-1 35,-18-10-91,33 16-103,33 21-235,-32-20 430,0 1 0,0-1 0,0 0 0,0 1-1,0 0 1,0-1 0,-1 1 0,1 0 0,-1 0 0,1 0 0,-1 0 0,0 0-1,1 0 1,-1 1 0,0-1 0,-1 0 0,2 3-1,-2-5-96,0 0-48,0 0 96,0 0 58,0 0-31,0 0-14,0 0-122,-8 25-9178,-5-7-1147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6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1030 77 3794,'0'0'811,"0"0"85,0 0-127,0 0-337,0 0-219,0 0 38,-21-4 293,4 1-428,-22-5 717,0 2 0,0 2 0,-4 1-833,-112 1 3164,-67-14-3164,161 10 608,0 3 0,-46 3-608,99 2 10,0-1 0,1 1 0,-1 1 0,1 0 0,-1 0 0,1 0-1,0 1 1,0-1 0,1 2 0,-1-1 0,1 1 0,0 0 0,0 0 0,1 1-1,-1 0 1,1 0 0,-1 2-10,-7 8 71,1 1 1,1 0-1,1 0 0,0 1 0,1 1 0,0 3-71,2-1 120,1 0 0,0 1 0,2 0 0,1 0 0,-1 19-120,2 116 180,3-89-31,0-49-97,2-1-1,0 1 1,0-1 0,2 1 0,0-1 0,1-1-1,1 1 1,1-1 0,0 0 0,1-1 0,1 0-1,1 0 1,0-1 0,5 4-52,5 7 74,2-2 0,1 0 0,0-2 0,2-1 0,0-1 0,2-1 0,21 11-74,-11-10 55,2-3-1,-1-1 1,2-2 0,0-2-1,0-1 1,40 4-55,14-4 251,-1-4 0,57-3-251,-135-6 12,0 0 1,-1 0-1,1-1 1,-1-1-1,0-1 1,0 0-1,0-1 1,-1-1-1,0 0 1,0-1-1,-1 0 1,0-1-1,3-4-12,26-20-10,-1-2-1,-3-2 0,9-13 11,-25 27 24,-1-2-1,-2 0 0,0-2 0,-2 0 0,-1-1 1,1-4-24,-8 12 47,-1 0 0,0-1 1,-2-1-1,0 1 1,-1-1-1,-2 0 0,0 0 1,-1 0-1,-1-5-47,-1-18 239,2 17-67,-2 0 0,-1 0-1,-2 0 1,0 0 0,-2 0 0,-6-19-172,3 21 43,-5-13 112,-1 1 1,-8-14-156,18 43 18,-1 0 0,1 0 0,-2 1 0,1 0 0,-1 0 0,0 0 1,-1 1-1,1 0 0,-2 0 0,1 1 0,-1 0 0,-4-3-18,7 7-106,0 0 0,0 0 0,0 0 0,0 1 1,0 0-1,0 0 0,-1 0 0,1 1 0,0 0 0,-1 0 0,1 0 1,0 0-1,-1 1 0,1 0 0,0 0 0,-1 1 106,-9 2-1186,0 1 0,-1 1 0,2 0 0,-8 5 1186,-39 22-5837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5:59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9 173 5843,'0'0'749,"0"0"345,0 0 245,0 0 131,0 0-146,0 0-302,-6 0 759,4 0-1594,5 0 873,126 4 457,-1 6 1,1 5-1518,259 47 311,-112-15-162,468 49-85,209-21-64,-911-72-5,276 21-52,-311-24 148,-6 0 96,-1 0-30,0 0-34,0 0-86,0 0-18,0 0 15,0 0 31,0 0 28,0 0 14,0 0-11,0 0-8,0 0 13,0 0-24,0 0-26,0 0 27,-15-25 239,2 2-332,1 0-1,1-1 1,1-1 0,1 0 0,1 0-1,1 0 1,1-1 0,2 0-1,1-1 1,0 1 0,2-27 15,0 31-1,0 16 38,0 0 1,1 0-1,-1 1 1,1-1-1,0 0 0,1 0 1,0 0-1,0 0 1,0 1-1,0-1 1,2-3-38,-3 9 6,1 0 0,-1-1 1,0 1-1,0 0 0,0 0 0,1 0 1,-1-1-1,0 1 0,0 0 0,1 0 1,-1 0-1,0-1 0,0 1 0,1 0 1,-1 0-1,0 0 0,0 0 1,1 0-1,-1 0 0,0 0 0,1 0 1,-1 0-1,0 0 0,1 0 0,-1 0 1,0 0-1,1 0 0,-1 0 0,0 0 1,0 0-1,1 0 0,-1 0 1,0 0-1,1 0 0,-1 1 0,0-1 1,0 0-1,1 0 0,-1 0 0,0 0 1,0 1-1,1-1 0,-1 0 0,0 0 1,0 1-1,0-1 0,1 0 1,-1 0-1,0 1 0,0-1 0,0 0 1,0 1-1,0-1 0,0 0 0,0 0 1,0 1-1,0-1 0,1 0 0,-1 1 1,0-1-1,-1 0 0,1 1 0,0-1 1,0 0-1,0 1 0,0-1-6,17 170 124,-11-96 122,2 0 1,16 55-247,16 42 10,-40-171-10,0 1 0,0-1 0,0 1 0,0-1 0,0 1 1,0-1-1,0 1 0,1-1 0,-1 0 0,0 1 0,0-1 0,0 1 0,0-1 0,1 0 0,-1 1 0,0-1 0,0 1 0,1-1 0,-1 0 0,0 1 0,1-1 0,-1 0 0,0 0 0,1 1 0,-1-1 0,0 0 1,1 0-1,-1 1 0,1-1 0,-1 0 0,1 0 0,-1 0 0,0 0 0,1 0 0,-1 0 0,1 0 0,-1 0 0,1 0 0,-1 0 0,1 0 0,-1 0 0,0 0 0,1 0 0,-1 0 0,1 0 0,-1 0 0,1 0 0,-1-1 1,0 1-1,1 0 0,-1 0 0,17-21 69,17-53-93,-2-2-1,-4-1 0,-3-1 0,-3-1 0,-4-1 1,-3-1-1,0-38 25,-13 110 103,1 11-59,2 21-100,-6 164-132,-1-113 227,3-1 1,2 1-1,9 32-39,-11-95 16,0-7-11,-1 0 1,1 0-1,-1 0 1,1 1 0,1-1-1,-1-1 1,0 1-1,1 0 1,0 0 0,0 0-1,0-1 1,2 3-6,-4-6 4,0 0 0,1 0 0,-1 1 0,0-1 1,1 0-1,-1 0 0,1 0 0,-1 0 0,1 1 0,-1-1 0,1 0 1,-1 0-1,1 0 0,-1 0 0,0 0 0,1 0 0,-1 0 0,1 0 1,-1-1-1,1 1 0,-1 0 0,1 0 0,-1 0 0,1 0 0,-1 0 1,0-1-1,1 1 0,-1 0 0,1 0 0,-1-1 0,0 1 0,1 0 0,-1-1 1,0 1-1,0 0 0,1-1 0,-1 1 0,0-1 0,0 1 0,1 0 1,-1-1-1,0 1-4,11-21 261,-10 19-243,94-247-2,1 1-178,-93 241 169,15-24 82,-17 32-86,-1-1 0,1 1-1,-1 0 1,1-1 0,-1 1 0,0 0 0,1 0 0,-1-1 0,0 1 0,1 0 0,-1 0 0,0 0-1,0 0 1,0-1 0,0 1 0,0 0 0,0 0 0,0 0 0,0 0 0,0 0 0,0-1 0,0 1-1,0 0-2,0 482-245,-1-481 250,1 0 0,0 0 1,0 0-1,0 0 0,0-1 0,0 1 0,1 0 1,-1 0-1,0 0 0,1-1 0,-1 1 0,1 0 1,0 0-1,0-1 0,0 1 0,0 0-5,0-2 6,-1 0-1,1 0 0,-1 1 1,1-1-1,-1 0 1,1 0-1,0 0 0,-1-1 1,1 1-1,-1 0 1,1 0-1,-1 0 1,1 0-1,-1 0 0,1-1 1,-1 1-1,1 0 1,-1 0-1,1-1 0,-1 1 1,1 0-1,-1-1 1,1 1-1,-1-1 0,0 1 1,1 0-1,-1-1 1,0 1-1,1-1 0,-1 1 1,0-1-6,34-54 277,-31 50-271,47-99-233,-4-2 0,16-64 227,-24 75 67,-38 95-65,0 1 0,0-1 0,0 0 1,0 0-1,0 0 0,0 0 0,0 0 1,0 1-1,0-1 0,0 0 0,0 0 1,0 0-1,1 0 0,-1 0 0,0 0 1,0 0-1,0 1 0,0-1 0,0 0 1,0 0-1,1 0 0,-1 0 0,0 0 0,0 0 1,0 0-1,0 0 0,1 0 0,-1 0 1,0 0-1,0 0 0,0 0 0,0 0 1,0 0-1,1 0 0,-1 0 0,0 0 1,0 0-1,0 0 0,0 0 0,1 0 1,-1 0-1,0 0 0,0 0 0,0 0 0,0 0 1,0-1-1,0 1 0,1 0 0,-1 0 1,0 0-1,0 0 0,0 0 0,0 0 1,0 0-1,0-1 0,0 1-2,4 96 65,-5 0-1,-4 9-64,-2 88 143,7-196-133,1 0 0,-1 0 0,1 0 0,0 0-1,0 0 1,0 0 0,1 0 0,-1 0 0,1 1 0,-1-1-1,1 0 1,0 1 0,0-1 0,1 0-10,9-13 17,59-101-75,-23 34-309,5 3 0,9-7 367,-52 74-56,-8 18-59,-1 32 58,-2 0 0,-1 0 0,-2 0 0,-2 0-1,-5 17 58,4-30 63,1 1 0,0 0 0,2 0-1,2 0 1,0 1 0,1 1-63,1-26 2,0-1 1,0 1-1,0-1 1,0 1-1,0 0 1,0-1 0,1 1-1,-1-1 1,0 1-1,0-1 1,0 1 0,1-1-1,-1 1 1,0-1-1,0 1 1,1-1-1,-1 1 1,1-1 0,-1 0-1,0 1 1,1-1-1,-1 0 1,1 1-1,-1-1 1,1 0 0,-1 1-1,1-1 1,-1 0-1,1 0 1,-1 0 0,1 1-1,-1-1 1,1 0-3,21 0 26,-11 0-4,1187 13-134,-1130-12 80,24 0 9,445-3 67,-470-5 614,0-2-1,39-13-657,-2 1 1326,-99 21-1173,-5 0-183,0 0-266,-22 0-2897,-22-1-1175,-12-4-3112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0.8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265 262 5042,'0'0'5376,"0"0"-3394,0 0-7,0 0-393,0 0-398,-5-10-706,5 10-474,-2-3 5,0 0 0,0 1 0,1-1 0,-1 0 0,1 0 0,0 0 0,0 0 0,0 0 0,0-1 0,1 1 0,-1 0 0,1 0 0,0 0-1,0-1 1,0 1 0,0 0 0,1 0 0,-1-1 0,1 1 0,0 0 0,0 0 0,0 0 0,0 0 0,0 0 0,1 0 0,-1 0-9,32-49 125,-23 38 161,0-1 0,-1 0 0,-1-1 0,0 0 0,-1-1 0,2-7-286,-16 39 65,0-1-1,-1 0 1,-1 0 0,0-1-1,0-1 1,-2 1-1,1-2 1,-2 1 0,-8 6-65,-36 33-96,-42 28 96,78-66-31,11-7 28,-1 1 1,0 0-1,1 0 1,1 1-1,-4 3 3,11-9-47,-1-1 0,1 1-1,0 0 1,-1 0 0,1-1 0,0 1-1,0 0 1,0 0 0,1 0-1,-1 0 1,0 0 0,1 0 0,-1 0-1,1 0 1,-1 0 0,1 1-1,0-1 1,0 0 0,0 0-1,0 0 1,1 0 0,-1 0 0,0 0-1,1 1 1,0-1 0,-1 0-1,1 0 1,0 0 0,0-1 0,1 3 47,8 6-13,-1-1 1,1 0 0,1 0 0,0-1-1,0-1 1,1 0 0,-1 0-1,2-1 1,11 4 12,6 5 23,166 84 41,-190-96-39,-1 0 0,1-1 0,-1 0 1,1 0-1,0 0 0,0-1 0,0 0 1,0 0-1,0 0 0,0-1 0,0 0 1,0 0-1,0-1 0,0 0 0,2 0-25,-3-1 35,0 0-1,0 0 0,-1 0 0,1 0 0,0-1 1,-1 0-1,0 0 0,0 0 0,0-1 0,0 1 1,0-1-1,-1 0 0,0 0 0,1 0 1,-1 0-1,-1-1 0,2-1-34,5-14 106,0 0 0,-1-1 1,-2 0-1,0-1 0,-1 1 0,-1-1 0,1-15-106,13-59 1031,-14 77-459,-3 17-321,-1 4-74,-1 26-256,-1 20 116,-2-1 0,-2 1 0,-7 24-37,-40 143 397,49-200-377,-4 11-257,-1-2-1,-1 1 1,-2 0 237,-9 21-6390,17-35 360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1.1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0 8900,'0'0'1729,"0"0"-545,0 0 145,0 0 784,0 156-896,-4-95-465,-2-6 48,-5-3-15,1-12-417,0-7-336,3-5-32,1-7-176,6-9-897,0-5-1344,0-7-1777,0 0-2353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1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9364,'0'0'1614,"0"0"83,0 0-123,0 0-203,0 0-493,33 5-227,160 21 131,-191-25-775,0-1 1,0 0-1,0 1 1,0 0-1,0 0 1,0-1-1,0 1 0,0 0 1,0 0-1,0 1 1,-1-1-1,1 0 1,0 1-1,-1-1 0,1 1 1,-1-1-1,0 1 1,1 0-1,-1-1 1,0 1-1,0 0 1,0 0-1,0 0 0,-1 0 1,1 0-1,0 0 1,-1 0-1,1 0 1,-1 0-1,0 1-7,2 11 32,-1 0 0,0-1 0,-2 1 0,0 9-32,0 5 134,-3 39 282,-2 0-1,-15 59-415,6-33 533,3 6-533,-2 2 42,9-91-613,5-9 367,0-1-1,-1 0 0,1 1 1,0-1-1,-1 0 1,1 0-1,0 1 0,-1-1 1,1 0-1,0 0 0,-1 1 1,1-1-1,0 0 1,-1 0-1,1 0 0,-1 0 1,1 0-1,0 0 0,-1 0 1,1 0-1,-1 0 1,1 0-1,-1 0 0,1 0 1,0 0-1,-1 0 1,1 0-1,-1 0 0,1 0 1,0 0-1,-1 0 0,1-1 1,-1 1-1,1 0 1,0 0-1,-1 0 0,1-1 1,0 1-1,-1 0 0,1-1 205,-7-9-5303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1.8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 9973,'0'0'1472,"0"0"769,0 0-1280,0 0 303,0 0-607,231 15-321,-160-15-160,-10 0-176,-10 0-112,-14-15-529,-6-4-1007,-7-2-2306,-4-6-864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2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1 1921,'0'0'6029,"0"0"-4161,0 0-46,0 0-61,0 0-790,-1 2-640,-2 6-186,1 0-1,0 0 1,0 1 0,1-1 0,0 0 0,1 1 0,0-1-1,0 1 1,1-1 0,0 3-145,1 31 585,-8 20 527,-3-1 0,-11 39-1112,8-43 438,2 1 0,3 0-1,1 8-437,6 182 1246,0-247-1184,0-1 12,0 0-12,0 0-28,-3-35-202,2 0 1,3-34 167,0 0-286,-3 52 216,2 0 1,0 1-1,1-1 1,1 1-1,0 0 1,1-1-1,1 1 1,3-7 69,-3 14-15,-1 0 1,1 1-1,0-1 1,1 1-1,0 1 1,0-1-1,1 1 1,0 0-1,0 1 1,1-1-1,-1 2 1,1-1-1,1 1 1,-1 0-1,4-1 15,4 0-21,1 0 0,-1 1 0,1 1 0,0 0 0,0 1 0,1 2-1,-1-1 1,0 2 0,1 0 0,11 2 21,-25-2-15,0 0 0,-1 1 0,1-1 1,0 1-1,0 0 0,-1 0 0,1 0 0,-1 0 0,1 0 0,-1 1 0,1 0 0,-1-1 0,0 1 1,0 1-1,0-1 0,0 0 0,0 1 0,0-1 0,-1 1 0,1 0 0,-1 0 0,0 0 0,0 0 0,0 0 1,0 1-1,1 2 15,1 6-116,-1-1 1,0 1 0,-1 0-1,0 0 1,-1 0 0,0 0 0,0 0-1,-2 1 116,0-3-75,0-1 1,-1 1-1,0-1 0,-1 0 0,0 0 0,0 0 0,-1 0 0,0-1 1,-1 0-1,0 1 0,0-2 0,-1 1 0,0 0 0,0-1 0,-1 0 0,1-1 1,-2 1-1,1-1 0,-1 0 75,-23 17-340,0-2 1,-1-1 0,-1-1-1,-8 1 340,21-10-231,13-7 150,0 0 1,0 0-1,1 1 0,0 0 0,-1 0 0,1 1 0,1 0 0,-2 0 81,5-2-22,0 0-1,1 0 0,-1 0 1,0 0-1,1 0 0,0 0 1,0 1-1,0-1 0,0 0 1,0 1-1,1-1 0,-1 0 1,1 1-1,0-1 0,0 1 1,0-1-1,1 1 0,-1-1 1,1 0-1,0 1 23,0 2 25,1-1 0,0 1 1,1-1-1,-1 1 0,1-1 0,0 0 0,1 0 0,-1-1 0,1 1 1,0-1-1,0 1 0,0-1 0,0 0 0,1-1 0,0 1 1,-1-1-1,2 0 0,0 1-25,13 6 281,1 0 1,-1-1 0,2-1-1,7 2-281,8 0 523,2-3 0,-1 0 0,1-3 0,-1-1 0,1-2 0,13-1-523,-46 0 105,-1 0 1,1 0-1,0-1 0,0 1 0,0-1 1,-1 0-1,1-1 0,0 1 1,-1-1-1,1 0 0,-1 0 1,0 0-1,1 0 0,-1-1 1,0 0-1,-1 0 0,1 0 1,0 0-1,-1-1 0,0 1 0,0-1 1,0 0-1,0 0 0,0 0 1,-1 0-1,0 0 0,0-1 1,0 1-1,0-1 0,-1 1 1,1-1-1,-1 0 0,0 0 0,-1 1 1,1-1-1,-1 0 0,0 0 1,-1-1-106,1 6-87,0-1 0,0 0 1,0 1-1,0-1 0,0 0 0,0 1 1,-1-1-1,1 0 0,0 1 1,0-1-1,-1 0 0,1 1 1,-1-1-1,1 1 0,0-1 0,-1 1 1,1-1-1,-1 1 0,1-1 1,-1 1-1,0-1 0,1 1 0,-1 0 1,1-1-1,-1 1 0,0 0 1,1-1-1,-1 1 0,0 0 1,1 0-1,-2 0 87,-24-2-2356,18 2 1424,-35-1-4834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4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95 4946,'0'0'2516,"0"0"-462,0 0-506,0 0-313,0 0-13,-1 18-160,-1 56-169,3-71-813,-1 1-1,1-1 0,0 0 0,0 0 0,0 0 0,0 0 1,0 0-1,1-1 0,-1 1 0,1 0 0,0 0 0,0-1 0,0 0 1,0 1-1,0-1 0,0 0 0,1 0 0,-1 0 0,1 0 1,-1 0-1,1 0 0,0-1 0,0 1-79,8 4 396,-5-2-285,1 0-1,1-1 0,-1 0 1,0-1-1,1 0 0,-1 0 1,1 0-1,-1-1 0,1 0 0,0-1 1,0 0-1,-1 0 0,1 0 1,1-1-111,13 0 8,-21 1-8,0 0 0,0 0 0,0 0-1,0 0 1,0 0 0,-1-1 0,1 1 0,0 0-1,0-1 1,-1 1 0,1-1 0,0 1 0,0-1-1,-1 1 1,1-1 0,-1 1 0,1-1 0,0 1-1,-1-1 1,1 0 0,-1 0 0,1 1 0,-1-1-1,0 0 1,1 0 0,-1 1 0,0-1 0,6-31 71,-6 26-41,-1 1 0,1 0 0,-1-1 1,1 1-1,-2 0 0,1 0 1,0 0-1,-1 0 0,0 0 0,-2-4-30,-1 4 34,-1 0 0,1 0-1,-1 1 1,1 0-1,-1 0 1,0 0 0,-1 1-1,1 0 1,-1 0-1,1 0 1,-1 1 0,0 0-1,0 0 1,0 1-1,0 0 1,0 0 0,0 1-1,0 0 1,0 0-1,-1 1 1,1-1 0,0 1-1,0 1 1,0 0-1,1 0 1,-1 0 0,0 1-1,1 0 1,-1 0-1,1 0 1,0 1 0,0 0-1,1 0 1,-1 1-1,1 0 1,0-1 0,-1 2-34,3 0 65,1-1 0,0 0 1,0 1-1,1-1 0,-1 1 1,1-1-1,1 1 1,-1-1-1,1 1 0,0 0 1,0 0-1,0-1 0,2 6-65,-1 13 186,-1-22-183,0 0 0,1 0 0,-1-1 0,1 1 0,-1 0 1,1-1-1,0 1 0,0 0 0,0-1 0,0 1 0,0-1 0,0 0 1,0 1-1,0-1 0,1 0 0,-1 1 0,0-1 0,1 0 0,-1 0 1,1 0-1,-1 0 0,1-1 0,0 1 0,-1 0 0,1-1 0,0 1 1,-1-1-1,1 1 0,0-1 0,0 0 0,0 0 0,-1 0 0,1 0-3,14 2-8,0-1 0,0-1 0,12-1 8,-7 0-58,-17 1 34,1 1 1,0-2-1,-1 1 0,1 0 0,0-1 1,-1 0-1,1 0 0,-1 0 0,1-1 1,-1 1-1,0-1 0,2-1 24,-4 1-19,0 0 0,0 0-1,0 0 1,0 0 0,0-1 0,-1 1-1,1-1 1,-1 1 0,1-1 0,-1 0-1,0 1 1,0-1 0,0 0 0,-1 0 0,1 0-1,0 0 1,-1 0 0,0 0 0,0 1-1,0-3 20,1-5-61,0-1 0,-1 0 0,0 0 0,-1 0 0,0 0-1,-1 0 1,-1-5 61,1 11 23,0 0 1,0 1-1,0-1 0,-1 1 0,0-1 0,1 1 0,-2 0 0,1 0 1,0 0-1,-1 0 0,0 1 0,0-1 0,0 1 0,0 0 0,0 1 1,-1-1-1,1 0-23,1 1 14,0 0 1,0 1-1,0-1 0,0 0 1,0 1-1,0 0 1,0-1-1,0 1 1,-1 1-1,1-1 0,0 0 1,-1 1-1,1 0 1,-1-1-1,1 1 1,0 1-1,-1-1 0,1 0 1,-1 1-1,1 0 1,0 0-1,0 0 1,-1 0-1,1 0 0,0 0 1,0 1-1,0 0 1,0 0-1,1 0 1,-1 0-1,0 0 1,1 0-1,-1 1 0,1-1 1,0 1-1,0-1 1,0 1-1,0 0 1,0 0-1,1 0 0,-1 0 1,1 0-1,0 1 1,0-1-15,-2 2 28,1 0 0,0 0 0,0 0 0,1 1 1,-1-1-1,1 0 0,1 1 0,-1-1 0,1 1 0,-1-1 1,2 0-1,-1 1 0,0-1 0,1 1 0,0-1 1,1 0-1,0 2-28,-1-4-1,1 1 0,0-1 0,0 0 1,0 1-1,1-1 0,-1 0 0,1-1 1,0 1-1,0 0 0,0-1 0,0 0 1,0 1-1,0-1 0,0 0 0,1-1 1,-1 1-1,1-1 0,0 1 0,-1-1 1,1 0-1,0 0 0,0-1 0,2 1 1,9 1-59,-1 0-1,0 0 1,1-2-1,-1 1 1,0-2-1,1 0 1,6-2 59,-19 2-14,0 0-1,0 0 1,0 0-1,0 0 1,0-1-1,0 1 1,0 0-1,-1-1 1,1 0-1,-1 1 1,1-1-1,-1 0 1,1 0-1,-1 0 1,0 1-1,0-1 1,0-1-1,0 1 1,0 0-1,-1 0 1,1 0-1,-1 0 1,1-1-1,-1 1 1,0 0 14,2-65-423,-2 46 272,-1 17 152,1 0 0,-1-1 0,0 1 0,0 0 0,0 0 1,0 0-1,-1 0 0,1 1 0,-1-1 0,0 0 1,0 0-1,-1 1 0,1 0 0,-1-1 0,0 1 0,1 0 1,-2 0-1,1 0 0,0 1 0,0-1 0,-1 1 0,1 0 1,-1 0-1,0 0 0,0 0 0,-1 0-1,-7-3 39,0 1-1,0 1 1,0-1-1,-1 2 1,1 0-1,-1 0 1,1 1-1,-5 1-38,15 0 3,-1 1 0,1 0 0,-1 0-1,1-1 1,0 1 0,-1 1 0,1-1-1,0 0 1,0 0 0,0 1 0,0 0-1,0-1 1,0 1 0,0 0-1,0 0 1,1 0 0,-1 0 0,1 0-1,-1 0 1,1 0 0,0 1 0,0-1-1,0 0 1,0 1 0,0-1 0,1 1-1,-1-1 1,1 1 0,-1 1-3,-2 9 45,1 2 1,0-1-1,1 0 1,0 10-46,1-21 6,0-1 1,0 1 0,0-1-1,0 0 1,1 1-1,-1-1 1,1 1-1,0-1 1,0 0 0,-1 0-1,1 1 1,1-1-1,-1 0 1,0 0-1,0 0 1,1 0 0,-1 0-1,1-1 1,0 1-1,0 0 1,-1-1 0,1 1-1,0-1 1,0 0-1,0 1 1,1-1-1,-1 0 1,0 0 0,0 0-1,1-1 1,0 1-7,8 2-3,1-1 0,0-1 1,0 0-1,0 0 0,0-2 0,0 1 3,7 0 29,-18-1-31,0 1 1,0 0-1,0-1 0,0 1 1,1-1-1,-1 1 0,0-1 1,0 0-1,0 1 0,0-1 1,-1 0-1,1 1 0,0-1 1,0 0-1,0 0 0,-1 0 1,1 0-1,0 0 1,-1 0-1,1 0 0,-1 0 1,1 0-1,-1 0 0,1-1 1,-1 1-1,0 0 0,0 0 1,0 0-1,1 0 0,-1-1 1,0 1-1,-1-1 2,2-49-211,-2 37 120,1 7 97,-1 1 0,-1-1 0,1 1 0,-1 0 1,0 0-1,0-1 0,-1 1 0,0 1 0,0-1 0,0 0 0,-1 1 0,0-1 0,0 1 0,0 0 0,-1 1 1,1-1-1,-1 1 0,0 0 0,-1 0 0,1 0 0,-1 1 0,1-1 0,-1 2 0,0-1 0,0 0 0,0 1 0,-1 1 1,1-1-1,-1 1 0,1 0 0,-1 0 0,1 0-6,5 2-3,0-1 1,0 0 0,0 1-1,0-1 1,0 0-1,0 1 1,0-1-1,0 1 1,1 0 0,-1-1-1,0 1 1,0 0-1,1-1 1,-1 1-1,0 0 1,1 0 0,-1 0-1,1-1 1,-1 1-1,1 0 1,-1 0-1,1 0 1,0 0 0,-1 0-1,1 0 1,0 0-1,0 0 1,0 0-1,-1 0 1,1 0 0,0 0 2,-2 37 8,2-33 8,0 12 49,3 24 14,-3-39-79,1 0 0,0 0 0,-1 0 1,1 0-1,0-1 0,0 1 0,1 0 0,-1-1 0,0 1 1,0 0-1,1-1 0,-1 0 0,1 1 0,0-1 0,-1 0 1,1 0-1,0 0 0,-1 0 0,2 0 0,11 4-14,0 0 0,0-1-1,0-1 1,1 0 0,-1-1 0,1 0 0,0-2 0,0 1-1,0-2 1,0 0 14,16 1-79,-29 0 76,-1 0 0,1-1 0,-1 1 0,1 0 0,0 0 0,-1-1 0,1 1 0,-1-1 1,1 1-1,-1-1 0,1 0 0,-1 0 0,1 1 0,-1-1 0,0 0 0,0 0 0,1 0 1,-1-1-1,0 1 0,0 0 0,0 0 0,0-1 0,0 1 0,0 0 0,0-1 0,-1 1 1,1-1-1,-1 1 0,1-1 0,-1 1 0,1-1 0,-1 0 3,2-7-28,-1 1 0,0-1 0,-1 0 0,1 0-1,-2-5 29,1 0-57,0 12 61,-1-1 0,1 1 1,-1-1-1,1 1 0,-1 0 0,0-1 1,0 1-1,0 0 0,0 0 1,0 0-1,-1-1 0,1 1 1,-1 0-1,1 1 0,-1-1 0,0 0 1,1 0-1,-1 1 0,0-1 1,0 1-1,0 0 0,-1-1 1,1 1-1,0 0 0,0 0 0,-1 0 1,1 1-1,-2-1-4,-2-1 26,0 0 0,0 1 0,0 0 0,1 0 0,-1 1 0,0 0 0,0 0 0,0 0 0,0 1 0,0 0 0,0 0 0,-1 0-26,3 3-2,-1-1 0,1 1-1,1 0 1,-1 0 0,0 0 0,1 0 0,0 1-1,0-1 1,0 1 0,1 0 0,-1 0 0,1 0-1,0 0 1,1 0 0,-1 0 0,1 1 0,0 3 2,1-8-374,0-1-394,0 0-812,0 0-1877,0 0-2205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7.6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0 168 6963,'0'0'1836,"0"0"237,0 0-385,0 0-135,0 0-491,0 0-264,2-10 103,9-28-124,-11 37-764,0 1 1,0 0-1,0-1 0,0 1 1,0 0-1,0-1 1,0 1-1,0 0 0,0-1 1,0 1-1,0 0 1,0-1-1,0 1 0,1 0 1,-1-1-1,0 1 1,0 0-1,0 0 0,1-1 1,-1 1-1,0 0 1,0 0-1,1-1 0,-1 1 1,0 0-1,1 0 1,-1 0-1,0-1 0,0 1 1,1 0-1,-1 0 1,0 0-1,1 0 0,-1 0 1,0 0-1,1 0 1,-1 0-1,1 0 0,-1 0 1,0 0-1,1 0 1,-1 0-1,0 0 1,1 0-14,7 11 277,12 37 168,-3 1-1,-2 1 1,-2 0 0,0 14-445,21 75 302,-8-55-49,25 54-253,-51-138 10,0 1 0,0-1-1,0 0 1,0 1 0,1-1-1,-1 1 1,0-1 0,0 1-1,0-1 1,0 1 0,1-1-1,-1 1 1,0-1 0,0 0-1,1 1 1,-1-1 0,0 0 0,1 1-1,-1-1 1,0 0 0,1 1-1,-1-1 1,0 0 0,1 0-1,-1 1 1,1-1 0,-1 0-1,1 0 1,-1 0 0,0 1-1,1-1 1,-1 0 0,1 0 0,-1 0-1,1 0 1,-1 0 0,1 0-1,-1 0 1,1 0 0,-1 0-1,1 0 1,-1-1 0,1 1-1,-1 0 1,1 0 0,-1 0-1,0 0 1,1-1 0,-1 1-1,1 0-9,13-19 199,-14 18-175,30-54 36,-3-2 1,-3 0-1,-2-2 0,2-14-60,58-247 279,-81 316-233,4-19 409,0 1 0,-2-1 1,1-16-456,-4 38 56,0 1-120,0 0-144,0 0-355,0 0-512,-1 29-3960,-4 3 268,1 2-1882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8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17 230 4370,'0'0'760,"0"0"569,0 0 213,0 0-112,0 0-288,8 27-214,24 82-237,-31-105-616,0-1-1,1 1 0,-1 0 1,1 0-1,0-1 0,0 1 1,1-1-1,-1 1 1,1-1-1,-1 0 0,1 0 1,0 0-1,0 0 0,0-1 1,1 1-1,-1-1 0,1 0 1,-1 0-1,1 0 1,0 0-1,0-1-74,4 1 111,0 0-1,0-1 1,0 0 0,1 0-1,-1-1 1,1 0-1,6-1-110,7 0 196,-18 1-167,0 0-1,0-1 0,0 1 1,0-1-1,0 1 1,-1-1-1,1-1 1,0 1-1,0 0 1,-1-1-1,1 0 1,-1 0-1,0 0 1,1 0-1,-1 0 1,0-1-1,0 1 1,-1-1-1,1 0 0,0 0-28,2-4 38,-1 1-1,0-1 0,0 0 0,-1 0 0,0 0 1,0-1-1,-1 1 0,0-1 0,0 1 0,0-2-37,2-22 95,-2 1 0,-1-1 0,-1 0 0,-3-26-95,2 50 27,0 1-1,-1-1 1,1 0 0,-1 1 0,0-1 0,-1 1 0,0 0-1,0 0 1,0 0 0,-1 0 0,1 0 0,-1 1 0,-1 0-1,1 0 1,-1 0 0,0 0 0,0 1 0,0-1 0,-1 1-1,1 1 1,-1-1 0,0 1 0,0 0 0,-1 0 0,1 1-1,0 0 1,-1 0 0,0 0 0,1 1 0,-1 0 0,0 0-1,0 1 1,1 0 0,-4 0-27,4-1 29,0 1 0,0 0-1,1 0 1,-1 1 0,0-1 0,1 1-1,-1 1 1,0-1 0,1 1 0,-1 0-1,1 0 1,0 0 0,-1 1 0,1 0-1,1 0 1,-1 0 0,0 1 0,1-1-1,-1 1 1,1 0 0,0 1-1,1-1 1,-1 0 0,1 1 0,0 0-1,0 0 1,0 0 0,0 0 0,1 1-1,0-1 1,-1 5-29,0 3-133,0 0-1,1-1 1,0 1-1,1 0 1,0 0 0,2 13 133,-1-21-347,0 1 1,1-1 0,0 0 0,0 1 0,0-1-1,1 0 1,0 0 0,0 0 0,0 0 0,0 0 0,1 0-1,0-1 1,0 1 0,0-1 0,0 0 0,1 0-1,1 2 347,34 22-5143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09.4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207 245 3169,'0'0'3690,"0"0"-2060,0 0-192,0 0 35,-2-26-342,1-12-831,0 7 376,-2-1-1,-4-21-675,-2 16 1820,9 35-1701,-1 1-1,1-1 1,0 1 0,-1 0-1,1-1 1,-1 1 0,0 0-1,1 0 1,-1-1 0,0 1-1,0 0 1,0 0 0,0 0-1,0 0 1,0 0 0,0 0-1,0 0 1,0 0 0,0 1-1,0-1 1,-1 0 0,1 1-1,0-1 1,-1 0 0,1 1-119,0 0 424,1 0-187,0 0-82,0 0-30,0 0-66,-20 387 907,20-381-986,0 1 0,0-1 0,-1 1 0,1-1 0,-1 1-1,-1-1 1,1 0 0,-1 1 0,-2 5 20,2-10-8,0 1 0,0-1 0,0 0 0,0 0 0,0 1 0,0-2 0,-1 1 0,1 0 0,0 0 0,-1-1 0,0 1 0,1-1 0,-1 0 0,0 0 0,0 0 0,0 0 0,1 0 0,-1-1 0,0 1 0,0-1-1,0 0 1,0 0 0,0 0 8,-64 1 131,66-1 64,1 0 106,8 0 172,36-1-306,0-1 0,29-7-167,-54 6 207,0-1 0,0-1 0,0 0-1,0-2 1,-1 0 0,0-1 0,8-5-207,-26 12-89,0 1 1,1 0 0,-1 0 0,0 0-1,1-1 1,-1 1 0,0 0 0,0-1-1,1 1 1,-1 0 0,0-1-1,0 1 1,1 0 0,-1-1 0,0 1-1,0 0 1,0-1 0,0 1 0,0 0-1,0-1 1,1 1 0,-1-1-1,0 1 1,0 0 0,0-1 0,0 1-1,0-1 1,0 1 0,-1 0 0,1-1-1,0 1 1,0 0 0,0-1 88,0 0-1385,0-2-3153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0.4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75 4082,'0'0'2606,"0"0"-861,0 0 21,0 0-616,0 0-315,-3 2-138,1-1-599,0 1 0,1 0 1,-1-1-1,1 1 0,-1 0 1,1 0-1,0 0 0,0 0 0,0 0 1,0 0-1,0 0 0,0 1 1,1-1-1,-1 0 0,1 1 1,-1-1-1,1 0 0,0 0 1,0 1-1,0-1 0,0 0 1,1 1-1,-1-1 0,0 0 1,1 1-1,0-1 0,-1 0 1,1 0-1,0 0 0,1 2-98,0 1 109,0-1 0,1 0 0,-1 0-1,1 0 1,-1 0 0,1 0 0,0-1-1,1 1 1,-1-1 0,1 0 0,-1 0 0,1 0-1,0 0 1,0-1 0,0 0 0,3 1-109,2 0 117,1 0 0,0-1 0,0-1 0,1 0 0,-1 0 0,0-1 0,8 0-117,-14 0 14,0 0-1,0 0 1,-1-1 0,1 1-1,0-1 1,-1 0 0,1 0-1,0 0 1,-1 0 0,1 0 0,-1-1-1,0 0 1,1 0 0,-1 0-1,0 0 1,0 0 0,0-1-1,0 1 1,-1-1 0,1 0 0,-1 0-1,1 0-13,0-6-1,0 0 0,0-1-1,-1 0 1,-1 0 0,1 1-1,-1-1 1,-1 0 0,0 0-1,-1-4 2,1 3 47,0 9-39,0-1 0,-1 0 0,0 1 0,1-1 0,-1 1 0,0-1 0,0 1 0,0-1 0,-1 1 0,1 0 0,-1 0 0,1-1 0,-1 1 0,0 0 0,1 0 0,-1 1 0,0-1 0,0 0 0,-1 1 0,1-1 0,0 1 0,0-1 0,-1 1 0,1 0 0,-1 0 0,1 0 0,-1 1 0,0-1 0,1 0 0,-1 1 0,0 0-8,-13-3 17,0 0-1,0 1 1,0 1 0,-10 1-17,21 0 20,1-1 0,0 1 0,0 0 0,-1 1 0,1-1 0,0 1 0,-1 0 0,1 0 0,0 0 0,0 0 0,0 1 0,0 0 0,0 0 0,0 0 0,1 0 0,-1 0 1,0 1-1,1-1 0,0 1 0,0 0 0,0 0 0,0 1 0,0-1 0,1 1 0,-1-1 0,1 1 0,0 0 0,0-1 0,0 1 0,1 0 0,-1 1 0,1-1 0,0 0 0,0 0 0,0 1-20,-1 6 133,-1 0 0,2 0-1,-1-1 1,1 1 0,1 7-133,0-16 16,0 1 0,0-1 1,0 1-1,0-1 1,1 1-1,-1 0 0,1-1 1,0 0-1,0 1 1,0-1-1,0 1 0,0-1 1,0 0-1,0 0 0,1 1 1,-1-1-1,1 0 1,0 0-1,0-1 0,-1 1 1,1 0-1,0-1 0,0 1 1,3 1-17,6 1 17,1-1 0,0 0 0,0-1 0,0 0-1,0 0 1,0-2 0,1 1 0,-1-1 0,1-1-17,10 0 61,-20 1-68,1 0-1,-1-1 0,1 1 1,-1-1-1,1 0 0,-1 0 1,0-1-1,0 1 1,1-1-1,-1 1 0,0-1 1,0 0-1,-1 0 0,1-1 1,0 1-1,-1 0 1,1-1-1,-1 0 0,0 1 1,0-1-1,0 0 0,0 0 1,0 0-1,-1 0 0,1-1 1,-1 1-1,0 0 1,0-1-1,0 1 0,-1 0 1,1-4 7,2-7 17,-1 0 1,-1 0 0,0 0 0,-1 0 0,0 0-1,-1 0 1,-2-7-18,3 20 7,-1 0 0,0-1 0,0 1 0,0 0 0,0 0 0,1-1 0,-1 1-1,-1 0 1,1 0 0,0 0 0,0 0 0,0 0 0,-1 0 0,1 1 0,0-1 0,-1 0 0,1 1-1,0-1 1,-1 1 0,1-1 0,-1 1 0,1 0 0,-1-1 0,1 1 0,-1 0 0,0 0 0,0 0-7,-52-1 91,42 2-51,9-1-38,1 0 1,-1 0-1,0 0 1,1 1-1,-1-1 1,0 1-1,1 0 1,-1 0-1,1 0 1,0 0-1,-1 0 1,1 1-1,0-1 0,0 1 1,-1-1-1,1 1 1,0 0-1,1 0 1,-1 0-1,0 0 1,1 0-1,-1 0 1,1 1-1,-1-1 1,1 0-1,0 1 1,0-1-1,0 2-2,-2 5 19,0 0 0,1 0-1,0 1 1,1-1 0,0 0-1,1 1 1,0 4-19,0-12 1,1 0 1,0 0 0,0-1-1,0 1 1,0 0-1,0 0 1,0-1 0,0 1-1,0 0 1,1-1-1,-1 1 1,1-1 0,-1 0-1,1 1 1,0-1 0,-1 0-1,1 0 1,0 0-1,0 0 1,0-1 0,0 1-1,0 0 1,0-1-1,0 1 1,0-1 0,0 0-1,0 1 1,0-1-1,0 0-1,66 5-12,-7-5-182,-60 0 186,0 0 0,0-1 0,0 1 0,-1 0 0,1-1 0,0 0 0,0 1 0,0-1 0,-1 1 0,1-1 0,0 0 0,-1 1 0,1-1 0,-1 0 0,1 0 0,-1 0 0,1 1 1,-1-1-1,1 0 0,-1 0 0,0 0 0,1 0 0,-1 0 0,0 0 0,0 0 0,0 0 0,0 0 0,0 0 0,0 0 0,0 0 0,0 0 8,0-41-208,0 33 188,0 6 27,0 1 0,0 0 1,0 0-1,0-1 0,0 1 0,0 0 1,-1 0-1,1 0 0,-1 0 0,1-1 0,-1 1 1,0 0-1,0 0 0,0 0 0,0 0 1,0 0-1,-1 1 0,1-1 0,0 0 1,-1 0-1,0 1 0,1-1 0,-1 1 1,0-1-8,-3 0 26,1 1 1,-1-1 0,0 1-1,0 0 1,0 0-1,0 0 1,0 1 0,0 0-1,0 0 1,-3 0-27,5 0 3,1 1 0,-1-1-1,0 1 1,0-1 0,1 1 0,-1 0 0,0 0-1,1 0 1,-1 1 0,1-1 0,-1 0-1,1 1 1,0 0 0,0 0 0,0-1 0,0 1-1,0 0 1,0 1 0,0-1 0,0 0-1,1 0 1,0 1 0,-1-1 0,1 1 0,0 0-1,0-1 1,0 1 0,0 1-3,-1 3 0,-1 1 1,2 0 0,-1-1-1,1 1 1,1 0-1,-1 0 1,1 0-1,0 0 1,2 5-1,-1-10-18,-1-1 1,1 0-1,0 0 0,0 0 1,1 0-1,-1 0 1,0 0-1,1-1 0,-1 1 1,1 0-1,-1-1 0,1 1 1,0-1-1,0 1 1,-1-1-1,1 0 0,0 0 1,0 0-1,1 0 1,-1 0-1,0 0 0,0-1 1,0 1-1,0-1 1,1 1-1,-1-1 0,0 0 1,1 0 17,9 2-71,0-2 0,0 1 0,-1-2 0,12 0 71,-22 0 22,1 1 0,-1-1-1,0 0 1,1 1-1,-1-1 1,0 0-1,0 0 1,0 0-1,0 0 1,1 0 0,-1 0-1,0 0 1,-1 0-1,1-1 1,0 1-1,0 0 1,0 0-1,-1-1 1,1 1 0,-1 0-1,1-1 1,-1 1-1,0-1 1,1 1-1,-1-1 1,0 1 0,0-1-1,0 1 1,0-1-1,0 1 1,0-1-1,0 1 1,-1-1-22,3-17-1539,4 6-3380,6 4-1508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1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 4818,'0'0'2457,"0"0"-696,0 0 275,0 0-580,0 0-274,8 9 3,17 21-351,-1 0 0,-1 2 0,-2 1 0,-1 0 1,-1 2-1,4 14-834,24 84 575,-13-33-370,4-2-1,26 42-204,-62-134 63,-1-3-7,0 0-1,1-1 1,-1 1 0,0 0 0,1 0-1,0-1 1,-1 1 0,1-1 0,0 0-1,0 1 1,1-1 0,-1 0 0,0 0 0,1 0-1,-1 0-55,6-33 505,15-133-441,1-156-64,-4 26 1043,-17 280-1095,0 16-1713,1 24-999,-4 76-6571,0-45 1105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1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80 3874,'0'0'1787,"0"0"161,0 0-147,0 0-654,0 0-411,0 7-256,-4 55 1889,3 0 1,4 20-2370,-3-77 74,1 1 0,0-1 0,0 0 0,1 0 0,-1 0 0,1 0 0,0-1 0,0 1 0,1 0 0,-1-1 0,1 1 0,0-1 0,0 0 0,1 0 0,-1 0 0,1-1 0,0 1 0,0-1 0,0 0 0,0 0 0,0 0 0,1 0 0,0-1 0,-1 0 0,1 0 0,0 0 0,0 0 0,0-1 0,0 0 0,3 0-74,-1 1 31,0-2 1,0 1-1,-1-1 1,1 0-1,0 0 1,0-1-1,-1 0 1,1 0-1,0-1 1,-1 0-1,1 0 1,-1 0 0,0-1-1,1 0 1,-1 0-1,-1 0 1,1-1-1,0 0 1,-1 0-1,0-1 1,0 1-1,0-1 1,0-1-32,2-3 11,-1 0 1,0-1-1,0 0 1,-1 0-1,-1-1 1,1 1-1,-2-1 0,1 0 1,-2 0-1,2-7-11,0-15 197,-2 0 0,-1-33-197,-1 61 36,0 1-13,0 0 0,0 1 0,-1-1-1,1 0 1,-1 1 0,0-1 0,0 0 0,0 1-1,-1 0 1,1-1 0,-1 1 0,0 0 0,0 0-1,0-1 1,0 2 0,-1-1 0,1 0 0,-1 0-1,1 1 1,-1-1 0,0 1 0,0 0 0,0 0-1,0 0 1,-1 0 0,1 1 0,-3-2-23,-1 1 41,-1 0 1,1 0-1,-1 0 1,0 1-1,1 0 1,-1 0-1,0 1 1,0 0-1,1 1 1,-1-1-1,0 2 1,1-1-1,-4 2-41,6-2-156,0 2 0,-1-1 0,1 1-1,0 0 1,1 0 0,-1 0 0,0 1-1,1-1 1,0 1 0,0 0 0,0 1 0,0-1-1,0 1 1,1-1 0,0 1 0,0 0-1,1 0 1,-1 0 0,1 1 0,0 0 156,-3 7-917,0 0 0,2 0 0,0 1 0,0-1 0,1 1 0,1 0 0,0 9 917,1-3-7723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2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168 119 2497,'0'0'1793,"0"0"-328,0 0-6,0 0-440,0 0-5,-8-3 7084,6-1-6973,4-1-1060,-1 1-1,1 0 1,0 0 0,1 0 0,-1 0-1,1 0 1,-1 0 0,1 1 0,0-1 0,1 1-1,-1 0 1,1 0 0,-1 0 0,1 0 0,3-1-65,7-6 247,0 2 1,1-1 0,13-4-248,-15 10-15,0 0-1,0 0 1,1 1 0,-1 1-1,0 0 1,1 1-1,-1 1 1,1 0 0,6 1 15,-18-1-15,1 0 0,-1 0 0,0 0 1,0 0-1,1 0 0,-1 0 0,0 0 1,0 1-1,0-1 0,-1 1 0,1 0 1,0-1-1,-1 1 0,1 0 0,-1 0 1,1 0-1,-1 0 0,0 0 0,0 0 1,0 1-1,0-1 0,0 0 0,0 1 1,-1-1-1,1 0 0,-1 1 0,0-1 1,1 1 14,1 13-151,0 1 0,-2-1 0,0 15 151,0-17-122,-1-7 117,0 0 0,0 0 0,0-1 0,-1 1 0,0-1 1,0 1-1,-1-1 0,0 0 0,0 0 0,0 0 0,-1 0 0,0-1 0,0 1 0,0-1 0,-1 0 0,0 0 0,0-1 0,0 1 0,-6 2 5,-13 11-11,-1-2 0,-1 0-1,-26 9 12,47-22 0,-16 7 40,0-2-1,-1 0 0,1-1 0,-2-1 0,1-1 1,-1-1-1,1-1 0,-1-1 0,0-1 1,-5-2-40,27 1 6,0 0 1,0-1 0,1 1 0,-1 0 0,0-1 0,1 1 0,-1-1 0,0 1 0,1-1 0,-1 0 0,1 1 0,-1-1 0,1 0 0,-1 1 0,1-1 0,-1 0 0,1 1 0,0-1 0,-1 0 0,1 0-1,0 1 1,0-1 0,0 0 0,-1 0 0,1 0 0,0 1 0,0-1 0,0 0 0,0 0 0,0 0 0,1 0-7,-1-35-59,0 27-23,1 8 78,-1 0 0,0 0 0,1 1 0,-1-1 0,1 0-1,-1 1 1,1-1 0,-1 1 0,1-1 0,-1 0 0,1 1 0,0 0-1,-1-1 1,1 1 0,0-1 0,-1 1 0,1 0 0,0-1 0,0 1-1,0 0 1,-1 0 0,1-1 0,0 1 0,0 0 0,0 0 0,-1 0-1,1 0 1,0 0 0,0 0 0,0 0 0,0 1 4,33 5-131,-21 2 97,0 1 0,-1 1 0,-1 0 0,0 1-1,0 0 1,-1 1 0,0 0 0,5 10 34,21 22-47,-24-30 76,0 0 0,1-1 0,0-1 0,2 0 0,-1-1 0,4 1-29,-12-8 25,1 0-1,0-1 1,0 0 0,1-1 0,-1 1 0,1-1 0,-1-1-1,1 0 1,-1 0 0,1 0 0,0-1 0,-1 0 0,1 0 0,0-1-1,-1 0 1,2-1-25,-1 0 77,0-1 1,-1-1-1,0 1 0,0-1 0,0 0 0,0-1 1,-1 0-1,1 0 0,-1 0 0,0-1 0,-1 1 1,1-1-1,-1-1 0,3-5-77,14-19 229,-1-1 1,6-16-230,-18 32-118,0-1 0,-1-1 1,-1 0-1,-1 0 0,0 0 1,-2 0-1,0-1 0,-1 0 1,-1 0-1,0-12 118,-2 30-64,0 0 0,0-1 0,-1 1 0,1 0 0,0 0 0,-1 0 0,1-1 0,0 1-1,-1 0 1,0 0 0,1 0 0,-1 0 0,0 0 0,1 0 0,-1 0 0,0 0 0,0 0 0,0 1 0,0-1 0,0 0 0,0 0 0,0 1 0,0-1-1,0 1 1,0-1 0,0 1 0,-1-1 0,1 1 0,0 0 0,0-1 0,0 1 0,-1 0 0,1 0 0,-1 0 64,-51 0-3528,38 1 1927,-54 4-6043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0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5996 1624 2721,'0'0'6785,"0"0"-5027,0 0-846,0 0 123,0 0-130,0 0-249,-10-23 1606,-11-8-765,1-2-1,-9-22-1496,0 0 548,-40-76-96,41 71-362,-4 2-1,-1 1 1,-4 2 0,-36-43-90,21 42 75,-2 3 0,-3 2 0,-2 3 0,-2 3 0,-14-7-75,-38-16-5,-3 4 0,-70-26 5,68 32-88,-80-57 88,110 63-2,54 34-3,0 1 0,-2 2 1,1 2-1,-1 1 0,-1 2 1,-5 0 4,-79-12-134,-30 2 134,49 7 18,-118-17-20,0 10 1,-40 8 1,132 11 25,16-1-68,-1 4-1,-79 14 44,-22 11 22,57-8-116,-133 34 94,259-44-29,0 1-1,1 1 0,1 2 0,-26 15 30,-107 73-83,84-50 96,-9 0-13,12-10 4,-147 84 54,183-100-48,1 2 1,1 1-1,2 3 1,-15 16-11,-120 117 29,-10-4-29,175-156 0,-172 161 110,-80 103-110,241-251-21,1 2 0,1 0 1,1 1-1,-3 6 21,26-100-411,97-219-429,-101 279 816,-5 8 15,1 1 0,0 0 0,0 0 0,1 1 0,-1-1 0,1 0-1,0 1 1,0-1 0,1 1 0,3-3 9,-7 6 37,0 1-12,0 6-60,-1 7 44,0 0-1,-1 1 1,-1-1 0,0 0-1,-1 0 1,-1-1 0,0 1-1,0-1 1,-3 3-9,-19 35 510,-21 29-510,15-28 172,-18 34 58,50-84-246,1-1 37,0 0-21,0-15-29,1 2-34,1 0 0,-1-1 1,2 1-1,0 0 0,1 1 1,0-1-1,1 1 0,0-1 1,1 1-1,0 1 0,2-3 63,10-13-68,1 0 0,2 1 0,22-24 68,-23 34 16,-20 16-18,0 0 0,0 0 0,0 0 0,0 0 0,1 0 0,-1 0 0,0 0 0,0 0 0,0-1 0,1 1 0,-1 0 0,0 0 0,0 0 0,0 0 1,1 0-1,-1 0 0,0 0 0,0 0 0,1 0 0,-1 0 0,0 1 0,0-1 0,0 0 0,1 0 0,-1 0 0,0 0 0,0 0 0,0 0 0,0 0 0,1 0 0,-1 1 0,0-1 0,0 0 0,0 0 0,0 0 0,1 0 0,-1 0 0,0 1 0,0-1 0,0 0 0,0 0 0,0 0 0,0 1 0,0-1 0,0 0 0,0 0 2,0 4-13,0-1-1,0 0 1,-1 1 0,0-1-1,0 0 1,0 0 0,0 1-1,0-1 1,0 0 0,-1 0-1,-1 2 14,-48 69 62,41-61-36,0-1 0,1 1-1,0 0 1,1 1 0,0 0 0,1 1-1,1-1 1,0 1 0,-3 15-26,9-29 6,0 1 1,-1 0-1,1 0 0,0 0 1,0 0-1,0 0 0,0 0 1,0 0-1,0 0 1,1 0-1,-1 0 0,0 0 1,1 0-1,0 0 0,0 0 1,-1 0-1,1-1 0,0 1 1,0 0-1,1-1 1,-1 1-1,0-1 0,0 1 1,1-1-1,-1 1 0,1-1 1,-1 0-1,1 0 0,1 1-6,3 1 43,1-1-1,0 0 0,0 0 1,1 0-1,-1-1 0,0 0 1,5-1-43,5 2 20,34 4 1058,42-2-1078,-93-30 256,-2-13 24,-1 0 0,-9-32-280,-1-19-1803,9 29-4098,4 66-5761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4.2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51 6755,'0'0'1323,"0"0"406,0 0 157,0 0-394,0 0-390,-2-1-598,11 3-317,85 30 1088,0-4 1,1-4 0,54 4-1276,301 30 581,-389-51-555,7 1 24,4 0 193,59 0-243,-130-8 232,-1 0-136,0 0-88,0 0-88,0 0-83,0 0-23,0 0 7,-1-43-123,0 36 286,0 0 0,-1 0 0,0 0 0,-1 0 0,1 1 0,-2-3 16,1 4 16,1-1 1,0 0-1,0 1 1,0-1-1,1 0 1,-1 0-1,1-4-16,1 9 160,0 1 0,0 0 40,0 0-106,0 0-9,0 18-32,0 233 1212,0-251-1209,0 0 5,0 0 54,0 0 43,0 0-46,0 0 66,0-15 137,0-335-112,0 349-198,0 0 0,1 1 0,-1-1 1,0 1-1,0-1 0,1 0 0,-1 1 0,0-1 0,1 1 1,-1-1-1,0 1 0,1-1 0,-1 1 0,1-1 0,-1 1 0,1 0 1,-1-1-1,1 1 0,-1 0 0,1-1 0,0 1 0,-1 0 1,1 0-1,-1-1 0,1 1 0,0 0 0,-1 0 0,1 0 1,0 0-1,-1 0 0,1 0 0,-1 0 0,1 0 0,0 0 1,0 0-6,28 4-157,-8 3 120,-1 1 1,0 1-1,0 1 0,-1 1 1,13 10 36,13 6-17,-20-14 9,33 18-188,-55-29 120,0 1 1,1-1-1,-1 0 0,0 1 0,0 0 0,0-1 0,-1 1 0,1 0 0,-1 1 1,1-1-1,-1 0 0,0 1 0,0 0 76,-2-3-31,1 0 1,-1 1-1,0-1 0,0 0 1,1 0-1,-1 1 1,0-1-1,0 0 0,0 1 1,0-1-1,0 0 1,-1 0-1,1 1 0,0-1 1,-1 0-1,1 0 0,-1 1 1,1-1-1,-1 0 1,1 0-1,-1 0 0,0 0 1,0 0-1,1 0 1,-1 0-1,0 0 0,0 0 1,-1 0 30,-32 18-100,30-17 107,-46 19 349,0-3 1,-2-1-1,1-3 0,-32 4-356,77-16 498,6-1-2175,4-1-3579,21 0-1667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4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4978,'0'0'2476,"0"0"112,0 0-408,0 0-972,0 0-496,22 0-279,209 15 1638,68 4-914,-287-19-1228,10 2-840,-21-1-450,-6 0-1085,-20 1-1230,-16-2-780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5.2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252 1 5955,'0'0'1374,"0"0"437,0 0-565,0 0-67,0 29-136,1 97 105,0-104-688,2-1 0,0 0 0,1 1 1,1-1-1,1-1 0,1 1 0,1 0-460,-2-6 153,0-1-1,-2 1 0,0 0 0,0 0 0,-2 1 1,0-1-1,0 10-152,-3-24-16,1 1 0,-1-1 0,1 0 0,-1 1 0,0-1 0,1 0 0,-1 0 0,0 1 0,0-1 0,0 0 1,0 0-1,0 0 0,0 0 0,-1 0 0,1 0 0,0-1 0,0 1 0,-1 0 0,1 0 0,0-1 0,-1 1 0,1-1 0,0 0 0,-1 1 0,1-1 0,-1 0 0,1 0 0,-1 1 1,1-1-1,-1-1 0,0 1 16,-62 2-207,48-3 84,-186-2 800,202 3-274,0 0-120,0 0-48,5 0-54,447 0 1132,-451 0-1329,-35 0 0,-284 13 410,317-13-375,1 0-96,0 0-513,1-1-1427,1-2-1841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6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8612,'0'0'3620,"0"0"-1387,0 0-360,0 0-275,0 0-483,32 5-554,138 18 1504,105-3-2065,180-16 1398,-332-4-1337,-122 0-368,-1 0-512,0 1 343,0 0-1,0 1 1,-1-1-1,1 0 1,0 0 0,0 1-1,-1-1 1,1 0-1,-1 0 1,1 1 0,-1-1-1,1 0 1,-1 0-1,0 0 1,0 0-1,1 0 1,-1 0 0,-1 0 476,-1 2-631,0-1-1,0 0 1,0-1 0,-1 1 0,1 0 0,0-1 0,-1 0 0,-3 1 631,4-1-465,-33 9-4287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6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526 1 4194,'0'0'1361,"0"0"530,0 0-53,0 0-250,0 0-516,-1 17 211,-3 42 438,3 0-1,2 0 0,4 0 0,2 5-1720,27 69 1156,-25-106-1172,-1 0 0,-1 0 0,-1 1 0,-1 0-1,-2 0 1,-1 0 0,-1 0 0,-2 4 16,1-29-31,-1-1 0,0 0-1,0 0 1,0 0 0,0 0 0,0-1-1,0 1 1,0 0 0,-1 0 0,1-1-1,-1 1 1,1 0 0,-1-1 0,0 0-1,1 1 1,-1-1 0,0 0 0,0 0-1,0 0 1,0 0 0,0 0 0,0-1-1,0 1 32,-56 16-476,52-16 428,-69 10-347,0-3-1,0-3 1,-1-3 0,-20-5 395,-14 2 1066,109 1-562,12 0 147,141 10 103,-28 1-97,90 0-101,71 2-290,-93-9-4172,-188-4-213,2 3-2521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7.0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0 111 4738,'0'0'7636,"0"0"-7316,0 0 2225,0 0-1665,0 0-607,0 0 143,231-7-96,-139 7 464,-8 0-176,-16-3-287,-20-6-209,-21 3-112,-13-3-224,-14 0-401,0-3-815,-11-4-2018,-40-2-1568,-16-3-3154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7.3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8836,'0'0'2993,"0"0"-848,0 0-592,0 0-849,245 3 497,-130-3-817,-10 0 16,-27 0 129,-27 0-433,-30 0-96,-18 0-96,-3 0-785,0 0-1712,0 0-3810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18.1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1 325 7812,'0'0'1176,"0"0"222,0 0 13,0 0-117,20 27-66,6 7-876,-1-3 92,-1 2 0,-2 0 0,-2 2 1,2 4-445,68 159 2770,-60-126-2084,4-1 0,2-2 0,32 45-686,-60-103 36,-5-5-14,0-1-1,1 0 1,0 1-1,0-1 1,0-1-1,0 1 1,1-1 0,0 1-22,-4-5 26,0 0 1,-1 0 0,1 0 0,0 0 0,0 0 0,-1 0-1,1 0 1,0-1 0,-1 1 0,1 0 0,0 0 0,-1-1 0,1 1-1,0 0 1,-1-1 0,1 1 0,-1 0 0,1-1 0,-1 1-1,1-1 1,-1 1 0,1-1 0,-1 1 0,1-1 0,-1 0 0,0 1-1,1-1 1,-1 1 0,0-1 0,1 0 0,-1 1 0,0-1-1,0 0-26,12-28 78,-10 22-6,75-228 150,-11-3 1,-4-36-223,-57 252 87,10-43 686,-2 0 1,-4-1-1,1-56-773,-10 122 58,0 0-146,0 0-149,0 16-1743,-1-11 1407,1 1 0,-1 0-1,0 0 1,-1 0-1,0-1 1,0 1 0,0-1-1,0 1 1,-1-1 0,0 0-1,-1 1 574,-14 24-6477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2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5 6451,'0'0'1361,"0"0"333,0 0 66,-10 34-273,-31 111-220,39-138-1142,0 1 1,0 0-1,1 0 1,0 0-1,0 0 1,1 0-1,0 0 1,0 0-1,1 0 1,0 0-1,1 0 0,-1 0 1,2 0-1,-1-1 1,1 1-1,0-1 1,0 0-1,1 1 1,0-2-1,3 5-125,0-3 107,1 0-1,0-1 1,1 0 0,0 0-1,0-1 1,0 0-1,0 0 1,1-1-1,0-1 1,0 0 0,1 0-1,1 0-106,-1 0 47,0-1-1,0 0 1,0-1-1,1 0 0,-1-1 1,0 0-1,1 0 1,-1-2-1,1 1 1,-1-1-1,0-1 1,1 0-1,-1-1 1,0 0-1,0 0 1,-1-1-1,1-1 1,-1 0-1,0 0 0,0-1 1,0 0-1,-1-1 1,0 0-1,0-1-46,0-2-46,0 0-1,0-1 1,-1 0-1,0-1 1,-1 0-1,0 0 1,-1 0 0,0-1-1,-1 0 1,-1 0-1,0 0 1,0-1-1,-2 1 1,1-1-1,-2 0 1,0 0-1,-1 0 1,0 0-1,-2-11 47,2 21 11,-1-1-1,0 0 0,0 0 1,-1 1-1,1-1 1,-1 1-1,0-1 1,0 1-1,-1 0 0,1 0 1,-1 0-1,0 0 1,0 0-1,0 0 0,0 1 1,-1 0-1,0-1 1,1 1-1,-1 1 0,0-1 1,-1 0-1,1 1 1,0 0-1,-1 0 0,1 0 1,-1 1-1,1 0 1,-1-1-1,-3 1-10,-13-3 71,-1 1 0,1 1 0,-1 1 0,0 1 1,1 0-1,-1 2-71,12-1 32,1 1 0,-1 1 1,0-1-1,1 1 0,0 1 1,0 0-1,0 0 0,0 1 0,1 0 1,0 1-1,0-1 0,0 1 1,0 1-1,1 0 0,-2 3-32,4-5-94,0 1 0,1-1 0,0 1 0,0 0 0,0 1 0,1-1 0,0 0 0,0 1 0,1 0 0,-1 1 94,2-3-285,0 0 0,1-1-1,-1 1 1,1 0 0,0 0 0,0-1 0,0 1 0,1 0 0,0 0-1,0-1 1,0 1 0,0-1 0,1 1 0,0-1 0,1 4 285,-1-4-525,1-1 1,0 1-1,-1-1 1,1 0-1,0 0 1,0 0-1,1 0 1,-1-1-1,1 1 1,0 0 524,48 25-6342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2.4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95 190 6259,'0'0'1753,"0"0"34,0 0-282,0 0-318,-5-27-197,-15-83-339,15 73 21,5 36-596,0 1 0,1-1 0,-1 1 0,0 0 0,0-1 0,0 1 0,0-1 0,0 1 0,0-1 0,0 1 0,0-1 0,0 1 0,0 0 0,0-1 0,0 1 0,0-1 0,0 1 0,0-1 0,0 1 0,-1-1 0,1 1 0,0 0 0,0-1 0,-1 1 0,1-1 0,0 1 1,0 0-1,-1-1 0,1 1 0,0 0 0,-1 0 0,1-1 0,0 1 0,-1 0 0,1 0 0,-1-1 0,1 1 0,0 0 0,-1 0 0,1 0 0,-1 0 0,1-1 0,-1 1 0,1 0 0,-1 0 0,1 0 0,0 0 0,-1 0 0,1 0 0,-1 0 0,1 0 0,-1 1 0,1-1 0,-1 0-76,-1 0 340,1 0-331,0 1 0,1 0 0,-1-1 0,0 1 0,0 0 0,0-1 0,0 1 0,1 0 0,-1 0 0,0 0 0,1 0 0,-1 0 0,1 0 0,-1 0 0,1 0 0,-1 0 0,1 0 0,0 0 0,-1 0 0,1 0 1,0 0-1,0 0-9,-8 34 29,6-27 18,-8 48 573,2 1 0,2 0 0,3 0 1,3 12-621,0-68-166,0-1-349,0 0-661,11 0-5366,15 0-501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2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6227,'0'0'4882,"0"0"-3681,0 0 1952,0 0-2401,0 0-543,0 0 319,139 27-96,-71-27 144,-7 0-416,-14 0 144,-16 0-127,-14 0-33,-7 0-128,-3 0-16,-7 0-289,7 0-1023,3 0-2722,4 0-3698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3.2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0 364 5955,'0'0'4311,"0"0"-2756,0 0 313,0 0-889,0 0 187,29 36-155,95 113-304,-17-22 1377,23 46-2084,-129-172 34,0 1 1,0 0 0,1 0-1,-1-1 1,0 1 0,1-1 0,-1 1-1,1-1 1,-1 0 0,1 0-1,0 1 1,0-1 0,-1 0 0,1-1-1,1 1-34,-3-1 39,1 0 1,0 0-1,-1 0 0,1 0 0,0 0 0,-1 0 0,1 0 1,0 0-1,-1 0 0,1-1 0,0 1 0,-1 0 0,1 0 1,-1-1-1,1 1 0,-1 0 0,1-1 0,0 1 0,-1-1 0,1 1 1,-1-1-1,0 1 0,1-1 0,-1 1 0,1-1 0,-1 1 1,0-1-1,1 0-39,2-6 140,0-1 1,0 0-1,-1 0 0,0 0 1,0 0-1,-1-3-140,0 8-101,7-61 166,-3 0 1,-3-1-1,-5-40-65,2-37 212,2 78-84,1-26 1505,8-56-1633,0 110 481,-10 35-522,1-1 0,-1 1 1,1 0-1,-1 0 1,1-1-1,0 1 0,-1 0 1,1 0-1,0 0 1,0 0-1,0 0 1,0 0-1,0 0 0,0 0 1,0 0-1,0 0 1,0 1-1,1-1 0,-1 0 1,0 1-1,0-1 1,1 1-1,-1-1 0,1 1 42,2 8-3398,13 58-6810,-4-27 2302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3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80 5475,'0'0'1646,"0"0"-190,0 0 724,-1 28-731,0 90-422,1-112-939,0 0 1,0 0 0,0-1-1,1 1 1,0 0-1,1 0 1,-1-1-1,1 1 1,0 0 0,0-1-1,1 0 1,-1 1-1,1-1 1,0 0 0,1-1-1,-1 1 1,1 0-1,0-1 1,0 0 0,0 0-1,1 0 1,0 0-1,-1-1 1,1 0 0,0 0-1,1 0 1,-1-1-1,0 0 1,1 0 0,0 0-1,2 0-88,1 0 59,0 0 0,0-1 0,0 0 1,0-1-1,1 0 0,-1 0 0,0-1 0,0-1 0,0 1 0,0-1 0,0-1 0,0 0 0,-1 0 0,1 0 1,-1-1-1,0-1 0,5-2-59,-7 3 11,-1 0 1,1-1-1,-1 0 1,0 0-1,0 0 1,0-1-1,-1 1 1,0-1-1,0 0 1,0-1-1,-1 1 1,0 0-1,0-1 1,1-6-12,-1-2 65,0 0-1,-1 0 1,-1 0 0,0 0 0,-1-1-1,-1-5-64,1 15 65,-1 1 0,0 0 0,0-1 0,0 1 0,-1 0 0,1 0 0,-1 0 0,-1 0 0,1 0 0,-1 0 0,1 1 0,-1-1 0,-1 1 0,1 0 0,-1-1 0,1 2 0,-1-1 0,0 0 0,0 1 0,-1 0 0,1 0 0,-1 0-1,0 0 1,0 1 0,1 0 0,-2 0 0,1 0 0,0 1 0,-1-1-65,-17-4 116,0 1-1,-1 1 1,0 2-1,0 0 1,0 1 0,-1 1-116,19 0-19,0 1 1,0-1-1,1 1 1,-1 0-1,0 0 1,0 1-1,1 0 1,-1 0-1,1 0 1,-1 0-1,1 1 1,0 0 0,-4 3 18,6-4-242,1 0 1,-1 1 0,0-1-1,1 1 1,0 0 0,0 0-1,-1 0 1,2 0-1,-1 0 1,0 1 241,0 0-760,1 0 0,0-1 0,0 1 0,0 0 0,0-1 1,1 1-1,0 0 0,-1 0 0,1 0 0,1 3 760,2 7-8241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4.4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16 4562,'0'0'1011,"0"0"86,0 0-9,0 0-239,0 0-20,-5 9 513,6-6 4480,10-4-5671,0 0 0,1-1 0,-1 0 0,0-1 0,4-1-151,-3 0 75,-1 1 0,1 0 0,-1 1 1,1 1-1,5 0-75,-8 0-14,-1 1 1,1 1 0,-1-1-1,0 1 1,1 1 0,-1 0-1,3 1 14,-8-2-7,0 1-1,0-1 0,0 1 0,-1 0 0,1 0 0,-1 0 0,1 0 0,-1 0 1,1 1-1,-1-1 0,0 1 0,0-1 0,-1 1 0,1 0 0,0 0 0,-1 0 1,0 0-1,1 0 0,-1 0 0,0 1 8,3 10-8,-1 0 0,0 1 0,-1-1 0,-1 1 0,0-1 0,-1 1 1,-1 10 7,0-16 12,0 1 0,0-1 1,-1 0-1,0 1 1,-1-1-1,0 0 0,0 0 1,-1 0-1,0-1 1,-1 1-1,0-1 0,-1 1-12,-5 4 55,-1 0 0,-1 0 0,0-1 0,0 0 0,-2-1 0,1-1 0,-1 0 0,-1-2 0,1 1 0,-2-2 0,1 0 0,-1-1 0,0 0 0,0-2 0,0 0 0,-1 0 0,0-2 0,1 0 0,-1-2 0,-14 0-55,30 0 15,-1 0-1,1 0 1,0 0 0,-1 0 0,1-1 0,0 1 0,-1-1 0,1 1 0,0-1 0,0 0 0,0 0 0,-1 0 0,1 0 0,0 0 0,0-1 0,1 1 0,-1 0 0,0-1 0,0 0 0,1 1 0,-1-1 0,1 0 0,-1 0 0,1 0 0,0 0 0,0 0 0,-1 0 0,2 0 0,-2-1-15,0-6-8,0 0 1,0 0-1,1 0 1,0 0-1,0 0 1,1 0-1,1-1 8,-2 9-21,1-1 0,0 1 0,1 0 0,-1-1 0,0 1 0,0 0 0,0 0 1,1-1-1,-1 1 0,1 0 0,-1 0 0,1-1 0,-1 1 0,1 0 0,0 0 0,0 0 0,-1 0 0,1 0 0,0 0 0,0 0 0,0 0 0,0 0 1,0 1-1,0-1 0,1 0 21,1 0-30,0 0 0,-1 0 0,1 0 0,0 1 0,-1-1 0,1 1 0,0 0 0,-1 0 0,1 0 0,0 0 1,0 0-1,1 1 30,3 0-34,0 1 1,0 0-1,0 0 1,-1 0 0,1 1-1,-1 0 1,0 0-1,1 1 1,-2 0 0,4 2 33,69 73-148,-52-50 170,0-2 0,29 21-22,-45-40 37,1-1 0,0 1-1,1-2 1,-1 0 0,1 0 0,1-1-1,-1-1 1,1 0 0,-1 0 0,7 0-37,-5-2 99,1 0 0,-1-1 1,1 0-1,-1-1 1,0-1-1,1 0 0,2-1-99,-9 0 28,-1 1 0,0-2-1,0 1 1,0-1 0,0 0-1,-1 0 1,1-1 0,-1 1-1,0-2 1,0 1 0,0-1-1,0 0 1,-1 0 0,3-4-28,2-2-92,-2 0 0,1-1 0,-2 0 0,0 0 0,0-1 0,-1 1 0,0-2 0,-1 1 0,-1-3 92,0 2-1277,-1-2 0,0 1 1,-1 0-1,-1 0 0,-1-7 1277,0-25-7571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5.2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6243,'0'0'1136,"0"0"409,0 0-131,0 0-432,0 0-326,31 6 35,380 56 2404,361 23-102,397-22-3043,-22-63-44,-840-17 288,-40 2-409,-276 28-1108,4-9 639,0 1 0,0-1 0,-1 0 0,0 0 0,1-1 0,-1 0 0,0 0 0,-1 0 0,1 0 0,0-1 0,-1 0 0,0-1 0,-4 1 684,-38 3-7495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6.1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0 122 6963,'0'0'550,"0"0"482,0 0-314,0 0-115,0 0 91,17-17 167,51-50 404,-51 50-73,-5 232 1998,0-4-2028,-12-20 145,0-191-1310,0 0 25,0 0 52,-1-1-45,-1 0-1,1 0 1,0 0-1,0 0 1,1 0-1,-1 0 1,0 0-1,0-1 1,1 1-1,-1 0 1,0-1-1,1 1 1,-1-1-1,1 1 1,0 0-1,-1-1 1,1 1-1,0-1 1,0 1-1,0-1-28,-1-3 55,-7-45-92,3 1-1,1-1 1,3 0 0,2-2 37,-1 17 2,0 21 5,1-1 0,0 1 0,1-1 0,1 1 0,0 0 0,1 0 1,0 0-1,1 0 0,1 1 0,0-1 0,0 2 0,2-1 0,4-6-7,-4 9 3,0 1 1,0 0-1,1 0 1,0 1-1,0 0 1,1 1-1,0 0 0,1 0 1,0 1-1,0 0 1,0 1-1,0 1 0,1 0 1,0 0-1,-1 1 1,5 0-4,3-1-8,0 1 0,-1 0 1,1 2-1,0 1 1,0 0-1,0 1 1,0 1-1,-1 1 0,8 2 8,-20-4-37,0 1 0,0 0 0,0 0-1,0 1 1,-1 0 0,1 0-1,-1 0 1,0 1 0,0 0-1,0 0 1,0 0 0,0 0 0,-1 1-1,0 0 1,0 0 0,0 0-1,-1 0 1,1 0 0,-1 1-1,-1 0 1,1 0 0,-1-1 0,0 1-1,0 1 1,-1-1 0,1 0-1,-1 0 1,-1 1 0,1 2 37,-1-1-91,1 0 0,-1 0 1,-1 0-1,1 0 1,-1 0-1,-1-1 0,1 1 1,-1 0-1,-1-1 0,0 1 1,0-1-1,0 0 0,-4 7 91,-1-4-86,1 0-1,-2-1 0,1 0 0,-1 0 0,0 0 1,-1-2-1,0 1 0,-8 4 87,-6 3-259,-2-1 0,1 0 0,-2-2 0,1-1 1,-17 3 258,-34 7-1382,-28 3 1382,55-14-259,48-10 232,0 1-1,0-1 0,0 1 0,0 0 1,1-1-1,-1 1 0,0 0 1,0 0-1,0 0 0,1 1 1,-1-1-1,1 0 0,-1 0 0,1 1 1,-1-1-1,1 1 0,0 0 1,0-1-1,-1 1 0,1 0 1,1-1-1,-1 1 0,0 0 0,0 0 1,1 0-1,-1 0 0,1 0 1,-1 0-1,1 0 0,0 0 1,0 0-1,0 0 0,0 0 0,0 0 1,1 1 27,-1 3-55,1 0 1,1 0 0,-1 0-1,1-1 1,0 1-1,0-1 1,1 1 0,0-1-1,0 0 1,0 0 0,0 0-1,1 0 55,10 10 121,0 0 0,2-1 0,-1-1 0,2 0 0,-1-1 0,2-1-1,0 0 1,0-1 0,1-2 0,0 0 0,4 1-121,8 1 717,1-1 1,-1-2-1,1-1 1,1-2-1,-1-1 1,27-1-718,-47-3 192,1-1 0,-1 0 0,0 0 1,0-2-1,0 1 0,0-1 0,-1-1 1,1 0-1,-1-1 0,0 0 0,-1-1 0,1 0 1,-2-1-1,1 0 0,-1 0 0,7-8-192,2-4-212,0 0 1,-1-1-1,-2-1 0,0 0 0,-1-1 0,-1-1 0,3-9 212,-5-2-2255,-10 11-2453,-4 8-2532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6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10069,'0'0'1798,"0"0"544,0 0-931,0 0-850,32 12-214,-20-8-306,43 17 212,1-3 0,1-3 0,38 5-253,147 9 2817,42-9-2817,-267-20-57,18 1 425,-34-1-456,-1 0-1,1 0 1,0 0-1,0 0 1,-1 0-1,1 0 1,0 0-1,0 0 1,-1 0-1,1 0 1,0 1-1,0-1 1,-1 0-1,1 1 1,0-1-1,-1 0 1,1 1-1,0-1 1,-1 1-1,1-1 1,-1 1-1,1-1 1,-1 1-1,1-1 0,-1 1 1,1 0 88,-2 0-264,1 1 0,-1-1 0,0 0 0,0 0 0,0 1 0,0-1 0,0 0 0,0 0 0,0 0 0,0 0 1,-1 0-1,1-1 0,0 1 0,-1 0 0,1 0 0,0-1 0,-1 1 0,1-1 0,-1 1 0,1-1 0,-1 0 0,1 0 0,-1 0 0,1 1 264,-47 7-2975,43-7 2344,-55 5-3629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7.3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341 0 2673,'0'0'3167,"0"0"-1267,0 0-337,0 0-421,0 0-56,-1 26 368,0 54 591,2 0-1,11 59-2044,16 61 2442,-1 105-2442,-26-287 21,2 27-124,-3-43 76,0-1-1,0 1 1,0-1-1,0 0 1,0 1-1,-1-1 1,1 0-1,-1 1 1,1-1 0,-1 0-1,1 1 1,-1-1-1,1 0 1,-1 0-1,0 0 1,0 0 0,0 0-1,0 0 1,0 0-1,0 0 1,0 0-1,0 0 1,0 0-1,0 0 1,0-1 0,-2 1 27,-15 3-90,-1-1 1,1-1 0,-1 0 0,0-2 0,0 0 0,-6-2 89,-21 1-79,12-1 114,1-1 1,-1-1-1,1-2 0,-15-6-35,22 6 144,52 8 354,0-1 0,0-2 0,6-1-498,9 0 195,619-31 1865,-650 32-1988,5 1 51,-1 0-1,1-2 1,0 0 0,-1 0-1,15-6-122,-25 5-57,-3-1-5688,-1 2 3384,0-1-4394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7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89 9124,'0'0'913,"0"0"751,0 0 353,0 0-1456,0 0 319,0 0-160,156 0 673,-88 0-289,3 0-623,-7 0-273,-13 0-208,-23 0-224,-18-13-737,-10 1-800,-4-6-1376,-43 0-769,-21-10-2769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8.0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117 233 1217,'-99'-181'8046,"82"149"-6160,17 28-819,176 6 3576,-28 1-1138,125-14-3505,-258 10 143,10-4 248,-24 5-50,-1 0 227,0 0-117,0 0-117,0 0-193,0 0-98,0 0-11,0 0 50,0 0 33,0 0 83,0 0 71,0 0 89,0 0-4,0 0-47,0 0-123,0 0-26,0-1-97,0-1-21,0 1-27,0 1-61,0 0-112,0 0-69,0 0-107,0 0-299,0 0-640,-13 0-5561,-1 0 36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29.6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1 531 1649,'0'0'6267,"0"0"-3962,0 0-219,0 0-256,0 0-549,0-4-481,2-55-204,4 1 0,2-4-596,1-5 1065,-1-34-1065,-8-78 2644,0 738-2385,0-318-7727,0-240 1418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0.2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1 390 8564,'0'0'1267,"0"0"502,0-35-70,0-242 839,0 210-129,0 56-622,0 44-1600,0 434 393,0-263-6290,0-204 497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2.0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1 5138,'0'0'1326,"0"0"-221,0 0 10,0 0-381,0 0-217,-28 1 8055,28 40-8409,-2-1 0,-2 0-1,-2 0 1,-2-1 0,-1 0 0,-9 23-163,0 6-1030,16-37-3820,3-29-305,4-2-1613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2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 7732,'0'0'1675,"0"0"577,0 0 69,0 0-643,0 0-448,14 0-451,129-8 800,-73 2-905,-1 4-1,49 4-673,-117-2-3,1 0 0,0 0 0,-1 0 0,1 1 0,-1-1-1,1 1 1,-1-1 0,1 1 0,-1-1 0,1 1 0,-1 0 0,0 0-1,1-1 1,-1 1 0,0 0 0,1 0 0,-1 1 0,0-1-1,0 0 1,0 0 0,0 0 0,0 1 0,-1-1 0,1 1 3,0 1-19,0 0 1,0-1-1,0 1 1,-1 0-1,1 0 1,-1 0 0,0 0-1,0 0 1,0 0-1,0 0 1,-1 0-1,0 2 19,0 4-51,-2 0-1,1 0 1,-2 0-1,1-1 0,-1 1 1,0-1-1,-1 0 1,-2 3 51,-10 10-37,-1-2 0,-1 0 1,-1-1-1,0-1 1,-1-1-1,-1-1 0,0-1 1,-1-1-1,-1 0 0,0-2 1,-1-1-1,0-1 0,0-1 1,-1-1-1,-16 1 37,23-8 93,43-9-60,3 0-58,-1 1 0,1 2 0,0 0 0,1 2 1,-1 1-1,1 2 0,-1 0 0,1 2 0,3 1 25,-19 0-2,1 0 0,-1 0 0,0 1 0,0 0 0,0 1 0,0 1 0,-1 0 0,0 1 0,0 0 0,0 0 0,-1 1-1,1 0 1,-2 1 0,1 0 0,-1 1 0,0 0 0,-1 1 0,0-1 0,-1 1 0,0 1 0,2 3 2,-5-5-11,1 0 0,-2 0-1,1 0 1,-1 1 0,-1-1 0,1 1 0,-2 0 0,1-1 0,-1 1 0,-1 0 0,0 0-1,-1 7 12,1-10 8,-1 0 0,-1 0 0,1 0-1,-1-1 1,0 1 0,0-1-1,-1 1 1,0-1 0,0 0-1,-1 0 1,0 0 0,0-1-1,0 1 1,0-1 0,-1 0-1,0 0 1,-4 3-8,-6 2 162,0 0 0,-1-1 0,1-1 0,-2-1 0,1 0 0,-1-1 0,0 0 0,0-2 0,-1 0 0,1-1 0,-1-1 0,0 0 0,1-2 0,-14 0-162,26 0 54,0-1 1,-1 0-1,1 0 1,0 0-1,1-1 1,-1 1-1,0-1 1,0 0-1,1 0 1,-1-1-1,-3-2-54,5 3-98,0 0-1,1 0 1,-1 0-1,1 0 1,-1 0-1,1-1 1,0 1-1,0-1 1,0 1-1,0-1 1,0 0-1,1 0 1,-1 0-1,1 0 1,0 0-1,0 0 0,0-1 1,-1-1 98,5-12-3418,14-3-2483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3.0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8052,'0'0'5386,"0"0"-2673,0 0-1597,0 0-778,29 7-41,-5-2-225,18 6 240,2-3 0,-1-1 0,31 0-312,72-6 695,-75-1-3756,-56-1-2473,7-4-3459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3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289 389 6227,'0'0'2017,"0"0"-1166,0 0 638,0 0-622,0 0-411,-2 0-227,1 0 0,0 0 0,-1 0 0,1 0 0,0-1 1,-1 1-1,1-1 0,0 1 0,0-1 0,-1 1 0,1-1 0,0 0 1,0 1-1,0-1 0,0 0 0,0 0 0,0 0 0,-1 0-229,-2-28 624,0 1 0,2 0 0,1-1 0,2 1 0,1-1-1,1-2-623,-2 23 84,1 1 0,0-1 0,0 1 0,0 0 0,1 0 0,0 0-1,1 0 1,-1 0 0,1 1 0,1-1 0,-1 1 0,1 0 0,0 1-1,0-1 1,1 1 0,0 0 0,0 0 0,0 1 0,0-1 0,1 2-1,0-1 1,0 1 0,0-1-84,10-3 15,0 1 0,1 0 0,0 1 0,0 1 0,0 1 0,1 0 0,-1 1 0,17 1-15,-25 1-8,0 0 0,0 0-1,-1 1 1,1 0-1,0 0 1,0 1 0,8 3 8,-14-3-5,-1 0 0,0 0 0,1 1 1,-1-1-1,0 1 0,0-1 1,0 1-1,0 0 0,-1 0 1,1 1-1,-1-1 0,0 0 1,0 1-1,0-1 0,0 1 0,-1 0 1,1-1-1,-1 1 0,0 0 1,0 0-1,0 0 5,2 11-52,1 1 0,-2-1-1,0 1 1,-1-1 0,-1 1 0,0 0 0,-1-1 0,-1 1 0,0-1-1,-1 1 1,-1-1 0,0 0 0,-1 0 0,-1-1 0,0 1 0,-1-1-1,-1 0 1,0-1 0,0 0 0,-2 0 0,1-1 0,-12 10 52,-7 6-162,-1-1 1,-2-2 0,-1-1-1,0-1 1,-2-2 0,-25 12 161,-48 18 422,-64 18-422,123-50 359,47-19-337,0 0 0,0 1-1,0-1 1,0 0 0,0 0 0,0 1 0,0-1-1,0 0 1,0 1 0,0-1 0,1 1 0,-1 0-1,0-1 1,0 1 0,1-1 0,-1 1 0,0 0-1,1 0 1,-1-1 0,1 1 0,-1 0 0,1 0-1,-1 0 1,1 0 0,-1 0 0,1-1 0,0 2-22,0-1 10,1 0 0,-1 0 1,1-1-1,0 1 0,0 0 1,-1 0-1,1 0 0,0-1 1,0 1-1,0 0 1,0-1-1,0 1 0,0-1 1,0 1-1,0-1 0,0 1 1,0-1-1,0 0 1,0 1-11,59 12 262,32-5 610,0-4-1,60-7-871,-13 1-707,-134 1 46,0 0 1,0 0-1,0-1 1,-1 1-1,1-1 1,0 0-1,-1 0 1,1 0-1,-1-1 1,0 0-1,1 0 661,15-9-3742,17-5-2768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4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 8660,'0'0'2209,"0"0"-1345,0 0 929,0 0-608,0 0-161,0 174-400,-4-128-495,-9-4-129,3-2-48,0-6-1553,10-19-2673,0-15-4770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4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289 312 9973,'0'0'1958,"9"-34"-606,-4 15-1019,19-76 3491,22-52-3824,-37 131 2488,-13 45-1905,-6 16-481,-2-1 0,-15 35-102,9-29 294,3-1 0,-1 14-294,7 1 680,3 1 0,2-1 1,5 54-681,-1-50 432,14-6-1003,-31-62-354,-240 0-764,256 0 1918,24 0 62,89 2 47,-31 0 80,0-3 0,76-11-418,-120 6 96,-36 6-87,0 0-1,0 0 1,0 0 0,0 0 0,0 0 0,0-1-1,0 1 1,0 0 0,-1 0 0,1-1-1,0 1 1,0 0 0,0-1 0,0 1-1,-1-1 1,1 1 0,0-1 0,-1 0-1,1 1 1,0-1 0,-1 1 0,1-1 0,0 0-9,-9-2-1395,-77-4-7814,20 1-1505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5.0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6099,'0'0'2617,"0"0"-1977,0 0-274,34 0 277,528 19 955,2241 162 627,-1440-118-2410,-772-57 8616,-672 3-13046,20 0 848,-37-6-4362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6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321 159 5138,'0'0'4418,"0"0"-2649,0 0-155,0 0-413,0 0-545,0 0-582,-1 0-1,1 0 1,0 0 0,-1 0-1,1 0 1,0 0 0,0 0 0,-1 0-1,1 0 1,0 0 0,-1 0-1,1 0 1,0 0 0,0 0-1,-1 0 1,1 0 0,0 0-1,0-1 1,-1 1 0,1 0-1,0 0 1,0 0 0,-1 0-1,1-1 1,0 1 0,0 0-1,0 0 1,-1-1 0,1 1-1,0 0 1,0 0 0,0-1-1,0 1 1,0 0 0,0 0-1,-1-1 1,1 1 0,0 0-1,0 0 1,0-1 0,0 1-1,0 0 1,0-1 0,0 1-1,0 0 1,0 0 0,0-1 0,0 1-1,1 0 1,-1-1 0,0 1-1,0 0-73,9-19-18,1 1 0,1 0 0,1 0 1,0 1-1,1 1 0,1 0 0,13-11 18,-27 32-61,-1 0 0,0 1 0,0-1 0,0 0-1,-1 0 1,0 1 0,0-1 0,0 0 0,0-1 61,-18 29-10,-1-1 0,-1-2 0,-2 0 0,-1-1 0,-26 22 10,-19 13 162,-66 44-162,127-101 44,8-5-20,-1 0 0,0-1 1,0 1-1,0-1 0,0 0 0,0 0 0,0 1 0,0-1 0,0-1 0,-1 1 1,1 0-1,-2 0-24,33 2-7,0 1 1,0 2-1,0 0 1,0 2-1,-1 1 1,-1 2-1,1 0 1,8 7 6,49 18-55,-76-32 57,0-1-1,0 0 1,0 0-1,1-1 1,-1 0 0,1 0-1,-1-1 1,9 0-2,-13-2 20,-1 0 1,0 0-1,0 0 1,1 0-1,-1-1 0,0 1 1,0-1-1,0 0 1,-1 0-1,1-1 1,0 1-1,-1-1 0,0 0 1,1 1-1,-1-2 1,0 1-1,-1 0 1,1 0-1,-1-1 1,1 0-21,8-14 90,0 0 0,-2 0 0,0-1 1,-1 0-1,-1 0 0,-1-1 1,-1 0-1,-1 0 0,0 0 1,-1-1-1,-2 1 0,0-1 0,-1-8-90,0 28 585,0 1-220,0 2-221,-1 50-10,-3-1 0,-2 1 0,-2-1-1,-2 0 1,-3 0 0,-2-2 0,-19 46-134,8-15-1293,21-28-6992,5-46-84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6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1 9236,'0'0'881,"0"0"2112,-68 195-1008,58-125-737,0-8-271,0-7-641,3-16-80,4-11-240,3-7-16,0-9-640,0-12-1633,13 0-2257,18-6-1553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7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1473,'0'0'9132,"0"0"-6723,0 0-502,0 0-383,0 0-804,33 3-85,-10-1-498,70 7 1039,37-5-1176,-89-5 246,-31-1-222,0 1 0,1 1-1,-1 0 1,0 0 0,0 1 0,0 0 0,0 1 0,0 0 0,-1 1 0,10 3-24,-17-4 1,1 0 1,-1 0-1,0 0 0,0 0 0,0 1 0,0-1 0,0 1 0,-1 0 0,1-1 0,-1 1 1,1 0-1,-1 0 0,0 0 0,0 0 0,0 0 0,-1 0 0,1 0 0,-1 0 1,0 0-1,0 2-1,-1 74 87,0-55 3,-3 11 43,-1 0 0,-1 0 0,-3 0 0,0-1 0,-11 23-133,-11 43 256,26-85-250,-3 12-158,2 0 1,0 1-1,2 0 1,-1 23 151,5-50-155,0-1 0,0 1 1,0-1-1,0 1 0,0 0 1,0-1-1,0 1 0,0-1 0,-1 1 1,1-1-1,0 1 0,0 0 1,0-1-1,-1 1 0,1-1 1,0 1-1,-1-1 0,1 1 1,0-1-1,-1 0 0,1 1 1,-1-1-1,1 1 0,0-1 1,-1 0-1,1 1 0,-1-1 1,1 0-1,-1 1 0,1-1 1,-1 0-1,0 0 0,1 0 1,-1 1-1,1-1 0,-1 0 1,1 0-1,-1 0 0,0 0 1,1 0-1,-1 0 0,1 0 1,-1 0-1,0-1 0,1 1 1,-1 0-1,0 0 155,1 0-67,-19 0-4983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7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52 11813,'0'0'1169,"0"0"528,0 0-321,0 0-303,237 37 95,-138-25-799,-14 0 159,-18-12-528,-19 0-16,-17 0-416,-11 0-561,0-12-1216,1-15-1168,-1-7-801,0-6-1617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38.0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 10901,'0'0'1438,"0"0"824,0 0-648,0 0-835,0 0-442,0 13-25,0 408 4071,0 14-4439,-1-445 12,0 0 0,-1 0-1,0 1 1,-1-1 0,0 0 0,-1-1 44,-10-41-47,8-3-37,2-1 1,3 0-1,2-3 84,-1 55 1,0 0 1,0-1-1,1 1 0,0 0 0,0-1 0,0 1 1,0 0-1,1 0 0,-1 0 0,1 0 0,0 0 1,0 0-1,1 0 0,-1 1 0,1-1 0,0 1 1,0 0-1,0 0 0,0 0 0,0 0 1,1 0-1,0 1 0,-1-1 0,1 1 0,0 0 1,0 0-1,0 1 0,0-1 0,3 0-1,11-2-2,1 0 0,0 1 0,0 1 0,0 1 0,0 1 0,4 1 2,-5-1-10,-12 0 2,0 0 0,0 0 0,0 1 0,0-1 0,0 1-1,0 1 1,-1-1 0,2 2 8,-5-2-13,0 0 0,0 0 1,0 0-1,0 0 0,0 1 0,-1-1 0,1 1 0,-1-1 1,1 1-1,-1-1 0,1 1 0,-1 0 0,0 0 0,0 0 1,0 0-1,0 0 0,0 0 0,0 0 0,-1 0 0,1 0 0,-1 0 1,1 0-1,-1 1 0,0-1 13,1 8-136,0 0 1,-1 0-1,-1 0 1,1 0-1,-1 0 0,-1 0 1,0 0-1,-1-1 1,1 1-1,-2-1 0,0 1 1,0-1-1,0 0 1,-1-1-1,-2 4 136,-13 16-175,-1-1 0,-2-1 1,-22 21 174,-16 18 47,56-59-31,1 0-1,0 0 0,0 0 1,0 1-1,1-1 0,0 1 0,-1 3-15,3-8 18,1-1 0,-1 1 0,1 0 0,-1-1 0,1 1 0,-1 0 0,1-1 0,0 1 0,0 0 0,0 0 0,0-1 0,0 1 0,0 0 0,1-1 0,-1 1 0,0 0 0,1 0 0,-1-1 0,1 1 0,0-1 0,-1 1 0,1-1 0,0 1 0,0-1 0,0 1 0,0-1 0,0 0 0,1 1 0,-1-1 0,0 0 0,1 0 0,-1 0 0,0 0 0,1 0 0,0 0-18,15 4 183,1-1 0,1 0 0,-1-2 0,0 0 0,1-1 0,0 0 0,-1-2 0,12-1-183,18 0 286,-34 2-165,2 2 148,0-2 0,0 0 1,-1-1-1,1 0 1,0-1-1,-1-1 0,0-1 1,1 0-1,-2-1 1,1 0-1,0-2 0,3-1-269,-18 7-82,0 1-1,1 0 1,-1 0-1,0-1 1,0 1-1,0 0 1,1-1-1,-1 1 0,0 0 1,0-1-1,0 1 1,0 0-1,0-1 1,0 1-1,1-1 0,-1 1 1,0 0-1,0-1 1,0 1-1,0 0 1,-1-1-1,1 1 0,0 0 1,0-1-1,0 1 1,0-1-1,0 1 1,0 0-1,0-1 0,-1 1 1,1 0-1,0-1 1,0 1-1,0 0 1,-1 0-1,1-1 0,0 1 1,-1 0-1,1 0 1,0-1-1,0 1 1,-1 0-1,1 0 0,0 0 1,-1 0-1,1-1 1,0 1-1,-1 0 1,1 0-1,-1 0 0,1 0 1,0 0-1,-1 0 1,1 0-1,0 0 1,-1 0-1,1 0 83,-22-9-4673,22 9 4237,-24-11-8378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1.7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65 976,'0'0'7569,"0"0"-4490,0 0-665,0 0-221,0 0-1005,0 0-556,10 0-136,136 6 1508,-42-1-2391,-35-4-3231,-86-12-1537,6 2 3742,-37-17-2941,-11-4-758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2.0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65 205 4162,'-64'-193'3730,"64"190"-2034,0 3 641,17-3-592,27 3-1200,13-6-257,4 6-208,-3 0-80,-7 0-64,-7 0-1681,-13 0-2561,-4 0-3442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2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18 457 6643,'0'0'176,"0"0"347,-3-35 307,-8-114-441,7 58 844,4-18-1233,1 36 6205,2 113-5949,1-1 0,2 0 0,2-1 0,12 37-256,13 67 385,-25-90-80,-2 1 0,-2 0 1,-3 0-1,-3 0 0,-2 5-305,3-47-100,-2 0 0,0 0 0,0-1 1,-1 1-1,0-1 0,-6 10 100,-6 5-2634,-1-7-3401,12-14-2030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2.8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 0 9124,'0'0'208,"0"0"2257,0 177-224,-6-110-1344,-5 10-369,-2-16-224,-4-9-96,3-3-208,-3-16-96,4-2-1056,9-19-2194,4-12-2128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3.1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476 235 7764,'0'0'450,"0"0"698,0 0 196,0 0-594,0 0-329,-3-21 153,-8-67 274,10 81-728,0 1 0,0 0-1,-1 0 1,0-1-1,0 1 1,0 0 0,-1 1-1,0-1 1,0 0-1,-1 1 1,1-1-1,-1 1 1,0 0 0,-1 1-1,1-1 1,-1 1-1,-1-1-119,2 1 82,0 2 1,-1-1-1,1 0 0,-1 1 0,0 0 0,0 0 0,1 0 0,-1 1 0,0-1 0,-1 1 1,1 1-1,0-1 0,0 1 0,0 0 0,0 0 0,-1 0 0,1 0 0,0 1 1,0 0-1,0 0 0,0 1 0,-1 0-82,-7 2 27,1 0 0,0 1 1,0 1-1,1 0 0,-1 0 1,1 1-1,0 1 0,-1 1-27,-13 12 94,2 1 0,0 0 1,1 2-1,-10 15-94,25-29 0,0 0 0,0 0 0,1 1 0,0 0 0,1 0 0,0 1 0,1-1 0,0 1 0,1 0 0,0 0-1,1 0 1,1 1 0,-1 5 0,3-17-10,-1 1 0,1-1 0,-1 0 0,1 0-1,0 1 1,0-1 0,-1 0 0,1 0-1,0 0 1,0 0 0,0 0 0,0 0-1,0 0 1,0 0 0,1 0 0,-1-1 0,0 1-1,0 0 1,1-1 0,-1 1 0,0-1-1,0 1 1,1-1 0,-1 0 0,1 1-1,-1-1 1,0 0 0,1 0 0,-1 0-1,1 0 1,-1 0 0,0-1 0,2 1 10,58-6 217,-43 1-106,0 0-1,-1-1 1,0-2-1,12-6-110,-15 7 31,-1 1-1,1 0 1,1 0 0,-1 2-1,1 0 1,0 0 0,7 0-31,-21 4-1,0 0 0,0 0 0,1 0 1,-1 0-1,0 0 0,0 0 0,0 1 1,0-1-1,0 0 0,0 0 0,0 1 1,0-1-1,0 1 0,0-1 1,0 1-1,0-1 0,0 1 0,0 0 1,0-1-1,0 1 0,0 0 0,-1 0 1,1 0-1,0 0 0,0 0 0,-1 0 1,1 0-1,-1 0 0,1 0 0,-1 0 1,1 0 0,4 37 28,-4-30-12,1 62 260,-4 0 0,-2 0 0,-3 0-1,-3-1 1,-19 66-276,26-125-531,-2 7-369,6-6-4792,-1-11-148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3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442 1 5314,'0'0'2834,"0"0"-1973,0 0 401,0 0-315,0 0-581,9 7-131,25 23 40,-26-18 4316,-18-12-3489,-14-7-1043,12 1 70,-1 0 1,0 1-1,-1 1 1,1 0 0,-1 0-1,0 2 1,0-1 0,0 2-1,-2 0-129,7 0 62,1 1 0,-1 1 0,1 0 0,-1 0 0,1 0 0,0 1 0,-1 0 0,1 1 0,0 0 0,0 0 0,1 1 0,-1 0 0,1 0 0,0 0 0,-6 5-62,-5 8 108,1 1-1,1 0 1,0 1-1,1 1 1,1 0-1,1 1 0,1 0 1,1 1-1,1 1 1,1-1-1,1 2 0,1-1 1,0 1-1,2 0 1,1 0-1,1 1 1,1-1-1,2 1 0,0 4-107,0-21 8,0-1-1,0 1 0,1-1 0,0 0 0,0 1 0,0-1 0,1 0 0,1 0 0,-1 0 1,1 0-1,0 0 0,0 0 0,1-1 0,0 1 0,0-1 0,1 0 0,0-1 0,0 1 1,0-1-1,0 0 0,1 0 0,0 0 0,0-1 0,0 0 0,1 0 0,-1-1 1,1 0-1,0 0 0,0 0 0,0-1 0,0 0 0,1 0 0,-1-1-7,6 2-10,0-1-1,0-1 1,0 0 0,-1-1-1,1 0 1,0-1 0,0 0-1,0-1 1,0 0 0,11-5 10,-16 4-10,0 0 0,0-1 0,-1 0 0,1 0 0,-1-1 0,0 0 1,0 0-1,0-1 0,-1 0 0,0 0 0,0 0 0,0-1 0,-1 0 0,0 0 1,-1 0-1,3-5 10,0-2-74,-1 0 1,-1-1-1,0 0 0,-1 1 1,-1-1-1,0-1 1,-1 1-1,0 0 0,-2 0 1,0-1-1,0 1 1,-2-9 73,1 22 4,1 0 1,-1 0 0,0 0 0,0-1 0,0 1-1,0 0 1,0 0 0,0 0 0,-1 0-1,1 1 1,-1-1 0,1 0 0,-1 0 0,1 1-1,-1-1 1,0 1 0,0 0 0,0-1 0,0 1-1,0 0 1,0 0 0,0 0 0,-1 0-1,1 1 1,0-1 0,0 1 0,-1-1 0,1 1-1,0 0 1,-1 0 0,-1 0-5,-12-1 84,0 0 0,0 2 0,0 0 0,-4 1-84,18-1 9,-8 1 4,0 1 0,0 0-1,0 0 1,1 1 0,-1 0 0,1 1-1,0 0 1,0 1 0,1 0-1,0 0 1,0 1 0,0-1 0,1 2-1,-6 6-12,-2 3-141,1 1 0,1 0-1,0 1 1,2 0 0,0 1 0,-2 7 141,8-15-737,0 1 1,1-1 0,1 1-1,0 0 1,-1 6 736,4-14-889,-1 0 0,1 0 1,0 1-1,0-1 0,1 0 1,-1 0-1,1 0 0,0-1 1,1 4 888,15 14-8594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4.1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90 7523,'0'0'1879,"0"0"-697,0 0 554,3 26-498,4 31-273,3 0-1,10 32-964,-11-41 537,-1 1 0,-3 0-1,-2 0 1,-2 0 0,-2 5-537,1-53 51,0-1 79,-3-43-167,2 0-1,3-30 38,0-4-191,-3 32 155,1 6-5,0 0 1,3-1-1,1 0 41,-2 29 33,0 0 0,1 0 1,0 0-1,0 0 1,1 0-1,1 1 0,0 0 1,0 0-1,1 0 1,1 0-1,-1 1 0,5-5-33,-7 10 19,1 0 0,-1 1 0,1-1 0,-1 1 0,1 0 0,0 0-1,0 1 1,0-1 0,1 1 0,-1 0 0,0 1 0,1-1 0,0 1 0,-1 0-1,1 0 1,-1 1 0,1 0 0,0 0 0,-1 0 0,1 1 0,0-1 0,4 3-19,-1-2-6,0 2 1,-1-1 0,1 1 0,-1 1-1,1 0 1,-1 0 0,0 0-1,0 1 1,-1 0 0,1 1 0,-1 0-1,-1 0 1,5 4 5,0 3-23,-1 1 1,-1 0-1,0 0 0,0 1 0,-1 0 0,-1 1 0,-1 0 0,0 0 1,-1 0-1,-1 1 0,1 6 23,2 26-77,-3 0-1,-1 0 1,-3 17 77,0-65 0,0-6 107,1-13-126,0 0-1,2 0 0,0 0 1,1 0-1,1 0 1,1 1-1,0 0 1,1 0-1,1 0 1,0 1-1,4-3 20,1-2-13,2 0 1,0 1-1,1 0 0,1 1 0,1 1 0,1 1 0,0 1 1,2 0 12,-12 9 56,0 1 0,1 0 0,0 1 1,-1 0-1,2 1 0,-1 0 1,0 1-1,1 0 0,0 0 0,4 1-56,-11 1 16,1 0 0,-1 1 0,0 0-1,1 0 1,-1 0 0,0 1-1,1-1 1,-1 1 0,0 0 0,0 1-1,1-1 1,-1 0 0,0 1-1,-1 0 1,1 0 0,0 0 0,0 1-1,-1-1 1,1 1 0,-1 0-1,0 0 1,0 0 0,0 0 0,0 1-1,-1-1 1,1 1 0,-1 0-16,6 12 19,0 1 0,-1 0 0,0 1 0,-2 0 1,0 0-1,-1 0 0,-1 1 0,0 11-19,-1 1-135,-1-1-1,-1 1 0,-2 0 0,-4 26 136,-3-28 40,3-13-3060,5-7-5672,1-26 2569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4.7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330 315 8084,'0'0'1955,"0"0"-1037,0 0 936,-19 40-410,-118 253-260,78-168-448,-49 114 163,102-229-850,5-8 124,1-8 206,2-7-332,1-1-1,0 1 1,0 0 0,1 0 0,1 0 0,0 0-1,1 1 1,0 0 0,2-1-47,9-22-32,103-250-392,-73 162 416,6 2 0,6 2 0,13-13 8,-65 121 19,22-31 30,-27 40-30,-1 1 0,1-1 0,0 0 0,0 1 0,0-1 0,0 1 0,0-1 0,0 1 0,0 0 0,0 0 1,0 0-1,1 0 0,-1 1 0,0-1 0,1 0 0,-1 1 0,1 0 0,0-1-19,-2 1 8,0 0 1,0 0 0,0 0-1,0 1 1,0-1-1,1 0 1,-1 0 0,0 1-1,0-1 1,0 1-1,0-1 1,0 1-1,0-1 1,0 1 0,0-1-1,-1 1 1,1 0-1,0 0 1,0-1 0,0 1-1,-1 0 1,1 0-1,0 1-8,10 28 86,-8-21-49,8 40 316,-2 1 1,-3 0-1,-2 0 1,-1 0-1,-6 47-353,1-47 207,2 0 0,2 0 0,3-1 0,1 1 0,3-1 0,4 11-207,-8-45-44,-3-7-15,0 1 0,0-2 0,1 1 0,0 0 0,1 0 0,0-1 0,0 0-1,0 0 1,1 0 0,2 1 59,-7-7-885,-16-4-3037,-4-9 2897,6 3 70,-99-57-4321,-56-31 1704,130 78 9635,-39-13-6063,78 30 4439,18 0-3366,516 2 2777,-525 1-3904,-1-2-1,0 1 1,1-1 0,-1-1 0,0 0-1,0 0 1,0 0 0,0-1 0,4-2 54,24-16-2323,2-8-4046,-9 8-544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6:45.5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1318 0 10629,'0'0'704,"0"0"153,0 0 957,0 0-1131,0 0-294,19 38 185,19 38 21,1 12-595,-35-77 65,0 0 0,-1 1 0,0-1 0,-1 1 0,0-1 0,0 1 0,-1 0 0,-1 0 0,0-1 0,-1 1 0,0 0 0,-1-1 0,-1 5-65,-4 4 98,0 0-1,-1-1 0,-1 0 0,0-1 1,-10 13-98,-2 5 164,17-29-142,-19 35 150,-17 41-172,34-68 27,1 0-1,1 0 1,0 0 0,1 1 0,0 0 0,2-1 0,-1 14-27,2 41 731,0-69-701,1 0 0,0 0 1,-1 1-1,1-1 0,0 0 0,-1 0 1,1 0-1,0 0 0,0 0 0,0 0 1,0 0-1,0 0 0,0 0 0,0 0 1,0-1-1,0 1 0,0 0 0,1-1 1,-1 1-1,0-1 0,0 1 0,1-1 1,-1 1-1,0-1 0,1 0 0,-1 0 0,0 0 1,1 0-1,0 0-30,46 3 165,-44-3-100,-16 4 138,0 0 0,1 2-1,-1-1 1,-7 6-203,-384 192 522,49-27 34,269-132-442,-3-1 57,2 5 0,2 3 0,-52 44-171,126-88-16,8-6 3,1 0 0,-1 0 0,0 0 0,1 0-1,-1 0 1,1 1 0,-1-1 0,1 1 0,0-1 0,-1 1 0,1-1 0,0 1 0,0 0 0,0 0 0,0-1 0,0 1 0,1 0 0,-1 0 0,0 1 13,2-2-30,1-1 0,-1 1 0,0 0-1,0-1 1,0 1 0,1-1 0,-1 1 0,0-1 0,0 1 0,1-1 0,-1 0 0,0 0 0,1 0 0,-1 0 0,1 0-1,-1 0 1,0 0 0,1 0 0,-1 0 0,0-1 0,1 1 30,6 0-105,54-2-293,0-3-1,0-3 1,40-10 398,185-55-2330,-122 29 485,250-69-1567,-140 31 4136,-246 73-346,-53 18 227,0 0 1,0 2-1,-18 12-605,-7 3 329,-486 215 2092,36-18 413,453-196-2743,42-25-91,3-2 59,1 0-33,0-2-248,-1 1-1,1 0 0,-1-1 0,1 1 0,-1-1 0,1 1 0,-1 0 0,0-1 0,0 1 0,0 0 1,0 0-1,0 0 0,0 0 0,0 0 0,0 0 0,0 0 0,-1 0 0,1 0 0,-1 0 223,-4-3-1324,-14-14-4725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3:59:43.5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13398,'0'0'0,"0"0"-32,0 0 32,0 0 48,0 0-48,0 0-1360,0 0-3171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32.9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970 1020 5749,'15'-8'0,"2"-4"68,-1 0 0,0-1 0,-1 0 0,0-1 0,-1-1 1,-1-1-1,0 0 0,-1 0 0,-1-1 0,6-12-68,4-11-40,-3-1 0,-1 0 0,-1-2 0,1-12 40,-15 46 90,1 0 0,-1 0 0,-1 1 1,0-1-1,0 0 0,0 0 0,-1 0 0,-1 0 1,1 0-1,-1 3-30</inkml:trace>
  <inkml:trace contextRef="#ctx0" brushRef="#br0" timeOffset="-2">902 122 8649,'-6'-5'0,"-12"-8"20,0 1-1,-2 0 0,1 1 0,-1 1 0,-1 1 1,0 1-1,0 1 0,-1 0 0,0 2 1,-22-3-20,-28 0 102,60 7-86</inkml:trace>
  <inkml:trace contextRef="#ctx0" brushRef="#br0" timeOffset="-1">534 4 9005,'-29'-2'42,"-39"1"-42</inkml:trace>
  <inkml:trace contextRef="#ctx0" brushRef="#br0" timeOffset="-3">163 135 8743,'-2'2'-3,"-14"14"-21,1 0 1,0 1-1,1 0 0,2 2 0,-1-1 0,2 2 0,1-1 0,0 1 0,2 1 0,0 0 1,1 0-1,1 1 0,1-1 0,1 1 0,1 0 0,1 0 0,1 1 0,1 3 24,0-1 13,0 1-1,2-1 1,1 0-1,2 0 1,0 0-1,7 20-12,-8-31 5,1-1-1,0-1 0,0 1 1,2-1-1,-1 0 1,4 4-5,-6-11-11,0 0 1,1 0 0,0-1-1,0 1 1,0-1 0,0 0 0,0-1-1,1 1 1,0-1 0,0 0 0,0 0-1,0-1 1,0 0 0,5 1 10,25 6 3,1-2 0,0-1 0,-5-2-1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0:16.9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1524 238 5426,'0'0'1425,"0"0"128,0 0 37,0 0-112,0 0-526,0 0-125,0 0 0,-16 0 4633,-17 0-3297,27-2-2127,-1-1 1,0 1 0,1-1 0,0-1 0,-1 1-1,1-1 1,1 0 0,-1 0 0,0-1 0,1 0-1,-1-1-36,-19-14 231,-17-7-121,-1 1 0,0 3 0,-2 1 0,-36-11-110,43 23 62,0 1 1,-1 1-1,0 3 0,0 1 1,-15 1-63,-9 0 106,0 3 0,0 3-1,-24 5-105,49-2 65,1 2-1,-1 1 1,1 2-1,0 1 1,1 2-1,-3 4-64,1-1 18,25-13-20,0 2 0,1-1-1,-1 2 1,1 0-1,0 0 1,1 1 0,-1 0-1,2 1 1,-1 0-1,1 1 1,1 0 0,-8 11 2,-10 21 78,2 1 0,2 0 0,-3 11-78,18-33 30,0 0-1,2 1 0,0 0 1,1 0-1,2 1 0,0-1 1,1 1-1,2 3-29,-1 4 25,0-15 13,1-1 0,0 1 1,1 0-1,0-1 1,1 1-1,1-1 0,0 0 1,1 0-1,0 0 0,3 4-38,2-2-14,28 56 259,20 27-245,-41-76 24,1 0 0,0-1-1,2-1 1,0 0 0,22 16-24,8 2 131,1-2-1,3-2 1,0-3 0,2-2-1,24 8-130,-19-12 42,2-3-1,1-2 0,0-4 1,2-2-1,0-3 1,0-2-1,1-4 0,60-2-41,-39-3 50,-3 1 111,16-5-161,-90 1 17,-1 0-1,0 0 1,0 0 0,0-1-1,0-1 1,0 1 0,-1-2-1,1 1 1,-1-1-1,0 0 1,2-3-17,20-15 138,-2-2 0,7-7-138,-2 0 45,-22 23-40,-1 0 0,0-1 1,-1 0-1,0-1 0,0 0 0,-1 0 0,-1-1 0,0 0 0,-1-1 1,0 1-1,-1-1 0,0 0 0,1-6-5,9-43 59,-3 0-1,-3-1 1,-2 0 0,-3-1-1,-3 0 1,-3-9-59,1 67 0,-1 0 0,1 0 0,-1 0 0,0 1 0,0-1 0,-1 1 0,0-1 0,0 1 0,0 0 0,0 0 0,-1 0 0,-2-2 0,-56-55 8,17 20 11,-8-19-43,30 32 115,-2 2-1,-1 0 1,-17-13-91,-66-60 51,89 84-30,-1 0 0,0 1 1,-1 1-1,-23-11-21,33 20 4,0 1 0,0 0 0,0 0 0,-1 1 0,1 1-1,-8-1-3,-33 1-3619,33 4-228,-1 8-2722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0:20.1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1716 8 6307,'0'0'587,"0"0"488,0 0 190,0 0 229,0 0-230,0 0-55,-4 0 10,-184-4 4291,34 0-3505,-57 10-2005,151 2 167,1 3 1,0 3-1,1 2 0,-24 12-167,-17 4 564,31-11-265,1 2 1,1 4 0,-32 19-300,68-30 17,2 1 0,0 1 0,1 2 0,0 1 0,2 1 0,0 1 0,2 1 0,-12 16-17,10-3 43,1 1-1,2 1 1,2 1 0,1 1 0,3 1-1,1 0 1,2 1 0,2 1-1,-4 36-42,7-23 80,4 0 0,2 1 0,4 42-80,0-4 54,-1-81-37,1 1 1,0-1-1,1 0 0,1-1 1,0 1-1,1-1 1,1 0-1,0 0 0,5 7-17,15 25 97,2-1-1,4 3-96,-18-29 8,1-1 1,1-1-1,1 0 0,0 0 0,1-2 1,1 0-1,0-2 0,1 0 0,0-1 1,1-1-1,12 5-8,59 27 92,2-4 0,1-5 0,1-3 0,3-4-92,-41-18 46,1-3-1,-1-2 1,1-2-1,37-6-45,11 2 29,-51 3-25,36-1 47,26-6-51,-87 3 2,0-2 0,-1-1-1,0-1 1,0-1 0,22-10-2,60-29-26,-2-4 0,21-18 26,-90 45-25,-1-1 1,-1-3 0,-2-1 0,0-1 0,-3-2 0,0-2-1,5-10 25,6-14-1,-3-3 0,14-29 1,-43 61 51,0 0 0,-2 0 0,-2-1 0,0 0 0,-2-1 0,-2 0 0,1-14-51,2-4 27,0-17 61,-3 0-1,-2-1 1,-4-10-88,0 20 14,1 45-5,-1 1 0,-1 0-1,0 0 1,-1 0-1,0 0 1,-1 1-1,-3-9-8,-40-75 236,29 60-291,9 16 64,-1-1 1,0 2 0,-1 0 0,-1 0 0,-1 1 0,0 0 0,-1 1 0,-1 1 0,0 0 0,-1 1 0,-1 1 0,1 0 0,-2 1 0,0 1 0,-3-1-10,-40-15 63,-1 3 0,-1 3 0,-47-9-63,30 16 16,0 3-1,-1 4 1,0 3-1,-19 5-15,40-2-6,-89 15 76,149-15-49,-14 8-1920,14-6 1662,0 0 1,0-1-1,-1 1 1,1 0-1,-1 0 1,0 0-1,1-1 1,-1 1 0,0 0-1,0-1 1,0 1-1,0-1 1,0 1-1,0-1 1,-1 1-1,1-1 1,0 0-1,-2 1 237,-5 6-1423,-21 25-4679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0:42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4116 3191 320,'0'0'496,"0"0"235,0 0 171,0 0-158,0 0-69,0 0 86,0 0 231,-4 8 1947,1-3 8371,5-31-10722,1 0 0,2-1 0,1 2 0,0-1 1,2 1-1,8-16-588,-2 1 314,-2 0 0,1-13-314,3-14 922,20-50-922,6-21 116,-11 7 265,-7-1 1,-1-34-382,-10-15-46,-8-83 46,-9 219 9,-1 1 0,-2 0 0,-2 1 0,-2 0 0,-9-20-9,-13-56-95,-4-33-129,-22-41 224,40 137-28,-3 2 0,-3 0-1,-1 2 1,-3 1-1,-5-3 29,22 38 6,-2 0-1,0 1 1,-1 1-1,0 0 1,-1 1-1,0 0 1,-1 2-1,-1 0 0,0 0 1,0 2-1,-1 0 1,0 2-1,-1 0 1,-15-4-6,-15-1-26,0 2 1,0 2-1,-1 3 1,1 1 0,-23 3 25,19-1 16,1-2 1,-1-2 0,-19-6-17,-7 1-15,1 3 1,-48 4 14,87 3 0,-133-2-74,-102-4 148,-256-11-106,112 3-20,40 0 78,253 15-99,-123 17 73,218-13-32,14-3 14,-1 1 0,1 0 0,0 2 0,0 0-1,-16 6 19,30-9 70,2-1-41,1 0-50,0 0 13,0 0-64,0 0 72,0 0-30,0 0 54,0 0 41,0 0-36,32 0-133,-20-1 115,-1 0 1,1-1 0,-1 0 0,0 0-1,0-1 1,0-1 0,9-4-12,78-41 133,-26 11-129,-57 32 6,-6 3-24,-1-1-1,0 1 0,0-1 1,0-1-1,0 0 0,-1 0 1,1 0-1,5-7 15,-13 12-9,0 0-1,0 0 1,0 0 0,0 0 0,0 0-1,0-1 1,0 1 0,0 0 0,0 0-1,0 0 1,0 0 0,0 0 0,0-1-1,0 1 1,0 0 0,0 0 0,0 0-1,0 0 1,0-1 0,0 1 0,0 0-1,0 0 1,0 0 0,0 0 0,0 0-1,0 0 1,0-1 0,-1 1 0,1 0-1,0 0 1,0 0 0,0 0 0,0 0-1,0 0 1,0 0 0,-1 0 0,1 0-1,0-1 1,0 1 0,0 0 0,0 0-1,0 0 1,-1 0 0,1 0 0,0 0-1,0 0 1,0 0 0,0 0 0,0 0-1,-1 0 1,1 0 0,0 0 0,0 0-1,0 0 1,0 0 0,0 0 0,-1 1-1,1-1 1,0 0 0,0 0-1,0 0 1,0 0 0,0 0 0,-1 0-1,1 0 1,0 0 0,0 0 0,0 1-1,0-1 1,0 0 9,-4 0-3,-39 2-211,1 1 1,-1 3 0,1 1-1,-34 11 214,-166 59-93,216-68 42,-5 3 67,30-12 29,1 0 30,0 0-40,0 0-54,11 0-162,5-2 163,0-1 0,0-1 0,0 0 0,0-2 0,-1 0-1,0 0 1,11-7 18,24-9 39,-1 2 28,-13 4-66,0 2 1,1 1-1,1 2 0,28-4-1,-92 21-268,0 1-1,0 2 1,1 0 0,-19 11 268,-30 10-42,-4-1 29,-206 83-6,283-111 43,1-1-38,0 0 54,0 0 40,15-2 107,5-4-105,-1-1 1,0-1-1,0 0 0,9-7-82,42-18 18,247-71-106,-317 104 88,0 0-6,0 0 0,0 0 0,0 0 0,0 0 0,0 0 0,0 0 0,0-1 0,-1 1 0,1 0 0,0 0 0,0 0 0,0 0 0,0 0 0,0 0 0,0 0 0,0 0 0,0 0 0,0 0 0,0 0 0,0 0 0,0 0 0,0 0 0,0-1 1,0 1-1,0 0 0,0 0 0,0 0 0,0 0 0,0 0 0,0 0 0,0 0 0,0 0 0,0 0 0,0 0 0,0-1 0,0 1 0,0 0 0,0 0 0,0 0 0,0 0 0,0 0 0,0 0 6,-20-1-184,-32 4 24,-69 29 292,-94 40-132,-41 13-12,229-81 132,25-4-67,2 0 1,0 0-57,0 0 32,0 0 38,37 0 40,158-3 510,223 7-559,-340 4 27,28 1-114,-99-9 194,-12 1-82,-30 0-81,-55-1-49,-396-14 108,892-5 500,-266 10-436,42-6-237,-181 15 80,-1 0 69,0 0-2,0 0-9,0 0 9,-27 0-414,-415-45 284,261 23-45,271 25 243,0-4 0,86-13-103,-111 4 109,-43 5-100,1 2 0,0 1 0,2 0-9,-25 2 21,0 0-64,0-2 70,-2 1-37,1 0 1,-1 0-1,0 1 0,0-1 1,1 1-1,-1-1 0,0 1 1,0 0-1,0 0 0,0 0 0,1 0 1,-1 0-1,0 0 0,-1 1 10,-5-1-32,-85-3-23,-1 4-1,0 5 1,1 4 0,-32 9 55,50-9 24,74-10 56,1 0-24,0 0 26,0 0-20,0 0-70,5 1 26,0-1-1,0 1 1,0-1 0,0 0 0,0 0 0,0-1 0,0 1 0,4-2-18,-5 1 9,45-7 52,0-3 1,0-3-62,46-9 117,236-47-242,-434 66-278,74 4 447,-95-1-10,0 6 0,0 5 0,-11 7-34,80-6-3,32-5 29,-1-1-1,1-1 1,-1-1-1,-7-1-25,30-2-53,15 0 47,132-4 191,0-7-1,-1-5 0,0-7 0,10-9-184,-124 27-55,-23 4-162,-29 1 9,-67 5 192,0 3 0,0 5 0,-9 5 16,-12 2 21,-72 2-21,158-20 7,25 0 13,40 0 52,88-8 41,121-22-113,-202 22-47,-32 4 37,-12 2 15,1 0-1,-1 0 1,1-1-1,-1 0 1,1 0 0,-1-1-1,1 1 1,-1-1-1,0 0 1,0 0-1,2-2-4,-40 0-621,-54 9 661,1 3 0,-59 14-40,57-7 113,0-4 0,-63-1-113,151-10 0,0 0-1,0 0 0,1 0 0,-1 0 0,0 0 1,0 0-1,0 0 0,0 0 0,0 1 0,0-1 0,1 0 1,-1 0-1,0 0 0,0 0 0,0 0 0,0 0 0,0 1 1,0-1-1,0 0 0,0 0 0,0 0 0,0 0 1,1 1-1,-1-1 0,0 0 0,0 0 0,0 0 0,0 0 1,0 1-1,0-1 0,0 0 0,0 0 0,0 0 0,-1 0 1,1 1-1,0-1 0,0 0 0,0 0 0,0 0 1,0 0-1,0 0 0,0 1 0,0-1 0,0 0 0,0 0 1,0 0-1,-1 0 0,1 0 0,0 0 0,0 1 0,0-1 1,0 0-1,0 0 0,-1 0 0,1 0 0,0 0 0,0 0 1,0 0-1,0 0 0,-1 0 0,1 0 0,0 0 1,0 0-1,0 0 1,12 9-41,206 48 476,193 25-435,-343-75 51,-39-5-71,0 2 1,1 1-1,15 5 20,-84-13-228,34 4 246,-1-1-1,1 0 1,0 0 0,-1 0-1,1-1 1,0 0-1,-1 0 1,1 0 0,-3-2-18,-76-40 128,83 42-129,1 1 0,-1-1 0,0 0 0,0 1 0,0-1 0,0 0 0,1 0 0,-1 0 0,0 1 0,1-1 0,-1 0 0,0 0 0,1 0 1,-1 0-1,1 0 0,0 0 0,-1 0 0,1 0 0,0 0 0,-1 0 0,1-1 0,0 1 0,0 0 0,0 0 0,0 0 0,0 0 0,0 0 0,1 0 0,-1 0 1,0 0-1,0 0 0,1 0 0,-1-1 1,24-34-45,-7 12 43,-12 16-10,-1-1 0,0 0 0,0 0 0,-1 0 0,0 0 0,-1-1 0,0 1 0,-1-1 0,1 0 0,-2-2 12,0 11 72,0 1-32,6 1-266,-5-1 216,-1 0 0,0 0 0,0 0 0,1 0 1,-1 0-1,0 0 0,0 0 0,1 0 0,-1 0 0,0 0 1,1 0-1,-1 0 0,0 0 0,0 0 0,1 0 0,-1 0 1,0 0-1,0 0 0,0 1 0,1-1 0,-1 0 1,0 0-1,0 0 0,1 0 0,-1 1 0,0-1 0,0 0 1,0 0-1,0 0 0,0 1 0,1-1 0,-1 0 0,0 0 1,0 1-1,0-1 0,0 0 0,0 0 0,0 1 1,0-1-1,0 0 0,0 1 0,0-1 0,0 0 0,0 0 1,0 1-1,0-1 0,0 0 10,29 115 11,-35-134 21,-1 1 1,0 0-1,-2 0 0,-6-9-32,-23-54 95,33 68-95,1 2 6,0 0 0,0 0 0,2 0 1,-1 0-1,1-1 0,1 1-6,1 10 56,0 1-43,0 0-87,0 0-118,0 23-310,1-12 504,1-1 0,1 1 0,0 0 0,0-1 0,1 0 1,0 1-1,0-1 0,2-1 0,-1 1 0,5 5-2,3 8 6,-12-22 5,-1 0 1,1-1 0,0 1-1,0 0 1,-1 0 0,1-1-1,0 1 1,0 0 0,0-1-1,0 1 1,0-1 0,0 1-1,0-1 1,0 0 0,0 1-1,0-1 1,0 0 0,0 0-1,0 1 1,0-1 0,0 0-1,0 0 1,0 0 0,0 0-1,0 0 1,0-1 0,1 1-12,-1-40 248,2 32-280,-3 6 28,0 1 0,0 0 0,0 0 0,0 0 0,1 0 0,-1 0 0,0 0 0,1 0 0,-1 0 0,1-1 0,-1 1 0,1 1 0,0-1 0,-1 0 0,1 0 0,0 0 0,0 0 0,0 0 0,0 1 0,-1-1 0,1 0 0,0 1 0,0-1 0,0 0 0,0 1 0,0 0 0,1-1 0,-1 1 4,0 0-208,-1 0 61,6 170-485,-6-169 672,0-1-8,0 0-59,0 0-5,0 0-11,0 0 89,0 0-6,0 0 10,0-8 254,0-185-221,0 192-104,-12-2-147,-20 4 9,-1 2 0,1 1 0,0 1 0,-21 7 159,-126 44 32,7-3 107,157-50-157,-5 2-40,18-4 224,9 0 251,7-3-409,-1 0-1,0-1 0,0-1 0,0 0 0,-1 0 1,0-1-1,1-1 0,2-2-7,45-18 33,69-14-156,33-3 123,-175 45-155,0 0-1,0-2 1,0 0-1,-7 0 156,2-1-64,0 1-1,1 1 0,-12 2 65,-105 26-57,-71 27 57,-26 7 60,189-56-100,42-7 66,0 0 100,7 0 50,36-3-137,0-1 0,0-2 0,14-5-39,50-8 38,-18 7-55,19-4-52,0 5 0,33 4 69,-140 7 21,-1 0-42,0 0 63,0 0 20,0 0-28,0 0-92,0 0-92,-62 4-27,1 2-1,0 3 1,-50 14 177,51-10 7,-1-2 1,0-3 0,-52 1-8,-30-9-262,142 0 332,1 0 23,0 0-66,0 0-33,0 0-2,0 0-61,0 0 2,0 0-13,0 0 78,0 0 34,0 0-3,0 0-42,0 0 31,0 0-66,0 0 48,0 0-26,0 0-17,0 0 64,0 0 17,0 0-73,0 0 6,0 0-3,0 0 26,0 0-26,0 0 24,0 0 56,0 0-16,0 0-88,0 0-56,0 0-112,0 0-606,0 0-784,0 1-2575,0 3 353,0 9-3628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0:54.4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390 53 2753,'0'0'1753,"0"0"-718,0 0-285,0 0 109,0 0-379,0 0-242,0 0 42,-17 17 2769,17-16-2854,0-1-40,0 0-110,0 0 19,0 0 120,0 0-43,0 0 4,0 0 17,0 0 169,0 0 59,0 0-1,0 0 65,0 0 42,0 0-51,-12 0-191,-2 2-201,-1 0 0,1 1 0,0 1 0,0 0 0,0 1 0,0 0 0,-10 7-53,-18 5 5,-42 10 39,48-17 55,0 2 1,-4 4-100,89-17 974,-19-7-949,1-2 0,-1-1 1,18-11-26,34-11-47,-112 30-481,-27 10 592,14 9-28,32-12-25,1 1 0,-1-1 0,-1-1-1,1 0 1,0 0 0,-1-1 0,-2-1-11,13-1 16,1 0-27,0 0 62,0 0 122,0 0-13,26 0 0,-9-3-140,-1-1 0,1-1-1,-1 0 1,0-1 0,0-1-1,0 0 1,2-3-20,37-15 38,-35 17-21,-13 6-14,-1 0 0,1 0 1,-1 0-1,0-1 0,1 0 1,-2-1-1,1 1 0,5-5-3,-13 7-6,0 0-1,0 1 1,1-1-1,-1 1 1,0-1-1,0 1 1,0 0 0,0 0-1,0 0 1,0 0-1,0 0 1,-1 0 6,1 0 2,-39 0 61,-1 1 0,0 2 0,1 2-1,0 2 1,0 2 0,-16 6-63,50-11 569,22-6-429,28-7-73,-9-3-43,98-36-32,-129 43-40,-14 2-59,-11 2-47,9 1 223,0 1 1,0 1 0,0 0 0,1 1 0,-1 0 0,0 1 0,1 1 0,0 0 0,0 0-1,1 1-68,-8 0-3491,9-4 1377,-13 6-5058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02.6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978 407 3394,'0'0'909,"0"0"201,0 0 91,0 0-113,0 0-127,0 0-156,-34-1 6028,41-282-5232,2 378-2554,-8 158 1054,0-234 52,1-34 475,2-33-253,-4-255-221,-2 275 18,1 19-371,0 20-737,1 414 872,0-424 83,0-1 98,-1-2-79,0 0-1,0 1 0,-1-1 0,1 1 0,0-1 1,1 0-1,-1 0 0,0 0 0,0 0 0,1 1 0,-1-1 1,1 0-1,-1 0 0,1 0 0,0 0 0,0 0 1,0-2-38,-1-5 45,-9-64 49,3-1 0,3 1 0,6-70-94,0 34 102,-2 108-113,0 1-13,-1-1 17,1 1 0,-1-1 0,0 1 0,0-1 0,1 1 0,-1-1-1,0 1 1,0-1 0,0 1 0,1 0 0,-1-1 0,0 1-1,0 0 1,0 0 0,0-1 0,0 1 0,0 0 0,0 0 0,0 0-1,1 0 1,-1 0 0,0 0 0,-1 1 7,-32-1-206,28 0 184,-20-1 8,0 2-1,1 1 1,-1 0-1,0 2 1,1 1-1,-1 2 1,-3 1 14,-182 72 195,-61 19 103,249-92-240,-14 4 152,0 2 0,-2 2-210,91-16 188,-20 3-85,29-7-74,1-2 0,-2-3 0,1-3-1,20-8-28,-35 9 8,5 0-18,-1-3 1,-1-1 0,-1-3-1,16-10 10,-46 17 70,-17 12-73,-1 0-45,0 0-99,0 0 51,0 0-72,0 0 77,-14 0-232,-14 2 315,0 3 0,-1 0 0,2 2 0,-1 1 0,1 1 0,0 1 0,-13 7 8,-32 12-10,-99 28 17,55-19 42,-57 29-49,172-65 10,1-2 95,0 0-33,0 0 2,0 0-44,0 0-9,0 0 30,0 0 34,0 0-8,0 0-26,12 4 13,70 16 65,1-3-1,31 0-128,43 8 143,87 28-161,48 9-52,-256-56 108,0-2-1,31-1-37,-66-3 51,-1 0-19,0 0 5,0 0 24,0 0-39,0 0-38,-18-3 74,3-12-21,0-1 0,1-1 0,0 0 0,2-1 0,0-1 0,0-1-37,-1-4-16,1-1 0,1 0 0,1 0 0,1-1 0,-1-8 16,-26-135 210,36 167-201,-1-8 273,1 10-361,0-1 0,0 1 0,0-1 0,0 1 0,0-1 0,0 1-1,0-1 1,0 1 0,0-1 0,0 1 0,0-1 0,-1 1 0,1 0-1,0-1 1,0 1 0,-1-1 0,1 1 0,0-1 0,0 1-1,-1 0 1,1-1 0,0 1 0,-1 0 0,1-1 0,0 1 0,-1 0-1,1 0 1,-1-1 0,1 1 0,-1 0 0,1 0 0,0 0 0,-1-1-1,1 1 1,-1 0 0,1 0 0,-1 0 0,1 0 0,-1 0-1,1 0 1,-1 0 0,1 0 0,-1 0 0,1 0 0,-1 0 0,1 0-1,0 1 1,-1-1 0,1 0 0,-1 0 0,1 0 79,-28 0-4968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14.3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167 2 1249,'0'0'1883,"0"0"-965,0 0-192,0 0-134,0 0-424,0 0-45,0 0 103,-41-1 13485,41 74-13544,-1 259 1968,-28 181-2135,6-192 450,13-142 253,-5-31-703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6.7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198 230 192,'0'0'744,"0"0"137,0 0 114,0 0-277,0 0-225,0 0-13,0-12-2,0-64 875,-2 73-1078,0 1 1,0-1-1,0 0 1,0 1 0,0 0-1,0-1 1,-1 1-1,1 0 1,-1 0 0,0 0-1,1 1 1,-1-1 0,0 1-1,-2-1-275,-11-9 901,-4-5-987,0 1 1,-2 1-1,-16-9 86,12 8-2027,15 3-2743,5 9 2716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7.6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208 1 2289,'0'0'883,"0"0"-541,0 0-86,0 0-128,0 0 80,0 0 363,0 0 96,0 0-6,0 0 33,0 0 77,0 0-45,0 0 45,-1 0-588,1 1 1,-1-1-1,0 0 1,1 1 0,-1-1-1,0 1 1,1 0-1,-1-1 1,1 1-1,-1-1 1,1 1-1,-1 0 1,1-1-1,-1 1 1,1 0 0,0-1-1,0 1 1,-1 0-1,1 0 1,0 0-184,-6 124 2490,-5-1 1,-6 3-2491,-10 108 744,-4 41 143,-6 109 424,30 50 293,7-435-1516,0 0-19,0 0-149,0 0-264,-14-28-5376,13 25 5117,-1 1 0,0-1 0,0 0 0,0 1 1,0-1-1,0 1 0,-1 0 0,1 0 0,-1 0 0,-1-1 603,-5-4-1892,-4-4-2283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8.1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19 112,'0'0'2577,"0"0"-1184,0 0 125,0 0 251,0 0-326,-10 1 269,5 0-519,7 0 5397,23 7-6146,0-2 0,0-1 1,1-2-1,25 2-444,113-4 89,-96-2 83,-15 3-148,-26-1-34,0 0 0,1-2 0,-1-1 0,16-4 10,-38-5-702,-6-12-7811,-5 14 3130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8.7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2753,'0'0'1681,"0"0"-142,0 0 67,0 0-437,0 0-563,0 0 167,13 0 1065,188 2 2722,108 8-3194,195-5-662,-309-6-554,-4-10 4,-4 0-28,-185 11-44,-2 0 20,0 0 135,0 0 62,0 0-107,0 0-133,0 0-163,0 0-387,0 0-363,-5 0-3212,-39 0-3252,8 0 2444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9.2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0 992,'0'0'2623,"0"0"-1759,0 0-632,0 0 310,0 0-168,0 0-257,0 1 1,0-1-1,0 0 1,0 1-1,-1-1 1,1 0-1,0 0 1,0 1 0,0-1-1,0 0 1,0 1-1,0-1 1,0 1-1,0-1 1,0 0-1,0 1 1,0-1-1,0 0 1,0 1 0,0-1-1,0 0 1,0 1-1,0-1 1,1 0-1,-1 1 1,0-1-1,0 0 1,0 0 0,0 1-1,1-1 1,-1 0-1,0 0 1,0 1-1,1-1 1,-1 0-1,0 0 1,0 1-1,1-1 1,-1 0 0,0 0-1,1 0 1,-1 0-1,0 0 1,1 1-1,-1-1 1,0 0-1,1 0 1,-1 0 0,1 0-118,148 6 3505,13-6-3505,-55-1-910,-112 2-3678,-2 1 2291,-7 2 715,-18-1-2140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39.7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 3217,'0'0'689,"0"0"-121,0 0 601,0 0-369,0 0-443,4 0 140,144 6 5661,73 15-6158,-60-4 1088,37-7-1088,242-13 856,-323-5-46,-1-4-1,87-22-809,-172 29 596,-26 4-3693,-12 1-823,-12 0 836,-14 0-1276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41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5859,'0'0'1881,"0"0"-684,0 0 137,0 0-504,0 0-451,0 14 1739,2 32-652,2 1 0,3 1-1466,4 49 763,-5-21-589,20 222 882,-16-231-838,2 0 0,4-1 0,9 24-218,-24-89 5,0 1-1,0 0 1,0-1 0,1 1 0,-1-1 0,0 1-1,1-1 1,-1 1 0,1-1 0,-1 0 0,1 0-1,0 0 1,-1 0 0,1 0 0,0 0 0,0-1 0,-1 1-1,1 0 1,0-1 0,0 1 0,0-1 0,0 0-1,0 0 1,0 0 0,0 0-5,64 0 188,-37-2-149,68 2 137,0-4 0,-1-4 0,4-5-176,211-50 322,59-11 167,818-87 346,-953 141-957,96 10 122,-211 8 79,515-43-22,-503 33 46,449-18 64,-148 11-147,82-3 279,87 11-379,-23 1 8,121-24-19,636 19-104,-1118 15 281,450 6 869,-668-6-942,-1 0 0,1 0-1,0 0 1,-1 0 0,1 0 0,-1 0 0,1 0 0,0 0 0,-1 0 0,1 0 0,-1 0-1,1-1 1,0 1 0,-1 0 0,1 0 0,0 0 0,-1-1 0,1 1 0,0 0-1,-1-1 1,1 1 0,0 0 0,0 0 0,-1-1 0,1 1 0,0 0 0,0-1-1,0 1 1,-1-1 0,1 1 0,0 0 0,0-1 0,0 1 0,0-1 0,0 1 0,0 0-1,0-1 1,0 1 0,0-1 0,0 1 0,0 0 0,0-1-13,-5-9-3201,-29-2-721,-2 2 1,-23-4 3921,47 12-804,-116-27-8104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42.5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211 1 784,'0'0'-381,"0"0"490,0 0 54,0 0 213,-12 13 224,-39 44 25,50-54-559,-1-1 1,0 1 0,-1-1-1,1 0 1,0 1 0,-1-1 0,1 0-1,-1 0 1,0-1 0,1 1-1,-1 0 1,0-1 0,0 0-1,0 0 1,0 0 0,0 0 0,0 0-1,-1 0 1,-2-1-67,6 1 37,0 1-21,-25 8-69,-28 14-1700,39-21 571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1:46.6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1409,'0'0'1147,"0"0"-248,0 0 560,0 0 230,0 0-235,0 0-176,0 0 67,0 0-305,0 0-69,0 0-176,0 0-69,0 0-206,0 0-82,0 0 15,0 0-55,0 0-52,0 0-73,0 0 41,0 0-57,0 26 610,0 25-32,2 1 1,3 7-836,-2-40 121,1-1 1,0 0-1,1 0 1,1 0-1,1 0 0,1-1 1,6 11-122,-5-12 63,0 0 1,1-1-1,1-1 0,0 0 1,1 0-1,1-1 1,0-1-1,0 0 0,1 0 1,1-2-1,0 0 1,1 0-1,-1-2 0,2 0 1,-1 0-1,1-2 1,12 4-64,25 4 120,0-3 1,1-2 0,0-2 0,56 0-121,75 9-25,-86-7 120,1-4 0,75-7-95,-36-1 37,467-6-199,-491 4 203,0-6 1,62-15-42,43-5 50,-101 14-184,18-10 134,-34 6-154,89-6 154,-167 25 18,313-30-47,-160 8 74,383-40-293,-162 21 72,-365 35-133,-34 8 291,-1 0 0,1 0 0,-1 0 1,1 0-1,-1 0 0,1-1 0,-1 1 1,1 0-1,-1 0 0,0-1 0,1 1 1,-1 0-1,1 0 0,-1-1 0,0 1 1,1-1-1,-1 1 0,0 0 0,1-1 1,-1 1-1,0-1 0,0 1 0,1-1 1,-1 1-1,0 0 0,0-1 1,0 1-1,0-1 0,0 1 0,1-1 1,-1 1-1,0-1 0,0 0 0,0 1 1,0-1-1,-1 1 0,1-1 0,0 1 1,0-1-1,0 1 0,0 0 0,0-1 1,-1 1-1,1-1 0,0 1 0,0-1 1,-1 1-1,1-1 0,0 1 0,-1 0 1,1-1-1,0 1 0,-1 0 0,1-1 1,-1 1-1,1 0 0,-1 0 0,1-1 1,0 1-1,-1 0 0,1 0 0,-1 0 1,1-1-1,-1 1 0,1 0 1,-1 0 17,-18-10-121,0 0 1,0 2 0,-1 0 0,0 1 0,0 1 0,-1 1-1,-13-2 121,0 0 13,1-2-1,-9-5-12,22 9 155,-12-8 133,32 13-208,0 0-88,0 0 37,0 0-71,0 0 12,5 0 1,553 0 368,-644-4-376,1-4-1,-25-8 38,26 4-18,-25 0 522,108 12-424,1 0-96,0 0 58,0 0-47,22 0 66,99 4 298,40 11-359,39 2 151,-22-4-127,-240 5-347,-62 13 494,44-13-126,1 4-1,1 3 0,-74 35-44,152-60-2,-1 0-1,1 0 0,0 0 1,-1 0-1,1 0 0,0 0 1,-1 0-1,1 0 0,0 0 1,-1 0-1,1 0 0,0 0 1,-1 0-1,1 1 0,0-1 1,-1 0-1,1 0 1,0 0-1,0 1 0,-1-1 1,1 0-1,0 0 0,0 1 1,0-1-1,-1 0 0,1 0 1,0 1-1,0-1 0,0 0 1,0 1-1,0-1 0,-1 0 1,1 1-1,0-1 0,0 0 1,0 1-1,0-1 0,0 0 1,0 1-1,0-1 0,0 0 1,0 1-1,0-1 0,0 0 1,1 1 2,18 3 33,47-3 167,-53-1-183,29-3 121,-1-1 0,-1-3 0,1-1 0,38-13-138,56-12 299,-250 45-808,-74 25 591,-62-2-82,227-32 19,34-3-5,37-5-1,172-68-266,-142 46 194,-50 15 29,-26 12 27,-1 0 0,0 0 0,0 0 0,0 0-1,0 0 1,0 0 0,1 0 0,-1 0 0,0 0 0,0 0 0,0 0-1,0 0 1,0 0 0,1 0 0,-1 0 0,0 0 0,0 0-1,0 0 1,0 0 0,0 0 0,0 0 0,0 0 0,1 0 0,-1-1-1,0 1 1,0 0 0,0 0 0,0 0 0,0 0 0,0 0-1,0 0 1,0-1 0,0 1 0,0 0 0,0 0 0,0 0 0,0 0-1,1 0 1,-1 0 0,0-1 0,0 1 0,0 0 0,0 0 0,0 0-1,0 0 1,-1 0 0,1-1 0,0 1 0,0 0 0,0 0-1,0 0 1,0 0 0,0 0 0,0 0 0,0-1 0,0 1 0,0 0-1,0 0 1,0 0 0,0 0 0,-1 0 0,1 0 3,-41-2-337,20 2 397,-56-1-88,-52-7 28,99 4-10,0-1 0,1-1 0,0-2 1,0 0-1,-26-13 10,107 18 389,-50 3-429,22-49-45,-13 29 25,-7 18-229,-4 33-351,-2-1 711,2 66-250,4-95 147,0 1-1,0-1 1,0 0-1,0 0 1,0-1-1,0 1 1,0-1-1,1 0 1,-1 0-1,0 0 1,0 0-1,1-1 33,4 0 22,75 0 105,0-3 0,0-5 1,38-10-128,-18 3 82,-184 19 113,-189 53-278,276-57 88,4 0 27,0 0-1,0-1 1,0 0-1,0-1 1,1-1-32,327-113 739,-339 117-751,0 1 0,0-1 0,0 0 0,0 0-1,0 0 1,0 0 0,0 0 0,0 1 0,0-1 0,0 0 0,0 0 0,0 0-1,0 0 1,0 0 0,0 0 0,0 1 0,0-1 0,1 0 0,-1 0 0,0 0 0,0 0-1,0 0 1,0 0 0,0 1 0,0-1 0,0 0 0,0 0 0,0 0 0,1 0-1,-1 0 1,0 0 0,0 0 0,0 0 0,0 0 0,0 0 0,0 0 0,0 0-1,1 0 1,-1 0 0,0 1 0,0-1 0,0 0 0,0 0 0,0 0 0,1 0 12,-24 18-178,-35 22 165,18-20 43,-1-2 1,-1-1 0,-1-3-1,0-1 1,-18 1-31,42-9 1,68-18 240,26-19-79,1 3 1,22-4-163,-116 33-7,9 0-116,-1 0-1,0 0 1,1 1-1,-1 0 1,-2 1 123,-41 3-5899,14-5-1270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5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65 8404,'0'0'2025,"0"0"-865,0 0-181,0 0 137,0 0-135,0 0-634,0 0-147,0 0 136,-4 0 251,-4 0 2500,12 0-1317,28 0-922,60-2-1126,229-27 454,-148 10-576,98 4 400,-269 15-67,-2 0 64,0 0-31,0 0-78,0 0 21,0 0-168,0 0-29,0 0-56,0 0 64,0 0 53,0 0 14,0 0 103,0 0-50,0 0 67,0 0 47,-51 0-11735,31 0 5127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57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 3 944,'0'0'2671,"0"0"-1556,0 0-352,0 0 254,0 0 7,-11-3 9014,8 7-10498,-2 40 766,2 1 1,3 39-307,1-29 707,-5 37-707,-23 108 687,10-84 294,-2 105-981,14-102 406,1-15 1402,6 50-1808,-3-154 56,-1 0-8,1 0-120,1 0-131,-31 0-1320,-277 0 1350,308 0 375,0 0-36,0 0 37,0 0-97,9 0 17,610-7-304,-606 4-6009,11 0-106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58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31 8084,'0'0'2793,"0"0"-619,0 0 25,0 0-196,0 0-752,-3 0-209,11 0-891,210 3 832,259-6-437,-476 3-244,16-1 713,-5-2-4667,-9-2-2031,-14-4 604,-11-3-1001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58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7555,'0'0'2015,"0"0"-1135,0 0-31,0 0 490,0 0-432,10-1-736,34-5-83,565-65 3700,-580 70-2150,-29 1-1235,0-2 317,0 1-9887,0 1 1983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59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87 450 3762,'0'0'2107,"0"0"-535,0 0-129,0 0-24,0 0-359,-4-2 586,1 13-1035,3 20 9,0 51 2386,5 23-3006,-2-77 230,2 1-1,0-1 1,2 0 0,1-1 0,8 18-230,-7-22 37,1 0 0,2-1-1,0 0 1,1-1 0,2-1 0,0 0-1,14 14-36,-20-24 33,0-2-1,0 1 1,1-2-1,0 1 1,1-1-1,0-1 0,0 0 1,0 0-1,1-1 1,0 0-1,0-1 1,0-1-1,0 0 1,0-1-1,1 0 0,3 0-32,-6-1 34,0 0 1,0 0-1,0-1 0,0-1 0,0 0 0,0 0 0,0-1 0,0 0 0,-1 0 0,1-1 0,-1-1 0,1 1 0,-1-2 0,0 1 0,-1-1 0,1-1 0,-1 1 0,0-1 0,0-1 0,-1 0 0,3-3-34,9-10 2,-1 0-1,-1-2 0,-1 0 0,-1-1 0,-1 0 0,0-1 1,-2-1-1,-1 0 0,-2 0 0,0-1 0,-1-1 0,-2 1 1,0-1-1,-2 0 0,-1 0 0,-1-28-1,-1 18 13,-2 0 1,-1 0-1,-2 1 0,-3-4-13,3 18-3,-2 1 0,0 1 0,-2-1 0,0 2 0,-1-1 0,-1 1 0,-8-12 3,2 7-3,-1 1 1,-1 1-1,0 1 1,-2 0-1,-1 1 0,0 2 1,-1 0-1,-22-13 3,30 22-7,0 0-1,-1 1 1,0 1 0,0 1-1,-1 0 1,1 1 0,-1 0 0,-1 1-1,1 1 1,0 1 0,-1 0-1,1 1 1,-1 1 0,0 1-1,-14 2 8,21 0 15,1 0 0,-1 1 0,1 0 0,0 0-1,0 1 1,0 0 0,1 1 0,0 0 0,0 0 0,1 1-1,-1 0 1,1 0 0,1 0 0,-1 1 0,-2 6-15,-11 14 70,1 1 0,1 2 0,-11 27-70,17-30 126,2 1 0,1 0 0,1 0 0,2 0 0,1 1 0,1 0 0,2 0 1,0 0-1,2 1 0,2-1 0,2 13-126,-3-38 170,0 0-1,0 0 1,0-1 0,1 1 0,-1 0 0,1-1-1,0 1 1,0-1 0,1 0 0,0 1-1,0 0-169,10-4-2101,-9-1-4105,-3 3-3570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06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0 288,'0'0'400,"0"0"-400,0 0-80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27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98 7235,'0'0'1454,"0"0"-493,0 0 13,0 0 74,0 0-245,0 0-123,0 0 147,0 0 0,0 0-64,0 0-8,0 0 38,0 0-94,0 0-126,0 0-186,0 0 27,0 0 13,0 0-46,0 0-130,0 0-123,0 0 19,0 0-62,0 0 54,0 0-38,0 0 158,0 0 115,0 0 95,0 0 38,-5 0-66,4 0-590,1-1 0,-1 1 1,1 0-1,-1 0 1,1 0-1,-1-1 1,1 1-1,0 0 1,-1-1-1,1 1 0,-1 0 1,1-1-1,0 1 1,-1 0-1,1-1 1,0 1-1,0-1 1,-1 1-1,1-1 0,0 1 1,0-1-1,-1 1 1,1 0-1,0-1 1,0 1-1,0-1 1,0 1-1,0-1 0,0 0 1,0 1-1,0-1 149,0-32-5365,0-19-3708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1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7139,'0'0'1641,"0"0"-67,0 0-176,0 0-216,0 0-350,0 0-295,0 0 7,0 0-48,0 0 72,0 0 54,0 0 96,0 0-86,0 0-141,0 0-96,10 0 1283,-8-1-4411,-1 0-3506,-1-9-4532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2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1 219 9861,'0'0'880,"0"0"216,0 0-26,0 0 93,0 0-522,0 0-172,7-1 1191,0 4-1433,-1 0 0,0 0 0,0 1 0,0-1 1,0 1-1,-1 1 0,1-1 0,-1 1 0,0 0 0,3 4-227,49 64 792,-44-54-702,47 72 249,-4 3 0,-4 2 0,-5 2-1,22 69-338,-65-156 12,-3-7-11,0-1 0,1 1 0,-1 0 0,1-1 0,0 1 0,0-1 0,0 1 0,0-1 0,0 0 0,1 0 0,0 0 0,1 1-1,-1-3 62,1-7 362,2-54-267,-2 1 1,-3-1-1,-3-19-157,0-20-56,3 28 68,-2 0 0,-4 1 0,-3-1 0,-13-49-12,-30-75 739,51 204-3397,2 25-5454,6 7 1536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3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69 234 8820,'0'0'942,"0"27"624,-1-6-1096,0-11-288,0 0 1,0 0-1,1 0 1,1 0-1,-1 0 0,2 0 1,-1 0-1,1-1 0,1 1 1,0 0-1,0-1 1,1 0-1,0 0 0,1 0 1,0 0-1,6 7-182,0-3 89,1 0-1,0-1 1,1-1-1,1 0 1,0 0 0,0-2-1,1 0 1,0 0-1,1-2 1,0 0 0,0 0-1,0-2 1,1 0-1,-1-1 1,1 0 0,1-2-1,-1 0 1,0 0 0,14-2-89,-25 0 36,1-1 0,-1 1 0,0-1 1,0 0-1,1-1 0,-1 1 0,0-1 1,0 0-1,0-1 0,-1 0 0,1 1 1,-1-2-1,1 1 0,-1-1 0,0 0 1,0 0-1,0-1-36,2-2 70,-1 0-1,0-1 1,0 0 0,-1-1-1,1 1 1,-2-1 0,0 0-1,0 0 1,0 0-1,1-8-69,-1 2 83,0-1-1,-2 0 0,1 1 0,-2-1 0,0 0 0,-1 0 0,-1 0 0,0 0 0,-1 1 1,-1-1-1,0 0 0,-2 1 0,1 0 0,-3-4-82,0 5 72,0 1-1,-1-1 1,0 1 0,-1 0 0,0 1-1,-1 0 1,-1 0 0,0 1-1,0 1 1,-1 0 0,-1 1 0,0 0-1,0 0 1,0 1 0,-1 1-1,0 1 1,0 0 0,-1 0 0,0 2-1,0 0 1,0 0 0,-1 2-1,1 0 1,-1 0 0,-4 2-72,6-1-77,-10 0 180,-1 1 1,1 1-1,0 1 1,0 1-1,-1 1-103,21-3-79,-1 0 1,1 0-1,-1 0 0,1 0 0,0 1 0,0-1 1,0 1-1,0 0 0,0 1 0,0-1 0,1 0 1,-1 1-1,1 0 0,-1 0 0,1 0 0,0 1 1,0-1-1,1 1 0,-1-1 0,1 1 0,0 0 1,0 0-1,0 0 0,0 0 0,0 0 0,1 0 1,0 1-1,0-1 0,0 0 0,1 2 79,-1-5-239,1 0-1,0 0 1,0 0 0,-1 1-1,1-1 1,0 0-1,0 0 1,0 0-1,0 0 1,1 1 0,-1-1-1,0 0 1,0 0-1,1 0 1,-1 0-1,0 0 1,1 0 0,-1 0-1,1 0 1,0 0-1,-1 0 1,1 0-1,0 0 1,0 0 0,-1 0-1,1 0 1,0-1-1,0 1 1,0 0-1,0-1 1,0 1 0,0 0-1,0-1 1,0 1-1,0-1 1,0 0-1,1 1 1,-1-1 0,0 0 239,42 5-9106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3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71 9316,'0'0'1380,"0"0"-121,0 0 326,0 0-449,0 0-597,0 1 2845,12-7-2940,2-3-373,1 0 0,1 2 0,-1-1 0,1 2-1,0 0 1,0 1 0,1 1 0,0 0 0,0 1-1,0 1 1,0 1 0,0 0 0,12 1-71,-27 1-4,1-1-1,-1 1 1,1-1 0,-1 1 0,1 0-1,-1 0 1,0 0 0,1 0 0,-1 0-1,0 0 1,0 1 0,0-1 0,0 1-1,0-1 1,0 1 0,0 0 0,-1 0-1,1 0 1,0 0 0,-1 0 0,0 0 0,1 1-1,-1-1 1,0 0 0,0 1 0,-1-1-1,1 0 1,0 1 0,-1-1 0,1 1-1,-1-1 5,3 14 23,-2 1-1,1-1 0,-2 0 1,-1 12-23,1-4 79,-1-9-54,-1 1 0,0-1 0,-1 1 0,-1-1 0,0 0 0,-1 0 0,-1-1 0,0 1 0,-1-1 0,0 0 0,-1-1 0,-1 0 0,-2 2-25,-1 1 26,-1 0 1,-1-1-1,0 0 1,-1-1-1,-1-1 1,0 0-1,-1-1 1,0-1-1,-1 0 1,0-2-27,4-3 29,0-2 0,-1 0 0,0 0 0,0-2 0,0 0 0,0 0 0,0-1 0,0-1 1,-6-1-30,10 1 13,9 0-5,-1 0 1,0-1-1,0 1 1,0-1 0,0 1-1,0-1 1,1 0-1,-1 0 1,0 0-1,1 0 1,-1-1 0,1 1-1,-1-1 1,1 1-1,-1-1 1,1 0 0,0 0-1,0 0 1,0 0-1,0 0 1,0-1 0,1 1-1,-1 0 1,1-1-1,0 0 1,-1 1 0,1-1-1,0-1-8,-1-3-41,-1 0 0,2-1 0,-1 1 0,1-1-1,1 1 1,-1-1 0,1 0 0,0 1 0,1-1 0,1-5 41,-2 12-16,1-1 1,-1 0 0,1 1 0,0-1-1,0 0 1,0 1 0,0-1-1,0 1 1,0-1 0,0 1-1,1 0 1,-1-1 0,0 1-1,1 0 1,-1 0 0,1 0-1,-1 0 1,1 0 0,0 0-1,-1 1 1,1-1 0,0 1-1,-1-1 1,1 1 0,0-1-1,0 1 1,0 0 0,-1 0 0,2 0 15,62 0-124,-53 1 89,-3 0 31,0 0 0,0 1 0,0 1-1,0-1 1,0 1 0,-1 1 0,1 0 0,-1 0 0,0 0 0,0 1 0,4 4 4,16 13 15,-1 1 0,12 13-15,14 13 52,-39-37 11,1-1 0,0 0 1,1-2-1,0 1 0,0-2 0,1 0 0,0-1 0,1-1 0,0-1-63,10 2 289,1-2-1,0 0 0,1-3 0,-1 0 0,10-2-288,-36 0-40,-1 0 0,1 0-1,-1 0 1,0 0 0,1-1-1,-1 1 1,1-1 0,-1 1-1,0-1 1,1 0 0,-1 0-1,0 0 1,0 0 0,0-1-1,0 1 1,0 0 0,2-3 40,14-19-3775,-4 2-2058,3 0-3547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4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11989,'0'0'1489,"0"0"176,0 0 416,173 0 96,-74 0-1009,-4-6-591,-17-4-177,-20 4-368,-21 0 64,-13 3-192,-14 0 32,-7 3-240,-3 0-641,0-3-687,0-3-1298,-17-3-1184,-27-3-2609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4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 5523,'0'0'5399,"0"0"-3195,0 0-641,0 0-186,0 0-654,44-4-205,145-15 303,-67 11 1121,95 7-1942,-156 2-3730,6 0-3625,-27-1-638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4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10997,'0'0'747,"0"0"280,0 0 443,0 0-133,39 2-454,129 9-232,20-8 872,-122-4 849,-66 1-2068,0 0-235,0 0-101,0 0-160,0 0-440,38 0-9167,2 0 2051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5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272 391 7876,'0'0'1539,"0"0"-632,0 0 358,0 0 165,0 0-598,-3-30-362,-18-208 2315,20 229-2478,0 0 0,0-1 0,-1 1 1,0 1-1,-1-1 0,0 0 0,0 1 1,-1-1-1,0 1 0,0 0 0,-1 0 0,0 1 1,-4-4-308,9 10 192,0 1-43,0 0-117,0 0-64,0 0 5,0 0 1,0 3 58,1 34 170,2-1 0,1 0 0,2 0 0,9 30-202,51 137 216,-44-144-160,-3 0 1,-2 2 0,-2 0-1,-4 0 1,-1 12-57,-9-1-902,-4-70 802,0-1-1,0 1 0,-1-1 0,1 1 1,0-1-1,-1 0 0,1 0 0,-1 0 1,1-1-1,-1 1 0,0-1 0,1 0 1,-3 0 100,1 0-113,-74 6-590,1-5 0,-3-3 703,-16 1 686,97 1-462,0 0 67,0 0-3,0 0-61,2-1-120,74-11 105,1 3 0,-1 3 0,49 4-212,-63 1 6,327-8 814,-388 9-700,-1 0 130,0 0-39,0 0-85,0 0-116,0 0-258,0-16-3567,-4-29-3519,-3 15-344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6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1 343 5074,'0'0'1617,"0"0"-454,0 0 78,0 0-241,0 0-709,3 15 80,2 5-15,1-1 0,0 0 0,2-1 0,0 1 0,1-1 0,0-1 0,2 0 0,0 0 0,1-1 1,1 0-1,0-1 0,1-1 0,3 2-356,-2-5 172,1-1 0,0-1 1,1 0-1,0-1 0,0-1 1,1-1-1,0 0 0,0-2 1,1 0-1,15 2-172,18-1 189,0-2-1,1-3 1,12-2-189,-57 2 2,0 0 1,-1-1-1,1 0 1,0 0 0,0-1-1,-1 0 1,1 0-1,-1-1 1,0 1 0,1-2-1,-1 1 1,-1-1-1,1 0 1,0 0-1,-1-1 1,0 0 0,0 0-1,-1-1 1,1 1-1,-1-1 1,0-1-1,-1 1 1,1 0 0,-1-1-1,-1 0 1,1 0-1,-1 0 1,0-1 0,-1 1-1,1-4-2,4-21-6,-2-1 0,-1 0-1,-2 0 1,-1 0 0,-2-12 6,1 11-1,-1 23 17,0-1 1,0 0-1,-1 1 0,-1 0 0,0-1 1,-1 1-1,1 0 0,-2 1 0,0-1 1,0 1-1,-1 0 0,0 0 0,-1 0 1,0 1-1,-1 0 0,1 0 0,-2 1 1,1 0-1,-1 1 0,0 0 0,-1 0 1,0 1-17,-8-6 63,-1 2 0,0 0 0,0 1 1,-1 1-1,0 1 0,-1 1 1,0 1-1,0 0 0,0 2 1,0 0-1,-13 1-63,11 1 71,0 1-1,0 1 1,0 1 0,0 1 0,-4 2-71,16-2 33,1 0 1,-1 1-1,1 0 1,0 1 0,0 0-1,1 1 1,-1 0-1,1 1 1,1 0-1,-1 0 1,-4 5-34,1 1 9,0-1-1,1 2 1,0-1 0,1 2 0,1-1-1,0 1 1,1 1 0,1-1 0,0 1 0,1 1-1,-4 16-8,7-20-599,1 1-1,1-1 1,0 0 0,0 1-1,1-1 1,1 2 599,-1-14-174,0 0 1,0 0 0,0-1 0,0 1 0,1 0 0,-1 0-1,0-1 1,0 1 0,0 0 0,1 0 0,-1-1 0,0 1-1,1 0 1,-1-1 0,1 1 0,-1-1 0,1 1 0,-1 0-1,1-1 1,-1 1 0,1-1 0,0 1 173,25 6-5672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36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0 254 10773,'0'0'1915,"0"0"-204,0 0-167,0 0-647,0 0-465,17 27-5,96 171 659,-87-156-708,1-2 1,2-1 0,2-1-1,5 3-378,43 39 1890,20 12-1890,-99-91 36,1 0 0,0 0 0,-1 0 0,1 0 0,0-1 0,0 1 0,0 0 0,0-1 0,-1 1 0,1 0 0,0-1 0,0 1 0,0-1 0,0 1 0,0-1 0,1 0 0,-1 1 0,0-1 0,0 0 0,0 0 0,0 0 0,0 0 0,0 0 0,0 0 0,0 0 0,0 0 0,1 0 0,-1 0 0,0-1 0,0 1 0,0 0 0,0-1 0,0 1 0,0-1 0,0 1 0,0-1 0,0 0 0,-1 1 0,1-1 0,0 0 0,0 0 0,0 1 0,-1-1 0,1 0 0,0 0 0,-1 0 0,1 0 0,-1 0 0,1 0 0,-1 0-36,4-9 83,0 0 0,0 0 1,-2 0-1,1 0 0,0-6-83,1-6 6,43-160 135,4-22 1164,44-100-1305,-67 239 867,-27 65-1181,4-3 1934,-6 3-4870,-1-1-3949,-18 1-1434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48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 80,'0'0'512,"0"0"-288,0 0-48,0 0-15,0 0 63,0 0-144,0 0-64,0 137 16,0-88 16,-3 6-48,-4 0 0,3 3 0,-2 3-128,2-2-433,1-1-303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5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92 1489,'0'0'1080,"0"0"-437,0 0 112,0 0 256,0 0-85,0 0-75,0 1 5630,2 2-3426,-2-2-3078,1 0 0,-1 0 0,1-1 1,-1 1-1,0 0 0,1 0 0,-1 0 0,0 0 0,0 0 1,0 0-1,0 0 0,0 0 0,0 0 0,0 0 1,0 0-1,0 0 0,0 0 0,0 0 0,-1-1 0,1 1 1,0 0-1,-1 0 0,1 0 0,-1 1 23,-7 4-26,1-1-1,-1 1 1,-1-1-1,1-1 1,-1 1-1,0-1 1,0-1-1,0 0 1,0 0-1,-1-1 1,1 0-1,-1 0 1,1-1-1,-9 0 27,18-1 30,0 0-28,3-4 24,1 1 0,0 0 0,0 0 0,0 0 0,0 1-1,1-1 1,-1 1 0,4-1-26,-4 2 41,5-4 86,1 1 0,0 0 0,0 1 0,0 1 0,0-1 0,0 1 0,1 1-1,-1 0 1,10 1-127,-18 0 96,-2 0-66,0 0-6,0 0 26,-1 0-41,1 0-1,0 0 0,-1 0 1,1 0-1,-1 1 0,1-1 1,-1 0-1,1 0 0,0 0 1,-1 0-1,1 0 0,-1 0 0,1 0 1,-1 0-1,1 0 0,0 0 1,-1-1-1,1 1 0,-1 0 1,1 0-1,0 0 0,-1 0 1,1-1-1,-1 1 0,1 0 0,0 0 1,-1-1-1,1 1 0,0 0 1,-1-1-1,1 1 0,0 0 1,0-1-1,-1 1 0,1-1-8,0-61-6758,0 9-1176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55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8676,'0'0'2913,"0"0"-271,0 0-546,0 0-47,0 0-784,0 0-497,0 6-448,0-6-255,0 0-65,0 0-97,0 0-847,0 0-1361,0 0-3218,0 12-6002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13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17 223 2177,'0'0'2783,"0"0"-1113,0 0-558,0 0-74,0 0-160,0 0-83,-13-5 617,9 8 3077,5 2-4393,1 1-1,-1-2 0,1 1 1,0 0-1,1 0 0,-1-1 1,1 1-1,0-1 1,0 1-1,0-1 0,0 0 1,1-1-1,0 1 0,-1 0 1,3 0-96,1 3 35,1-1 0,-1 0 1,1 0-1,1-1 0,-1 1 0,1-2 1,0 1-1,3 0-35,-11-5-4,1 0 1,-1 1-1,0-1 1,0 0-1,0 0 1,0 1-1,1-1 1,-1 0-1,0 0 1,0 0-1,0-1 0,1 1 1,-1 0-1,0 0 1,0-1-1,0 1 1,0 0-1,0-1 1,0 1-1,1-1 1,-1 0-1,0 1 0,0-1 1,-1 0-1,1 1 1,0-1-1,0 0 1,0 0-1,0 0 1,-1 0-1,1 0 1,0 0-1,-1 0 0,1 0 1,-1 0-1,1 0 1,-1 0-1,0 0 1,1-1-1,-1 1 1,0 0-1,0 0 1,0 0-1,0-1 4,2-9 6,-2 0-1,1-1 1,-1 1-1,-2-11-5,1 1-136,1 19 126,0 0-1,0 0 0,0 0 0,0 0 0,0 0 0,0 0 0,0 0 0,-1 0 0,1 0 0,-1 0 0,1 1 0,-1-1 0,0 0 0,0 0 0,1 0 0,-1 1 0,-1-1 0,1 0 0,0 1 0,0-1 0,-1 1 0,1 0 0,-1-1 11,-2 0 44,0 1 1,-1-1-1,1 1 1,0 1-1,-1-1 1,1 0-1,0 1 1,-1 0-1,1 0 1,-2 1-45,1-1 17,1 1 0,-1 0 0,1 1 1,0-1-1,0 1 0,0-1 1,0 1-1,0 1 0,0-1 1,0 0-1,0 1 0,1 0 1,0 0-1,-1 0 0,1 0 0,0 1 1,1-1-1,-1 1 0,0 0 1,1-1-1,0 1 0,0 0 1,0 0-1,1 1 0,-1-1 1,1 0-1,0 1 0,0-1 0,0 0 1,1 1-1,0-1 0,-1 1 1,2-1-1,-1 1 0,0-1 1,1 1-1,0-1-17,0-2-10,0-1-1,0 0 1,0 0 0,0 0-1,0 1 1,0-1 0,0 0-1,0-1 1,0 1-1,1 0 1,-1 0 0,0 0-1,1-1 1,-1 1 0,0-1-1,1 1 1,-1-1 0,1 1-1,-1-1 1,1 0 0,-1 0-1,1 0 1,-1 0 0,2 0 10,45 0-269,-32-1 204,-15 1 50,0 0 0,1-1 0,-1 1 0,0-1 0,0 1 0,1-1 0,-1 0 0,0 1-1,0-1 1,0 0 0,0 0 0,0 0 0,0 0 0,0 0 0,0 0 0,0 0 0,0 0 0,-1 0 0,1 0 0,0 0-1,-1-1 1,1 1 0,-1 0 0,1-1 0,-1 1 0,0 0 0,1 0 0,-1-1 0,0 1 0,0-1 0,0 0 15,3-51-318,-4 44 247,1 8 250,-33 1 967,31 0 504,22 0-687,168 16-392,77-13 26,235-4-303,-300-17-281,-1-9 0,86-27-13,-20 4 22,-113 23-49,-151 27 100,0 0 0,-1-1-1,1 1 1,0 0 0,0-1 0,-1 1-1,1 0 1,0-1 0,-1 1 0,1-1-1,-1 1 1,1-1 0,0 1 0,-1-1-1,1 1 1,-1-1 0,0 0 0,1 1-1,-1-1 1,1 0 0,-1 0 0,0 1 0,1-1-1,-1 0 1,0 0 0,0 1 0,0-1-1,0 0 1,0 0 0,0 1 0,0-1-1,0 0 1,0 0 0,0 0 0,0 1-1,0-1 1,0 0 0,-1 0 0,1 1-1,0-1-72,-1-8 2581,1 9-2323,0 0-148,0 0 28,0 0-66,0 0 11,31-3-280,-29 3 178,4 0-812,0 0-270,0 0 0,0 0 1,1-1-1,-1 1 0,0-1 1,0-1-1,-1 1 1,6-3 1100,30-15-6075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20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91 2081,'0'0'902,"0"0"-411,0 0 10,0 0 185,0 0-203,0 0-294,-22 4 8714,9-2-6558,11-2-2244,-5 1 666,9 0-336,18 2-262,32 1-378,192 2 22,-194-5 173</inkml:trace>
  <inkml:trace contextRef="#ctx0" brushRef="#br0" timeOffset="-7752.92">3874 177 20585,'3'2'15,"9"2"37,0 0 1,0 0 0,0-1 0,0 0-1,0-1 1,1 0 0,-1-1 0,1-1-1,0 0 1,6-1-53,-18 0 4,0 0-1,0 0 1,-1 0-1,1 0 1,0 0-1,-1 0 1,1 0-1,-1 0 1,1 0-1,-1 0 1,1 0 0,-1 0-1,0-1 1,1 1-1,-1 0 1,0 0-1,0 0 1,0-1-1,0 1 1,0 0-1,0 0 1,0-1 0,-1 1-1,1-1-3,0-1-20,0 1 0,0-1 0,-1 1 0,1-1 0,0 1 0,-1-1-1,0 1 1,0-1 0,0 1 0,0-1 0,0 1 0,0 0 0,-1-1 20,-8-3-11,-1 1 0,-1 0 0,1 0 0,-1 1 0,0 1 1,1 0-1,-2 1 0,1 0 0,0 0 0,0 2 0,0-1 0,9 2 11</inkml:trace>
  <inkml:trace contextRef="#ctx0" brushRef="#br0" timeOffset="-7754.92">3874 178 20933,'1'1'5,"1"0"5,0 0-1,0 1 1,0-1 0,0 0-1,0 0 1,0 0-1,0-1 1,0 1 0,1 0-1,-1-1 1,0 0-1,0 1 1,1-1 0,0 0-10,15 2 107,0 0 0,0-1 0,13-1-107,-20 0 13,-2 0-23,-6 0-18,0 1 0,0-1 0,0 0 0,0-1 0,0 1 0,0 0 0,0-1 0,0 0 0,0 1 0,-1-1 0,2-1 28,-2 1-19,-1 0-1,0-1 1,0 1 0,0-1-1,0 1 1,-1-1 0,1 1 0,0-1-1,-1 0 1,1 1 0,-1-1-1,1 0 1,-1 0 0,0 1-1,0-1 1,0 0 0,0 1-1,0-1 1,0 0 0,0-1 19,0 1-29,0 0 1,0 1-1,0-1 1,0 0-1,0 1 1,0-1-1,-1 1 0,1-1 1,-1 0-1,1 1 1,-1-1-1,1 1 1,-1-1-1,0 1 1,0-1-1,0 1 0,1 0 1,-1 0-1,-1-1 1,1 1-1,0 0 29,-2-1 1,1 1 0,-1 0 0,0 0 0,1 0 0,-1 0 0,0 0 0,0 1-1,0-1 1,0 1 0,0 0 0,-2 0-1,-35-2 116,0 2 0,-12 2-116,51-2 9,-1 0-1,1 0 1,0 0-1,0 0-4</inkml:trace>
  <inkml:trace contextRef="#ctx0" brushRef="#br0" timeOffset="-7756.92">3874 183 20881,'2'1'5,"0"-1"-1,0 0 1,0 0 0,0 0 0,0 0-1,-1 0-4,56 5-49,-55-5 47,1 0-1,-1 0 1,1 0-1,0 0 1,-1 0-1,1 0 1,-1-1-1,1 1 1,-1-1-1,1 0 1,-1 1-1,0-1 1,1-1-1,-1 1 1,0 0-1,1-1 3,-2 0-20,0 0 0,1 0 0,-1-1 0,0 1-1,0-1 1,0 1 0,-1-1 0,1 1 0,-1-1-1,1 0 1,-1 1 0,0-1 0,0 0 0,0 1 0,0-1-1,-1 0 21,2-17-193,-1 14 107,1 0-1,-1 0 1,0 0 0,-1 0-1,0 0 1,1 0-1,-2-3 87,1 8 4,0-1 1,0 0-1,0 0 0,0 1 0,0-1 0,0 1 1,0-1-1,0 1 0,-1 0 0,1-1 0,-1 1 0,1 0 1,-1 0-1,1 0 0,-1 0 0,1 0 0,-1 0 0,0 0 1,0 1-1,1-1 0,-1 0 0,0 1 0,0 0 1,0-1-1,-2 1-4,-5-2 34,-1 1 1,1 0-1,-1 1 1,0 0-1,1 0 1,-1 1-1,0 0 0,8 0-27</inkml:trace>
  <inkml:trace contextRef="#ctx0" brushRef="#br0" timeOffset="-7758.92">3874 194 20805,'60'1'47,"-59"-2"-74,1 0 0,-1 0 0,0-1 0,1 1-1,-1 0 1,0-1 0,0 1 0,0 0 0,0-1-1,0 0 1,0 1 0,0-1 0,0 0 0,-1 1 0,1-1-1,-1 0 1,1 1 0,-1-1 0,0 0 0,1 0-1,-1 0 1,0 0 0,0 1 0,-1-2 27,2 1-32,-1 0 1,1 0 0,-1 0-1,0 0 1,0 0-1,0 0 1,0-1-1,0 1 1,0 0-1,-1 0 1,1 0-1,-1 0 1,1 0-1,-1 0 1,0 0-1,0 1 1,0-1-1,0 0 1,0 0 0,0 1-1,0-1 1,-1 0 31,-7-1 2,1 1 0,-1 1 1,0 0-1,0 0 0,0 0 1,0 1-1,3 0-1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4:06:51.8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0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1105,'0'0'674,"0"0"15,0 0-22,0 0-195,0 0-208,0 0 278,0-1 8476,12-1-8965,29 2 250,-1-1 0,1-2 1,0-2-1,1-1-303,93-19 1304,82-2-1304,-186 24 52,122-12-156,-77 9 279,1 3 1,45 6-176,-2-1 14,-79-2 18,93 1 40,0-7 0,16-7-72,-107 4-1681,-43 9-5637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2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91 5859,'0'0'1560,"0"0"118,0 0-802,0 0-108,0 0-277,-1-1-134,0 1 0,0 0 0,0 0 0,0-1 0,0 1 0,0 0 0,0 0 0,0 0 0,0 0 1,0 0-1,0 1 0,0-1 0,0 0 0,0 0 0,0 1 0,0-1 0,0 1 0,0-1 0,0 1-357,1 2 15,-1 1 0,1 0-1,1 0 1,-1 0 0,0 0 0,1-1-1,0 1 1,0 0 0,0-1 0,0 1-1,1 0 1,-1-1 0,1 0 0,0 1-1,0-1-14,1 0 10,-1-1 0,1-1 0,0 1-1,0 0 1,-1-1 0,1 1 0,0-1 0,0 0 0,0 0-1,1 0 1,-1 0 0,0 0 0,0-1 0,0 0-1,1 1 1,-1-1 0,0 0 0,3-1-10,-4 1 9,0 0 0,-1 0 0,1-1-1,0 1 1,0 0 0,-1-1 0,1 1 0,0-1 0,-1 0 0,1 0 0,0 1 0,-1-1 0,1 0 0,-1 0 0,1-1 0,-1 1 0,0 0 0,1 0-1,-1-1 1,0 1 0,0-1 0,0 1 0,0-1 0,0 1 0,0-1 0,-1 1 0,1-1 0,0 0 0,-1 0 0,0 1 0,1-1 0,-1 0 0,0 0-1,0 0-7,2-10-11,-2 1 0,1-1 0,-2 0 0,1 0 0,-2 0 10,2 7 21,-1 3-16,1 0 1,-1 0 0,0 0-1,0 0 1,1 0 0,-1 0-1,0 0 1,-1 0 0,1 1 0,0-1-1,-1 0 1,1 1 0,-1-1-1,1 1 1,-1-1 0,1 1-1,-1 0 1,0 0 0,0 0 0,0 0-1,0 0 1,0 0 0,0 0-1,0 1 1,0-1 0,0 1-1,0-1 1,0 1 0,-2 0-6,-11-2 98,0 0 0,0 1 0,-1 1 0,1 1-98,-1-1 166,10 1-115,0 0 0,0 0 0,0 0 0,0 1 0,1-1 0,-1 1 0,0 1 0,1-1 0,0 1 0,-1 0 0,1 1 0,0-1 0,1 1 1,-1 0-1,1 0 0,-1 0 0,1 0 0,0 1 0,1 0 0,-1 0 0,0 1-51,0 1 59,0 0 0,0 0 0,0 0 0,1 0 0,0 1 0,0-1 0,1 1 0,0 0 0,1-1 0,-1 1 0,1 0 0,1 0 0,0 0 0,0 0 0,0 0 0,1 1-59,0-8 0,-1-1 0,1 1 0,0 0 0,0 0 0,-1 0 0,1-1 0,0 1 0,0 0 0,0-1 0,0 1 0,0-1 0,0 1 0,0-1 0,0 0 0,0 1 0,0-1 0,0 0 0,0 0 0,0 1 0,0-1 0,0 0 0,1 0 0,-1 0 0,1-1 0,35 1-13,-29 0 2,-4 0-13,0 0 0,0-1 0,-1 1 0,1-1 0,0 0 0,0 0-1,-1 0 1,1 0 0,-1-1 0,1 1 0,-1-1 0,1 0 0,-1 0-1,0 0 1,0-1 0,0 1 0,0-1 0,-1 1 0,1-1-1,-1 0 1,1 0 0,-1 0 0,0-1 0,0 1 0,0-2 24,2-3-146,0-1 0,-1 0 0,0 0 0,-1 0-1,0 0 1,0-1 0,-1 1 0,-1 0 0,1-8 146,-2 15 15,0 1 0,0 0 0,0-1 0,-1 1 0,1 0 0,0 0 0,0 0 0,-1 0 0,1 0 0,-1 0 0,1 0 0,-1 0 0,1 1 0,-1-1 0,1 1 0,-1-1 0,0 1 0,1-1 0,-1 1 0,0 0 0,1 0 0,-1 0 0,0 0 0,1 0 0,-1 0 0,-1 1-15,-4-2 14,1 1 0,0 0 0,0 1 0,-1-1 0,1 1 0,0 1 0,-4 0-14,5 2 14,1 0-1,-1 0 0,1 0 0,0 1 0,0-1 0,0 1 0,1 0 0,0 0 1,0 1-1,0-1 0,1 0 0,-1 1 0,1 0 0,0 0 0,1-1 0,0 1 0,0 0 1,0 0-1,0 0 0,1 1 0,0-1 0,1 0 0,-1 0 0,2 5-13,-1-10-5,0 1 0,0-1-1,0 1 1,0-1 0,0 0-1,1 0 1,-1 0 0,0 0 0,1 0-1,-1 0 1,1 0 0,-1 0-1,1 0 1,-1-1 0,1 1 0,-1-1-1,1 1 1,0-1 0,-1 1-1,1-1 1,0 0 0,0 0-1,0 0 6,48 0-220,-36 0 186,-10 0 23,0 0-1,0 0 1,0-1-1,0 1 1,0-1-1,1 0 1,-2 0-1,1 0 1,0-1-1,0 1 1,0-1-1,-1 0 1,1 0-1,-1 0 1,1 0-1,-1-1 1,0 0-1,0 1 1,1-3 11,0 1-22,-1-1 0,0 0 0,0 0 0,-1 0 0,0-1 0,1 1 0,-2 0 0,1-1 0,-1 1 0,0-1 0,0 0 0,0 1 0,-1-7 22,2-4-118,-1 7 59,0 1-1,-1 0 0,0-1 1,0 1-1,-1-1 0,0 1 1,0-1-1,-1 1 60,1 7 9,0 0 0,0 0 0,0 0 0,0 0 0,0 0 0,0 0 0,0 0 0,0 1 0,-1-1 0,1 0 0,0 1-1,0-1 1,-1 1 0,1-1 0,-1 1 0,1 0 0,0 0 0,-1-1 0,1 1 0,-1 0 0,1 0 0,0 1 0,-1-1 0,1 0 0,-1 0 0,1 1 0,0-1 0,-1 0 0,1 1 0,0 0 0,-2 0-9,-1 0 24,-1 1 0,0 0 0,1 0 0,-1 1 0,1-1 0,-1 1 0,1 0-1,0 1-22,-1 0 33,0 0 1,1 1 0,0-1 0,0 1 0,0 0 0,1 0-1,-1 1 1,1-1 0,1 1 0,-1 0 0,1-1 0,0 1-1,0 0 1,0 0 0,1 0 0,0 1 0,0 1-35,1-7-6,0-1 22,0 0 38,0 0 63,0 0 49,0 0-169,0 0-584,0-17-6702,0-5-2174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4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560 13 2001,'0'0'1377,"0"0"-324,0 0 127,0 0-60,0 0-130,0-12 575,0 13 7597,11 85-8542,1 1-463,-9 73 173,-3-45 227,5-1 1,4 0 0,15 55-558,-23-167-268,-1 0-1,1 0 1,-1-1 0,0 1-1,0 0 1,0 0-1,0-1 1,0 1-1,0 0 1,0 0-1,0-1 1,-1 1 0,1 0-1,-1 0 1,1-1-1,-1 1 1,0 0-1,0-1 1,0 1-1,0-1 1,0 1-1,0-1 1,0 0 0,0 1-1,0-1 1,-1 0-1,1 0 1,0 0-1,-1 1 269,-4 1-469,-1 0 1,1-1-1,0 1 0,-1-1 0,0-1 0,1 1 0,-2-1 469,-20 6-869,-17 5-18,-1-2 0,0-3 0,-1-1-1,-4-2 888,-191 2 4118,194-7-1547,46 1-1210,2 0-289,0 0-242,31 0 16,417-19-161,-137 2-391,-186 14-219,-9 2 258,0-6 1,5-6-334,-165 17-7178,-40 7 2857,20 4 952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4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10 1409,'0'0'2110,"0"0"-1374,0 0-159,0 0 991,0 0 174,-5 0-346,292 2 3176,-173-7-4040,104-2-2424,-248 10 751,-1 1 1,1 1-1,1 1 0,-1 2 1,1 1-1,-19 10 1141,-81 22-1045,38-19 3006,91-22-1930,0 0 1,0 0-1,-1 0 1,1 0-1,0 0 0,-1 0 1,1 0-1,0 0 1,0 0-1,-1 0 1,1 0-1,0 0 0,-1 0 1,1 0-1,0 0 1,0 0-1,-1 0 1,1 0-1,0 0 0,0 0 1,-1 0-1,1 0 1,0 0-1,-1 1 1,1-1-1,0 0 1,0 0-1,0 0 0,-1 0 1,1 1-1,0-1 1,0 0-1,0 0 1,-1 1-1,1-1 0,0 0 1,0 0-1,0 1 1,0-1-1,0 0 1,0 0-1,0 1 0,-1-1 1,1 0-1,0 1 1,0-1-1,0 0 1,0 0-1,0 1 0,0-1 1,0 0-1,1 1 1,-1-1-1,0 0 1,0 0-1,0 1 1,0-1-1,0 0 0,0 0 1,0 1-1,1-1 1,-1 0-1,0 0 1,0 1-1,0-1 0,0 0 1,1 0-1,-1 0 1,0 1-32,24 7 557,168 1 3850,43-10-4407,-81 0 2693,-152 1-1490,-2 0-53,0 0-417,0 0-263,0 0-193,0 0-205,0 0-98,0 0-33,0 0-189,0 0-318,-13-6-2312,-16 2-62,-7-4-1388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0 114 9044,'0'0'1075,"0"0"139,0 0 315,0 0 117,28 30-502,84 96-530,-103-116-496,-1 0 0,-1 1 0,1-1-1,-2 1 1,1 1 0,-2-1 0,0 1 0,0 0-1,-1 1 1,0 1-118,9 24 383,-4-10-49,-7-20-237,1 0 0,0 0 0,0 0 0,0-1 0,1 1 0,0-1 0,0 0 0,1 0 0,0 0 0,4 3-97,-9-9 171,0-1 141,3-56 671,2 1-1,9-35-982,-2 8 154,-4 17 31,-5 29 218,1 0 1,2 0-1,2 1 0,7-20-403,-14 54 152,1 1-141,-1 0-134,-1 0-109,0 0-539,0 0-737,0 3-2664,1 10 477,1 5-3495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9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1 129 256,'0'0'5162,"0"0"-2915,4 31-903,16 96 140,-19-121-1375,1 0 0,-1-1 0,1 1 0,0-1 0,1 0 0,-1 0 0,1 0 1,0 0-1,0 0 0,1-1 0,-1 1 0,1-1 0,0 0 0,0 0 0,1 0 0,-1 0 0,1-1 0,-1 0 1,1 0-1,0 0 0,1-1 0,1 1-109,1 0 134,1-1 0,-1 0 0,0 0 0,1-1 1,0 0-1,-1-1 0,1 1 0,-1-2 0,1 1 0,-1-1 0,1-1 1,0 0-135,-4 1 31,1-1 1,-1 0 0,0-1 0,1 1-1,-1-1 1,0 0 0,-1-1 0,1 1-1,-1-1 1,1 0 0,-1 0 0,0 0-1,-1 0 1,1-1 0,-1 1 0,1-1-1,-2 0 1,1 0 0,0-1 0,-1 1-1,0 0 1,0-1 0,0-2-32,3-11 91,0-1 1,-2 1 0,0-1 0,-1 0-1,-1 0 1,-1-3-92,1-5 1,0 17 56,-1 1 0,0 0 0,0-1 0,-1 1 0,0-1 0,-2-3-57,2 12 27,1 0-1,-1-1 0,0 1 1,0 0-1,0-1 0,-1 1 1,1 0-1,-1 0 0,1 0 1,-1 0-1,1 0 0,-1 0 1,0 1-1,0-1 0,0 0 1,0 1-1,0 0 0,0-1 1,-1 1-1,1 0 0,0 0 1,-1 0-1,1 1 0,-1-1 1,1 0-1,-1 1 0,1 0 1,-1-1-27,-6 0 11,0-1 0,0 1 0,-1 1 0,1-1 0,0 2 0,0-1 0,-1 1 0,1 1 0,0 0 0,0 0 0,0 0 0,1 1 0,-1 1 0,0 0 0,1 0 0,0 0 0,0 1 0,1 0 0,-1 1 0,1-1 0,0 1 0,0 1 0,1 0 0,-3 3-11,3-4-617,1 1 0,0-1-1,0 1 1,1 0 0,0 0 0,0 1 0,0-1-1,1 1 1,0 0 617,1 16-5762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9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1 2385,'0'0'5768,"0"0"-3321,0 0-871,0 0-183,0 0-868,13 0-306,41 0 67,-52 0-253,-1 0 1,1 0 0,-1 0 0,1 1 0,-1-1-1,1 0 1,-1 1 0,1-1 0,-1 1-1,1 0 1,-1 0 0,0-1 0,1 1-1,-1 0 1,0 0 0,0 0 0,0 0 0,1 0-1,-1 1 1,0-1 0,0 0 0,-1 0-1,1 1 1,0-1 0,0 1 0,-1-1-1,1 0 1,-1 1 0,1-1 0,-1 1 0,0 0-1,1-1 1,-1 1 0,0-1 0,0 1-1,0-1 1,0 1 0,0 0 0,-1-1 0,1 1-1,0-1 1,-1 1 0,0 0-34,0 6 46,-1 0 1,0 0 0,0 0-1,-1-1 1,0 1-1,0-1 1,-1 1 0,0-1-47,-12 14 152,-1-1 1,0-1 0,-7 5-153,10-12 52,1 1 0,0 1-1,1 0 1,1 1 0,0 0 0,1 1-1,0 0 1,-4 10-52,13-23-3,0-1 1,1 1-1,-1-1 0,0 1 0,1 0 1,-1-1-1,1 1 0,0 0 1,0-1-1,0 1 0,0 0 1,0-1-1,1 1 0,-1 0 1,1-1-1,0 3 3,0-4 26,0 1-1,0 0 1,1-1 0,-1 1-1,0-1 1,0 0 0,1 1 0,-1-1-1,1 0 1,-1 0 0,1 0-1,-1 0 1,1 0 0,0 0 0,-1-1-1,1 1 1,0 0 0,1-1-26,9 3 250,0-2 0,1 0 0,-1 0 1,1-1-1,-1-1 0,9-1-250,14 0 501,-23 2-374,-1-1 0,1 0 0,0-1 0,0 0 0,-1-1 0,1 0 0,-1-1 0,0 0 0,0-1 0,0 0-1,-1-1 1,0 0 0,0 0 0,2-3-127,-6-3-101,-15 8-5096,-17 4-691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31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629 1 5298,'0'0'2466,"0"0"-844,0 0-681,0 0-15,0 0-294,0 0-175,0 0 4,0 0 150,0 0 112,0 0-120,0 0 13,0 28 449,-1-21-1034,1-1 0,-1 1 1,0-1-1,0 1 0,-1-1 0,1 0 0,-2 0 1,1 0-1,-1 0 0,0 0 0,0 0 1,0-1-1,-1 1 0,0-1 0,0 0 1,0 0-1,-1 0 0,1-1 0,-1 0 0,0 0 1,-1 0-1,1 0 0,-1-1 0,-4 3-31,-6 1 17,1 0 0,-1-1-1,0-1 1,-1-1-1,1 0 1,-1-1 0,0 0-1,0-2 1,-3 0-17,-27 0 96,19-1-126,0 1 1,0 2-1,-18 4 30,38-6 9,-1 2-1,1-1 0,0 1 0,0 0 1,0 1-1,0 0 0,1 0 0,-1 0 1,1 1-1,0 0 0,1 1 0,-1 0 1,-5 6-9,0 2 67,-1 0-19,1 0 0,1 1 1,-5 9-49,12-18 80,1 0 1,0 1 0,0-1 0,1 1 0,0-1 0,0 1 0,1 0 0,-1 0 0,2 0 0,-1 0 0,1 3-82,0-9 495,0-1-88,0 0-62,0 0-147,0 0-55,0 0-137,0 0-461,0 0-1214,2 0-2687,13 0-4514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33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1467 1 7283,'0'0'1849,"0"0"-67,0 0-597,0 0-123,0 0-321,-1-1-673,0 1-1,0 0 1,0 0-1,0 0 1,0 0-1,0 0 1,0 0-1,0 0 1,0 1-1,0-1 0,0 0 1,0 0-1,1 1 1,-1-1-1,0 1 1,0-1-1,0 1 1,0-1-1,0 1 1,1-1-1,-1 1-67,3 142 4388,1-27-3536,-10 83-852,2-160 49,-3-1 0,-1 0 1,-1-1-1,-3 0 1,0 0-1,-3-2 0,-4 6-49,-28 49 290,-4-2 1,-10 7-291,30-49 182,-1-1 0,-3-2 1,-16 14-183,30-35 70,-1-1 0,-2-1 0,0-1 0,-1-2 1,0 0-1,-24 9-70,-82 36 149,14-7 236,-87 55-385,77-22-48,118-81 56,1 0 0,0 0 0,0 1 0,1 0 0,0 1 0,0 0 0,1 0 1,0 0-1,1 1 0,-1 3-8,-1 3 15,1 0 0,1 1 0,1 0-1,0 0 1,2 1 0,-1 6-15,-10 55-8,4 0 0,0 80 8,6-95 67,-19-70-2255,10-9 1746,1-2-1,1 0 1,1 0 0,-3-8 442,4 10 70,9 14 5,0 1-19,0 0 10,0 0 14,0 0-48,0 0-42,0 0 47,0 11 184,0-2-176,0 1 0,1-1 0,1 1 0,-1-1 0,2 1 0,-1-1 0,1 0 0,1 0 0,-1 0 0,1 0 0,1-1 0,0 0 0,0 0 0,1 0 0,4 5-45,-9-13-4,-1 1-1,1-1 0,-1 0 0,1 1 0,0-1 1,0 0-1,-1 1 0,1-1 0,0 0 0,-1 0 1,1 0-1,0 0 0,0 0 0,-1 0 0,1 0 1,0 0-1,0 0 0,-1 0 0,1 0 0,0 0 1,0-1-1,-1 1 0,1 0 0,0 0 0,-1-1 1,1 1-1,0 0 0,-1-1 0,1 1 0,-1-1 1,1 1-1,-1-1 0,1 1 0,-1-1 0,1 0 0,-1 1 1,1-1-1,-1 1 0,1-1 0,-1 0 0,0 1 1,0-1-1,1 0 0,-1 0 0,0 1 0,0-1 1,0 0 4,13-35-257,-13 35 256,3-10-49,-1-1-1,-1 0 0,0 0 0,0 0 0,-2-10 51,1 17-7,0 0 0,-1 1 0,1-1-1,-1 0 1,0 1 0,0-1 0,-1 1 0,0-1 0,1 1 0,-2 0 0,1 0 0,0-1 0,-1 1 0,1 1 0,-4-4 7,6 7 0,0 0-1,-1-1 1,1 1-1,0 0 1,-1 0-1,1-1 1,0 1-1,-1 0 0,1 0 1,-1 0-1,1-1 1,0 1-1,-1 0 1,1 0-1,-1 0 1,1 0-1,0 0 1,-1 0-1,1 0 1,-1 0-1,1 0 0,-1 0 1,1 0-1,0 0 1,-1 1-1,1-1 1,-1 0-1,1 0 1,0 0-1,-1 0 1,1 1-1,0-1 1,-1 0-1,1 0 0,0 1 1,-1-1 0,-11 19 4,-4 27 158,15-43-117,-1 56 168,2-52-302,-3-30-99,-5-29-28,3 24 255,2-1 0,-1-21-39,4 48 181,0 2-90,0 0-1,0 0-23,-1 3-35,1 1 0,-1-1 0,0 0 1,1 0-1,0 0 0,0 1 0,0-1 0,0 0 0,0 0 0,1 1 0,-1-1 0,1 0 0,1 3-32,15 41 392,-13-37-369,1 0 1,0 0 0,1-1 0,0 0-1,0 0 1,2 1-24,-5-8-17,0 1 0,0 0 0,0 0 0,0-1 0,0 0 0,0 0 0,1 0 0,-1 0 1,1 0-1,-1-1 0,1 1 0,0-1 0,-1 0 0,1 0 0,0 0 0,0-1 0,0 0 0,3 1 17,0-2-16,0 1 1,0-1 0,1-1-1,-1 1 1,0-1-1,0-1 1,-1 1-1,1-1 1,0 0 0,-1-1-1,1 1 1,-1-1-1,0 0 1,-1-1-1,1 0 1,-1 0 0,0 0-1,0 0 1,0-1-1,-1 0 1,0 0-1,0 0 1,2-5 15,-5 10 6,-1 1 0,0 0 0,1-1-1,-1 1 1,0-1 0,0 1 0,1 0 0,-1-1 0,0 1 0,0-1 0,0 1-1,0 0 1,0-1 0,0 1 0,0-1 0,1 1 0,-1-1 0,0 1 0,-1 0-1,1-1 1,0 1 0,0-1 0,0 1 0,0-1 0,0 1 0,0 0-1,0-1 1,-1 1 0,1-1 0,0 1 0,0 0 0,0-1 0,-1 1 0,1 0-1,0-1 1,-1 1 0,1 0 0,0-1 0,-1 1 0,1 0 0,0 0-1,-1-1 1,1 1 0,-1 0 0,1 0 0,0 0-6,-20-1-28,15 2 39,-34-2-70,20 0 58,-1 1 0,1 0 1,-1 1-1,1 2 0,-1 0 0,-13 4 1,8-2-511,8-4-6461,16-1-2296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6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0 2209,'0'0'3097,"0"0"-1037,0 0-494,0 0-293,0 0-67,-3 4-134,1-3-911,1 1 1,-1 0-1,1-1 0,0 1 0,0 0 1,-1 0-1,1 0 0,0 0 0,0 0 0,1 0 1,-1 0-1,0 1-161,1-2 60,0 0 0,0 0 0,1 0-1,-1-1 1,0 1 0,1 0 0,-1-1 0,0 1 0,1 0 0,-1-1 0,1 1-1,-1 0 1,1-1 0,0 1 0,-1-1 0,1 1 0,-1-1 0,1 1 0,0-1 0,-1 1-1,1-1 1,0 0 0,0 1 0,-1-1 0,1 0 0,0 0 0,0 0 0,0 1-1,-1-1 1,1 0 0,0 0 0,0 0 0,0 0 0,-1 0 0,1-1 0,0 1-1,0 0 1,0 0 0,-1 0 0,1-1-60,3 1 106,16-3 214,-17-19 76,-3 21-363,-1 1 0,0-1 0,1 0 0,-1 0 0,0 1 0,0-1 0,0 0 0,0 1 0,0-1 0,1 1 0,-1-1 0,0 1 0,0 0 0,0-1 1,0 1-1,-1 0 0,1 0 0,0-1 0,0 1 0,0 0 0,0 0 0,0 0 0,0 0 0,0 1 0,-1-1-33,-41 0-747,30 1 17,-26-1-3238,14 0-1610,7 0-1284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6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6467,'0'0'1598,"0"0"-515,0 0-272,0 0 200,41 2-26,137 9-137,-118-10 570,0-2 0,16-4-1418,39 0-1987,-106 4-2405,-2-1-2371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6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6867,'0'0'1678,"0"0"-597,0 0 303,0 0 41,0 0-523,3 4-142,3 5-453,-1 0 0,1 0 0,-1 1 0,-1 0 0,0 0-1,0 0 1,-1 1 0,-1-1 0,2 8-307,11 108 1054,-9-57-481,-4-51-497,-1-5-18,0 0 0,1 0 0,0-1 0,1 1 0,1-1 0,0 1 0,0-1 0,1 0 0,1-1 0,1 3-58,-4-13-758,-1 0 1,0 0-1,0-1 0,1 1 1,-1-1-1,0 1 0,1-1 1,-1 0-1,0 0 0,1 0 1,-1 0-1,0-1 0,1 1 1,-1 0-1,0-1 0,3 0 758,15-10-6907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7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69 180 6403,'0'0'1046,"0"0"-67,0 0 432,0 0 273,0 0-313,31 22-507,103 68-269,-129-87-571,-1 0 0,1 0-1,0-1 1,0 1 0,0-1-1,0 0 1,0 0 0,0-1-1,0 1 1,1-1 0,-1 0-1,1-1 1,-1 0 0,1 1-1,-1-1 1,0-1 0,1 1-1,-1-1 1,3-1-24,5 0 52,-6 0-55,0 1-1,0-1 1,-1-1 0,1 1-1,-1-1 1,0 0 0,1 0 0,-1-1-1,-1 0 1,1 0 0,0 0 0,-1-1-1,0 0 1,0 0 0,-1 0-1,1 0 1,-1-1 0,0 0 0,-1 0-1,1 0 1,-1 0 0,0-1 0,-1 1-1,1-1 1,-1 1 0,-1-1 0,1 0-1,-1 0 1,0 0 0,-1 0-1,0-2 4,0-3 9,1 2 59,-1 0 0,0 0 0,-1 1 0,0-1 1,-1 0-1,0 1 0,-2-7-68,2 13 30,1-1 0,-1 1 1,0 0-1,0 0 0,-1 0 1,1 1-1,0-1 0,-1 0 1,0 1-1,0 0 0,0 0 1,0 0-1,0 0 0,0 0 1,0 0-1,0 1 0,-1-1 1,1 1-1,-1 0 0,1 0 1,-1 0-1,-2 1-30,-16-4 259,1 2 1,-1 1-1,1 1 0,-8 1-259,-11-1 305,27 1-226,1 1 0,0 0 0,0 0 0,-1 1 0,2 1 0,-1 0 0,0 0 0,1 1 0,0 1 0,0 0 0,0 0-1,1 1 1,0 0 0,0 1 0,1 0 0,0 1 0,-6 7-79,9-8-445,-1 0 0,2 0 0,-1 0-1,1 1 1,0 0 0,1 0-1,0 1 1,-2 6 445,4 3-5117,2-9-3209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27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0 209 3506,'0'0'5797,"0"0"-4106,0 0-1149,0 0 656,0 0 29,11 34-597,69 227 42,-75-240-514,-4-15-102,0 0 0,0 1 1,1-1-1,0 0 0,1-1 1,-1 1-1,1 0 0,2 2-56,-5-8 21,0 0 1,1 0-1,-1 1 0,1-1 0,-1 0 0,1 0 1,-1 0-1,1 1 0,-1-1 0,1 0 0,0 0 0,-1 0 1,1 0-1,-1 0 0,1 0 0,-1 0 0,1 0 1,-1 0-1,1 0 0,-1 0 0,1-1 0,-1 1 0,1 0 1,-1 0-1,1 0 0,-1-1 0,1 1 0,-1 0 1,1-1-1,-1 1 0,1 0 0,-1-1 0,0 1 0,1-1 1,-1 1-1,0 0 0,1-1 0,-1 1 0,0-1 1,0 1-1,1-1-21,14-20 283,-15 21-280,96-160 637,-35 55 2030,4 4-1,41-47-2669,-98 138 812,7-10-2601,-15 20 1602,0-1 1,0 1-1,-1-1 1,1 1-1,0-1 1,0 1-1,0-1 1,-1 1-1,1-1 1,0 1-1,0 0 1,-1-1-1,1 1 1,0 0-1,-1-1 1,1 1-1,0 0 1,-1-1-1,1 1 1,-1 0-1,1-1 1,-1 1-1,1 0 1,0 0-1,-1 0 1,1-1 0,-1 1-1,1 0 1,-1 0-1,1 0 1,-1 0-1,1 0 1,-1 0-1,1 0 1,-1 0-1,1 0 1,-1 0-1,1 0 1,-1 1-1,1-1 1,-1 0-1,1 0 1,-1 0-1,1 1 187,-29-1-12077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4:3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3774 180 3730,'0'0'1806,"0"0"-1315,0 0-216,0 0 712,0 0-208,0 0-537,-28-17-164,-92-55 37,108 66-76,0 0 1,0 0 0,0 1-1,0 1 1,-1 0 0,0 1 0,0 0-1,0 1 1,-2 0-40,-13-2 48,-196-20 532,-1 10 0,-8 9-580,139 3-10,-564 2 69,556 5 64,0 5 0,1 4 0,1 4 0,0 5 0,2 4 0,1 5 0,1 4 0,-42 24-123,104-43 176,2 1 0,0 2 0,1 1 0,-17 15-176,-108 104 307,22-19-133,81-77-150,-14 10 76,2 3-1,3 3 0,-42 52-99,66-56 177,3 1-1,2 2 0,3 1 0,-16 48-176,35-82-6,-9 22 117,2 0 0,2 1 0,-6 36-111,17-58 72,0 0 0,2-1 0,2 1 0,0 1 1,1-1-1,2 0 0,5 24-72,-4-38 44,1-1-1,1 0 1,0 0-1,0 0 1,1-1-1,1 0 0,0 0 1,1 0-1,0-1 1,0-1-1,1 1 1,0-1-1,1 0 1,0-1-1,3 2-43,21 14 235,1-1-1,1-2 1,1-1-1,5 0-234,40 15 235,2-4-1,1-4 1,1-3-1,1-4 1,1-4-1,52 1-234,129 3 229,140-14-229,-281-9 58,-1-7 0,1-5 0,-2-6 0,-1-5 0,64-24-58,-2-11 159,-2-8 1,-3-8-1,36-28-159,-135 60 123,-2-2 0,-2-4 0,-3-4 0,24-25-123,-45 32 42,-2-3 0,-2-2 0,-3-2 0,-2-2 0,32-53-42,-65 88-35,-1 0 1,0-1 0,-2 0-1,0-1 1,-2 0 0,-1-1-1,-1 1 1,-1-2 0,-1 1-1,-1 0 1,-1-1 0,-1 1-1,-2-1 1,0 1 0,-2-2 34,0 8-18,-1 0-1,-1 0 1,-1 0 0,-1 1 0,0 0 0,-1 0 0,-1 1 0,0 0 0,-2 1-1,0 0 1,-8-9 18,-7-6-43,0 2 1,-2 1-1,-2 1 0,0 1 0,-8-3 43,2 5-23,-1 2 0,0 2-1,-2 1 1,0 1 0,-1 3 0,-1 1-1,-7 0 24,-86-18 94,-77-6-94,149 28 45,-76-12 53,-2 5-1,-120 4-97,246 13-6,1 1 1,-1 1 0,1 0-1,-1 1 1,1 1-1,0 0 1,0 0-1,0 2 1,1-1 5,-27 16-430,1 0 0,-6 7 430,-4 3-983,-54 29-2850,-11 1-1994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02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59 6787,'0'0'2447,"0"0"-407,0 0 178,0 0-634,0 0-605,0 0-266,-28-13 4678,27 15-5387,0 0 0,0 0-1,0 0 1,0 0 0,0 0-1,0 0 1,1 1-1,-1-1 1,1 0 0,-1 0-1,1 0 1,0 1 0,0-1-1,0 0 1,0 2-4,0 7-1,-34 273 262,34-661 316,-12 579-442,0 5 23,12-206-121,0-1 1,0 0 58,0 0 26,2-27 4,1 1 0,1-1 0,1 1-1,9-25-125,-7 25 25,-1 0 0,-1 0 0,-1 0 0,1-26-25,-5 32 245,0 53-316,-3-2 51,0-1 0,-3 0 1,0 1-1,-2-2 0,-7 20 20,-19 76 5,33-116 5,1-5-3,-1-1 1,1 1-1,-1 0 1,1-1-1,-1 1 1,0-1-1,0 1 1,-1-1-1,1 1 1,-1-1-1,1 0 1,-1 0-1,0 0-7,1-3 96,1-67 158,-2 8-209,4-1 0,8-57-45,-10 113 19,0 3-15,0 0 0,0 0 0,0 0-1,0 0 1,1 1 0,-1-1 0,0 0 0,0 0-1,0 0 1,1 1 0,-1-1 0,0 0-1,1 0 1,-1 1 0,1-1 0,-1 0-1,1 1 1,-1-1 0,1 0 0,0 1-1,-1-1 1,1 1 0,0-1 0,-1 1-4,1 5-118,10 284-60,-11-288 170,0-1 24,0 0 32,-2-13-25,1 1 1,0-1 0,1 1-1,0-1 1,1 1 0,2-9-24,0-7-6,4-65 609,0 93-3464,-1 0-3173,-6 0 3761,0 0-8914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03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 10341,'0'0'2078,"0"0"-333,0 0-305,0 0 17,0 0-203,13 31-416,76 185 504,-47-94 861,25 118-2203,-67-237 15,0-1-1,1 1 0,-1 0 0,1-1 0,0 1 0,0-1 0,0 1 0,0-1 1,0 1-1,0-1 0,1 1 0,0-1 0,-1 0 0,1 0 0,0 0 0,0 0 1,2 2-15,-4-4 128,9-24 568,21-69-98,-3-2 1,-5-1-1,6-68-598,-16 94 648,4 0-1,6-10-647,-22 79 2,0 4-6196,1 22 2261,-1 13-2614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04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16 106 5955,'0'0'3340,"0"0"-1425,0 0-431,0 0 351,-2 29-567,-10 96-396,11-117-775,1 1 0,0 0 1,0 0-1,1 0 0,0 0 0,0-1 0,1 1 1,0 0-1,0-1 0,1 1 0,1-1 0,-1 0 1,1 0-1,1-1 0,-1 1 0,1-1 1,5 6-98,-5-8 38,0 0 0,1 0 0,0 0 0,0-1 0,0 0 1,0 0-1,1 0 0,0-1 0,-1 0 0,1 0 0,0-1 1,1 0-1,-1 0 0,0-1 0,0 1 0,1-2 1,-1 1-1,4-1-38,4 0 38,-4 0 13,0 0-1,0 0 1,0-1-1,1-1 0,-1 0-50,-7 1 22,0 0 0,-1 0-1,1-1 1,-1 0 0,1 1-1,-1-1 1,0 0 0,0 0-1,0-1 1,0 1 0,0-1-1,0 0 1,0 1 0,-1-1-1,0 0 1,1 0 0,-1-1-22,6-11 62,-1 0-1,0 0 1,-1 0 0,0-1 0,-2 0 0,0 0 0,0 0 0,0-17-62,0-24 370,-2-55-370,-2 73 146,0 36-90,0 1 1,0 0-1,-1-1 0,1 1 1,0 0-1,-1 0 1,1-1-1,-1 1 0,0 0 1,0 0-1,1 0 0,-2 0 1,1 0-1,0 0 1,0 0-1,-1 0 0,1 0 1,-1 0-1,1 1 1,-1-1-1,0 1 0,0-2-56,-2 2 88,1-1 1,0 0-1,-1 1 0,0 0 0,1 0 0,-1 0 0,1 0 0,-1 0 0,0 1 0,0 0 1,1 0-1,-1 0 0,-1 0-88,-4 1 27,1 0-1,-1 0 1,0 1 0,1 0 0,-1 1 0,1-1 0,0 2-1,0-1 1,0 1 0,0 1 0,-5 3-27,8-4-197,1 0-1,-1 0 1,1 1 0,0-1 0,0 1-1,0 1 1,1-1 0,-1 0 0,1 1-1,0-1 1,-1 7 197,2-6-1052,0 1 0,0 0 0,1-1 1,0 1-1,1 0 0,-1 6 1052,1 15-6891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0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89 199 6147,'0'0'1934,"0"0"-424,0 0 125,0 0 326,0 0-344,0-28-24,0-89 133,0 109-1494,-1-31 1558,1 39-1711,0-1-1,0 1 1,-1 0-1,1-1 0,0 1 1,0-1-1,0 1 1,-1 0-1,1 0 0,0-1 1,0 1-1,-1 0 1,1-1-1,0 1 0,-1 0 1,1 0-1,0-1 1,0 1-1,-1 0 0,1 0 1,-1 0-1,1 0 1,0 0-1,-1-1 0,1 1 1,0 0-1,-1 0 1,1 0-1,-1 0 0,1 0 1,0 0-1,-1 0 1,1 0-1,-1 0 0,1 0 1,-1 1-79,1-1 293,0 0-205,2 51-38,-2-31-26,1 0 1,0 0 0,2 0 0,0 0 0,4 8-25,6 7 68,-9-27-92,-1 0 0,1 1 0,-2-1 0,0 1 1,0-1-1,0 1 0,0 6 24,-2-13-15,-1-1-1,1 1 0,-1 0 1,1 0-1,-1-1 1,0 1-1,1 0 1,-1-1-1,0 1 1,0-1-1,0 1 1,0-1-1,0 1 1,-1-1-1,1 0 1,0 0-1,-1 1 1,1-1-1,-1 0 1,1 0-1,-1 0 1,1-1-1,-1 1 0,0 0 1,0-1 15,-55 20-26,18-8 29,39-11 2,0-1-1,0 0 1,1 0 0,-1 0-1,0 0 1,0 0-1,0 0 1,1 0 0,-1 1-1,0-1 1,0 0 0,0 0-1,0 0 1,0 0-1,1 1 1,-1-1 0,0 0-1,0 0 1,0 0-1,0 1 1,0-1 0,0 0-1,0 0 1,0 0-1,0 1 1,0-1 0,0 0-1,0 0 1,0 1 0,0-1-1,0 0 1,0 0-1,0 1 1,0-1 0,0 0-1,0 0 1,0 0-1,0 1 1,0-1 0,0 0-1,0 0 1,-1 0-1,1 1 1,0-1 0,0 0-1,0 0 1,0 0 0,0 0-1,-1 0 1,1 1-1,0-1 1,0 0 0,0 0-1,-1 0 1,1 0-1,0 0 1,0 0 0,0 0-1,-1 0 1,1 1-1,0-1 1,0 0 0,-1 0-5,36 4 138,48-7 97,-43-8-30,0 0-1,-1-3 0,-1-2 0,10-5-204,-49 21 32,1 0 1,0 0 0,0 0-1,0 0 1,0 0-1,0 0 1,0 0 0,0 0-1,0-1 1,0 1-1,-1 0 1,1 0 0,0 0-1,0 0 1,0 0-1,0 0 1,0 0-1,0 0 1,0 0 0,0 0-1,0 0 1,0-1-1,0 1 1,0 0 0,0 0-1,0 0 1,0 0-1,0 0 1,0 0-1,0 0 1,0 0 0,0-1-1,0 1 1,0 0-1,0 0 1,0 0 0,0 0-1,0 0 1,0 0-1,0 0 1,0 0 0,0-1-1,0 1 1,0 0-1,0 0 1,0 0-1,0 0 1,0 0 0,0 0-1,0 0 1,1 0-1,-1 0 1,0 0 0,0 0-1,0 0 1,0-1-1,0 1 1,0 0 0,0 0-1,0 0-32,-17-2-739,-18 0-5010,17 5-1054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57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507 1 2625,'59'3'938,"457"30"3250,-365-17-2727,-1 8 1,53 18-1462,-179-36 192,-7-3-41,0 2-1,-1 0 1,1 0 0,13 8-151,-29-13 5,-1 1-1,1-1 1,0 0-1,0 1 1,0-1-1,-1 1 1,1-1-1,0 1 1,0-1-1,-1 1 1,1-1 0,-1 1-1,1 0 1,0 0-1,-1-1 1,1 1-1,-1 0 1,1 0-1,-1-1 1,0 1-1,1 0 1,-1 0-1,0 0 1,0 0-5,0 0 15,0 0 0,0-1 1,-1 1-1,1 0 0,-1 0 0,1-1 0,-1 1 1,1 0-1,-1-1 0,1 1 0,-1 0 1,1-1-1,-1 1 0,0-1 0,1 1 1,-1-1-1,0 0 0,0 1 0,1-1 1,-2 1-16,-43 13 329,42-14-378,-83 14-279,0-5-1,-1-3 1,1-4 0,-23-5 328,52 2-315,-52-6-511,1-5 0,1-4 0,-74-23 826,25 6-1086,-30 2 1086,135 25 865,0 3-1,-1 2 0,-46 4-864,96-3 41,1 1-1,-1-1 0,1 0 0,-1 1 1,0-1-1,1 1 0,-1 0 0,1 0 1,-1-1-1,1 1 0,0 0 0,-1 0 1,1 0-1,0 0 0,-1 1 0,1-1 1,0 0-1,0 0 0,0 1 0,0-1 1,0 1-1,1-1 0,-1 1 0,0-1 1,1 1-1,-1-1 0,1 1 0,-1-1 1,1 2-41,-3 53 765,3-40-507,3 14 303,1 0 0,1 0 0,1 0 0,2-1 0,1 0 0,1-1 0,11 22-561,-1 1 1288,13 49-1288,-19-32 350,-2 0-1,-3 0 0,-1 52-349,-8 212 590,0-330-587,-7 127 160,-22 122-163,-40 128 40,17-99 32,43-212-269,3 1-1,3 61 198,8-129-83,8-2 104,-1-1 0,1-1-1,0 0 1,-1 0-1,0-1 1,11-5-21,25-8 74,57-10-34,1 5-1,1 4 1,38 1-40,325-8 349,-422 23-276,716-13 138,-762 15-21,-2 0 226,0 0-101,0 0-6,6-14 403,4-8-615,-1 0 0,-1 0-1,-1-1 1,-1-1 0,-1 1-1,-1-1 1,-1-1-97,2-45 717,-4-54-717,-1 69 194,-6-65-68,-5 0-1,-16-61-125,-4-33 56,-2-40-129,-18-173-44,47 284 1072,4 83-2892,0 13-4658,0 66-1133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57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37 400,'0'0'5045,"0"0"-3047,0 0-311,-2 32-209,0 106-155,3-131-1224,-1 1 1,2 0 0,-1-1-1,1 1 1,0-1-1,0 1 1,1-1 0,0 0-1,1 0 1,-1 0-1,1-1 1,1 1 0,-1-1-1,2 2-99,4 2 188,1 0-1,0-1 1,0 0 0,1-1-1,9 6-187,-21-14 2,21 11 27,0-1 0,1 0 0,1-2 0,-1-1 0,1 0 0,0-2 0,1 0 0,-1-2 0,1-1 0,0 0 0,0-2 0,-1-1 0,1 0 0,21-6-29,-37 6 30,1-1 1,-1 0-1,0-1 1,0 0-1,0 0 1,-1 0-1,1-1 1,-1 0-1,0-1 1,0 0-1,0 0 1,-1 0-1,1-1 1,-1 0-1,-1 0 1,1-1-1,-1 1 1,3-6-31,-2 1 197,0-1-1,-1 0 1,0 0 0,-1 0 0,0 0-1,-1-1 1,0 0 0,-1 1-1,-1-1 1,0 0 0,-1-10-197,1 13 106,-1 0 0,-1 0 0,0 0 0,0 0-1,-1 1 1,0-1 0,-1 1 0,0-1 0,0 1 0,-1 0 0,-1-1-106,2 5 49,-1 0 0,1 0 1,-1 1-1,0 0 1,-1-1-1,1 1 0,-1 1 1,0-1-1,0 1 0,0 0 1,0 0-1,-1 0 0,1 1 1,-1-1-1,1 1 0,-1 1 1,0-1-1,0 1 0,-1 0-49,-17-3-14,0 1-1,0 0 0,0 2 0,0 1 1,0 1-1,0 1 0,0 1 0,0 1 1,0 2-1,1 0 0,0 1 0,0 1 1,1 1-1,0 2 0,1 0 0,0 1 1,0 1-1,1 0 0,-12 13 15,25-20-497,0 1-1,0-1 0,1 1 1,0 1-1,1-1 1,-5 9 497,6-10-1210,2 0 1,-1 0-1,1 0 1,0 0 0,0 0-1,-1 5 1210,2 16-8372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58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1036 10293,'0'0'1574,"0"0"107,18-30-473,-9 15-1085,15-26 66,1 2 0,2 1-1,2 0 1,23-22-189,75-74 1894,-6-6 0,68-106-1894,-171 220 69,21-30 94,-2-1 0,13-32-163,-49 88 10,0 0 0,-1 0 0,1 0 0,-1 0 0,1 0 0,-1-1 0,1 1 0,-1 0 0,0 0 0,0 0 0,0 0 0,0-1 0,0 1 0,0 0 0,0 0 0,0-1 0,0 1-10,0 0 4,-1 1 0,1-1 0,0 1 0,-1 0 0,1-1 1,0 1-1,-1 0 0,1-1 0,-1 1 0,1 0 0,-1 0 0,1 0 0,-1-1 0,1 1 0,0 0 0,-1 0 0,1 0 0,-1 0 0,1 0 0,-1 0 0,1 0 0,-1 0 1,1 0-1,-1 0 0,1 0 0,-1 0 0,0 0-4,-43 15-33,37-12-30,-306 143-273,408-194-356,-64 31 683,0 1-1,2 2 0,-1 1 1,2 1-1,0 2 0,27-5 10,-60 15 12,0 0-1,0 0 1,-1 0-1,1 0 0,0 0 1,0 0-1,0 0 1,0 0-1,0 0 0,-1 1 1,1-1-1,0 0 1,0 1-1,0-1 1,-1 0-1,1 1 0,0-1 1,-1 1-1,1 0 1,0-1-1,-1 1 0,1-1 1,0 1-1,-1 0 1,1-1-1,-1 1 0,0 0 1,1 0-1,-1-1 1,1 1-1,-1 0 1,0 0-1,0 0 0,1-1 1,-1 1-1,0 0 1,0 0-1,0 0 0,0 0 1,0 0-1,0-1 1,0 1-1,0 0 0,0 0 1,-1 0-1,1 0 1,0 0-1,-1-1 1,1 1-1,0 0-11,-18 58 257,11-38-228,3 20-4226,1-24-733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6:59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731 0 1505,'0'0'1406,"0"0"130,0 0 60,0 0-41,0 0 137,0 0 18,0 4 6046,0 4-3993,0 51-3496,3 223 833,-3 212-540,-9-371-595,-6 0 0,-5-1 1,-5-1-1,-21 53 35,44-168-5,-2 11 3,-1-1 0,-1 1-1,-1-1 1,-6 12 2,11-24-16,0-1 0,0 1 0,0-1 0,-1 0 0,1 0 0,-1 0 0,0 0 0,1 0 0,-1-1 0,-1 1 0,1-1 0,0 0 0,0 0 0,-1 0 0,1 0 0,-1 0 1,0-1-1,0 0 0,1 0 0,-1 0 0,0 0 0,0 0 0,0-1 0,0 0 16,-111-3 50,47 0-94,0 3 0,-13 4 44,75-2 7,0-1-1,-1 1 0,1 0 0,0 1 1,0 0-1,1 0 0,-1 0 0,1 0 1,-1 1-1,1 0 0,0 0 1,0 0-1,1 1 0,0 0 0,-1 0 1,-1 3-7,-12 16 22,2 0 1,1 1-1,0 2-22,13-24-2,1-1-74,0 0 0,0 0 1,-1 0 0,1 0 0,0 0 0,0 0 0,0 1 0,1-1 0,-1 0 0,0 1 0,1-1 0,0 1 0,-1-1 0,1 0 0,0 1 0,0-1-1,1 1 1,-1-1 0,0 1 75,14-11-6018,13-21-297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0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449 1 992,'0'0'2004,"0"0"-459,0 0 10,0 0-114,0 0-158,0 0-176,0 0 38,0 0-113,-1 3 2548,-5 17-2691,6 6-386,0 193 3735,-28 209-4238,5-205 427,9 1-1,12 117-426,8-246-2,16 74 2,0 5 34,-9-54 64,-1-21-150,-3 66 52,-9-164 0,0-1-78,-53 0 17,-36 5 61,70-3 58,0 2 1,1 0 0,0 0 0,0 2-1,0 0 1,-8 5-59,6-2 83,1 0-1,0 1 0,0 1 1,1 1-1,1 1 1,0 0-1,0 1 0,-5 7-82,21-20 14,0 1-1,0-1 0,0 1 1,0-1-1,0 1 0,0-1 1,0 1-1,0 0 0,0-1 1,1 1-1,-1 0 0,1 0 1,0-1-1,-1 1 0,1 0 1,0 0-1,0 0 0,0-1 1,0 1-1,0 0 0,1 0 1,-1 0-1,0-1 0,1 1 1,-1 0-1,1 0 0,0-1 1,0 1-1,-1 0 0,1-1 1,0 1-1,0-1 0,1 1 1,-1-1-1,0 0 0,0 1 1,1-1-1,-1 0 0,1 0 1,-1 0-1,1 0 1,-1 0-1,1 0 0,0 0 1,-1-1-1,1 1 0,0-1 1,0 1-1,-1-1 0,1 0 1,0 1-1,0-1-13,-1 0 72,-1 0 59,0 0-33,0 0-2,0 0-26,0 0 15,0 0-13,0 0 104,0 0-112,0 0-2,0 0 28,0 0 4,0 0-22,0 0-56,0 0-59,0 0-21,0 0 37,0 0-34,0 0-211,0 0-302,6 0-3508,11 0-1099,4 0-3585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4178,'0'0'1993,"0"0"-459,0 0 139,0 0-302,0 0-573,0 4 2099,0 594 2860,0-598-5677,0 0-40,0 0 19,0 0-30,0 0-221,0 0-221,0 0-316,6 0-8995,-5 0 4567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2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89 5507,'0'0'2505,"0"0"-443,0 0 30,0 0-177,0 0-824,-21 11-29,-84 40 1120,125-51-1376,74 0-591,-1-4 0,0-4-1,0-4 1,-1-4-215,-13-1-49,-12 4-103,-2-2 1,0-4-1,-1-2 0,0-4 152,-63 25 35,-1 0-3,0 0 10,-4 0-98,-25 2-69,0 1 0,0 2 0,1 0 0,0 2 0,-10 5 125,-45 9-293,-164 27 262,94-20 866,-44 18-835,174-38 262,23-8-261,-1 0 0,1 0 1,0 0-1,0 0 0,0 0 0,0 0 0,0 0 0,0 0 0,0 0 0,-1 0 0,1 0 0,0 0 0,0 0 0,0 0 0,0 0 0,0 0 0,0 0 0,0 0 0,0 0 0,-1 0 0,1 1 0,0-1 0,0 0 0,0 0 0,0 0 0,0 0 0,0 0 0,0 0 0,0 0 0,0 0 0,0 0 0,0 0 0,0 1 0,0-1 0,0 0 0,0 0 0,-1 0 0,1 0 0,0 0 0,0 0 0,0 0 0,0 1 0,0-1 0,0 0 0,0 0 1,0 0-1,0 0 0,1 0 0,-1 0 0,0 0 0,0 0 0,0 1 0,0-1 0,0 0 0,0 0 0,0 0 0,0 0 0,0 0 0,0 0 0,0 0 0,0 0 0,0 0 0,0 0 0,0 1 0,1-1 0,-1 0 0,0 0 0,0 0-1,39 2-140,23-4 262,1-3 0,-1-2 1,5-4-123,184-45 479,-157 34-341,-69 17-90,-18 5-13,-1-1-1,1 0 1,-1-1 0,0 1-1,1-1 1,-1-1 0,0 1 0,0-1-1,0 0 1,1-2-35,-6 5 96,-1 0-301,0 0-417,0 0-579,0 0-954,0 0-3054,-1 5 1376,-2 8-3029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3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4578,'0'0'1793,"0"0"-40,0 0 224,0 0-377,0 0-450,11 0 464,57-2 219,42-8-1833,-82 9-90,-21 1-154,-19 0 122,-4 1 141,0 0-1,0 0 1,0 1 0,1 1-1,-1 1 1,-11 4-19,1 3 302,47-10-907,3-2-1053,-24 1 1542,0 0-1,0 0 1,1 0-1,-1 0 1,0 0-1,1 0 1,-1 0 0,0 0-1,0 0 1,1 0-1,-1 0 1,0 0-1,1 0 1,-1 0 0,0 1-1,0-1 1,1 0-1,-1 0 1,0 0-1,0 0 1,0 1-1,1-1 1,-1 0 0,0 0-1,0 0 1,0 1-1,1-1 1,-1 0-1,0 0 1,0 1 0,0-1-1,0 0 1,0 0-1,0 1 1,0-1-1,1 0 1,-1 1 0,0-1-1,0 0 1,0 0-1,0 1 1,0-1-1,0 0 1,0 1-1,0-1 1,-1 0 0,1 0-1,0 1 1,0-1-1,0 0 117,0 1-183,0 13-3835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3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45 1 4930</inkml:trace>
  <inkml:trace contextRef="#ctx0" brushRef="#br0" timeOffset="1">45 1 4930,'-36'127'2935,"34"-122"-2537,-5 21 3134,11-24-859,2-4-1929,66 4 116,-35 0-399,2-1 1,-2-2-1,1-2 1,9-3-462,-33 1 4840,-23 3-2966,-28 2-6814,33 0 1925,-1 0-4266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05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0 4018,'0'0'1675,"0"0"-183,0 0-30,0 0-350,0 0-159,0 0-140,-11 0 2455,7 0-6258,2 0-4174,2 0 4318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10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12346 3102 2017,'0'0'771,"0"0"-27,0 0 46,0 0-235,0 0-262,0 0 196,-3 8 5545,-8 30-5711,9-31-164,0 0 0,-1-1 0,0 1 0,0-1 0,0 1 0,-1-1 0,0 0 0,0 0 0,0 0 0,-1-1 0,0 0 0,0 0 0,0 0 0,-1 0-159,-17 15 691,-2-1 0,-16 8-691,33-21-1,-18 9 275,0-1-1,0-1 1,-1-2-1,-1 0 1,0-2-1,0-1 1,-1-1-1,0-2 1,-22 2-274,-48 0 907,1-5 1,-28-5-908,-5 1 864,110 1-796,0-1 0,0-1 0,0 0 0,0-2 0,-12-4-68,-101-40 104,98 35-25,-236-85 279,107 43-213,2-8 0,-149-83-145,230 96 78,-66-53-78,9 4 21,42 37 4,10 7 113,2-3-1,3-4 1,-27-30-138,14 6 14,-4 4 0,-3 4 0,-3 6 0,-25-10-14,-206-143-44,202 130 23,-5 5 0,-100-45 21,-127-66 7,49 25-86,176 101 109,3-6-1,-92-75-29,165 113-22,-3 2 0,-1 2 0,-2 4 0,-1 4 0,-30-8 22,-134-40-13,-17 8 13,-10-3-45,46 9-35,-1 11 0,-185-21 80,-23 35 16,-395 16-16,600 35-134,-172 32 134,289-29-5,17-1-64,0 4-1,2 4 1,0 3 0,2 5-1,-17 9 70,-161 60-390,109-44 300,-67 39 90,199-83-17,0 2-1,1 0 1,1 1-1,0 0 1,0 2-1,2 0 1,0 1-1,0 1 1,-13 17 17,5-5-5,-1-2 1,-1 0 0,-1-2-1,-17 12 5,-124 78 9,32-23-3,113-72-1,1 1 0,1 0 0,1 1 0,-4 8-5,2-4 7,-1 0-1,-1-1 1,-2-2-7,-74 48 195,60-45-209,-32 28 14,60-44 14,1 1 0,1 1 0,0 0 0,0 0 0,1 0 0,1 2 0,0-1 0,-1 3-14,-42 79 44,-4-2 0,-4-3-1,-5 0-43,53-71-3,1 0-1,0 1 1,2 1-1,0-1 1,1 1-1,2 1 1,-4 17 3,-6 17-37,13-47 47,-5 18 30,-2-1-1,-1 1 1,-1-1-40,7-17 11,0 1-1,-1-1 1,-1-1-1,1 1 1,-1-1-1,-1 0 1,1 0-1,-1-1 1,0 1 0,-6 2-11,-63 55-51,76-64 36,0 0 1,-1 0-1,1 0 1,0 1-1,0-1 1,0 0-1,0 0 1,-1 0-1,1 0 1,0 1-1,0-1 1,0 0-1,0 0 1,0 0 0,0 1-1,0-1 1,0 0-1,-1 0 1,1 0-1,0 1 1,0-1-1,0 0 1,0 0-1,0 0 1,0 1-1,0-1 1,0 0-1,0 0 1,0 1-1,1-1 1,-1 0-1,0 0 1,0 0-1,0 1 1,0-1-1,0 0 1,0 0-1,0 0 1,0 0-1,1 1 1,-1-1-1,0 0 1,0 0-1,0 0 1,0 0-1,1 0 1,-1 1-1,0-1 1,0 0-1,0 0 1,1 0-1,-1 0 1,0 0-1,0 0 1,0 0-1,1 0 1,-1 0-1,0 0 1,0 0-1,1 0 1,-1 0-1,0 0 1,0 0-1,0 0 1,1 0-1,-1 0 1,0 0-1,0 0 1,0 0-1,1 0 15,19 0-3858,-18 0 2856,24 0-7258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12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3 4434,'0'0'1769,"0"0"-1169,0 0 123,0 0 408,0 0-490,0 0-401,-6 0 184,-27-1 402,15 0 295,1 1 0,-1 0 0,-12 3-1121,25-2 78,-1 0 1,1 0-1,0 0 0,0 1 0,0 0 1,0 0-1,0 0 0,0 1 1,0 0-1,1 0 0,0 0 0,-1 0 1,1 1-1,-2 2-78,-10 13 136,0 1 0,1 1 0,1 0 0,1 2 0,1-1 0,1 1 0,2 1 0,0 0 0,1 0 0,1 1 0,-1 13-136,-3 29 408,3 1-1,3-1 1,4 50-408,1-111 76,1-1 1,0 1 0,0-1 0,0 1-1,1-1 1,0 1 0,0-1-1,0 0 1,1 0 0,0 0 0,0 0-1,0-1 1,1 1 0,-1-1 0,1 0-1,3 4-76,4 4 571,-4-1 271,6 0 2272,-5-2-3041,-10-6-8763,-10-3 2823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17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287 213 4322,'0'0'1241,"0"0"-12,0 0 273,0 0-152,0 0-317,0 0-246,-17-2-16,5 1-598,3-1-42,0 1 0,0 0 0,0 1-1,0 0 1,0 0 0,0 1-1,0 0 1,0 0 0,1 1 0,-1 1-1,-6 1-130,-52 18 2001,66-21-1542,1-1-93,4 0-142,7-2-214,1 0 1,-1-1-1,0-1 1,0 1-1,-1-2 1,1 1 0,-1-2-1,0 1 1,6-5-11,18-9 43,30-14 45,-7 1-40,2 3 0,0 3 0,2 2 1,44-9-49,-140 44 123,1 3-1,0 1 1,1 1 0,1 2 0,-20 14-123,7-5 45,-18 10-7,8-8-109,1 4 1,2 1 0,1 3 0,-36 35 70,87-72-7,0 0 0,-1 0 0,1 0 0,0 0 0,0 0 0,-1 1 0,1-1 0,0 0 1,0 0-1,-1 0 0,1 1 0,0-1 0,0 0 0,-1 0 0,1 0 0,0 1 0,0-1 0,0 0 0,-1 0 0,1 1 1,0-1-1,0 0 0,0 1 0,0-1 0,0 0 0,0 1 0,0-1 0,0 0 0,0 0 0,0 1 0,0-1 1,0 0-1,0 1 0,0-1 0,0 0 0,0 1 0,0-1 0,0 0 0,0 1 0,0-1 0,0 0 0,1 0 0,-1 1 1,0-1 6,15 1-640,-6-1 477,43-4-292,0-1 1,0-3-1,28-8 455,-26 4 188,-1 3 0,2 2-1,32 0-187,-86 7 8,-1 0 0,0 0 0,1 0 0,-1 1 0,1-1 0,-1 0 0,0 0 0,1 0 0,-1 0 0,1 0 0,-1 1 0,0-1 0,1 0 0,-1 0 0,0 1 0,1-1 0,-1 0 0,0 0 0,1 1 0,-1-1 0,0 0 0,0 1 0,1-1 0,-1 1 0,0-1 0,0 0 0,0 1 0,1-1 0,-1 1 0,0-1 0,0 0 0,0 1 0,0-1 0,0 1 0,0-1 0,0 0 0,0 1 0,0-1 0,0 1 0,0-1 0,0 1 0,0-1 0,-1 0 0,1 1 0,0-1 0,0 1-1,0-1 1,0 0 0,-1 1-8,-10 22 151,-8 1 140,-2-1 0,0 0 0,-1-2 1,-8 5-292,-29 29 390,47-44-300,-8 9 30,1 0 1,1 1-1,-6 10-120,19-24-3,1 0 0,-1 1-1,1 0 1,1 0 0,0 0-1,0 0 1,0 0 0,1 0 0,0 1-1,1-1 1,0 1 0,0 0-1,1 0 4,0-7-15,0 1-1,1-1 0,-1 1 0,1-1 0,0 0 0,0 1 1,0-1-1,0 0 0,0 1 0,0-1 0,0 0 1,1 0-1,0 0 0,-1 0 0,1 0 0,0 0 0,0-1 1,0 1-1,0-1 0,0 1 0,0-1 0,0 1 1,1-1 15,64 28-228,-23-11 222,-42-16 12,0-1 0,0 1 0,0 1 0,0-1 0,-1 0 0,1 0 0,-1 0 1,0 1-1,1-1 0,-1 1 0,0-1 0,-1 1 0,1-1 0,0 1 0,-1 0 0,1-1 0,-1 1 1,0 0-1,0-1 0,0 1 0,0 1-6,-6 62 76,6-66-75,-4 18 66,-1-1 0,0 0 0,-2 0 0,0 0-1,-1-1 1,0 0 0,-10 14-67,8-16 7,1 1 0,1 0 0,0 1 0,1 0 0,1 0 0,0 1 0,2 0 0,-1 0 0,1 5-7,3 4-17,0 0 0,1 0 0,2-1 1,1 1-1,1 0 0,1 1 17,0 7 22,-2 1-1,-2 0 1,0-1 0,-4 21-22,0 25 33,3 102 8,0-100 4795,-30-82-1616,30 0-3252,-2 0-131,1 0 0,0 0 1,0 0-1,-1 1 0,1-1 1,0 0-1,0 1 0,0-1 1,0 1-1,0-1 0,-1 1 1,1 0-1,0 0 0,0-1 0,1 1 1,-2 1 162,1-2-383,-3 8-5525,-14-7 3235,11-1 751,-32 0-5810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20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1 5346,'0'0'1537,"0"0"-606,0 0 11,0 0 136,0 0-174,0 0-448,-17 15 2946,15-15-3149,0 0 0,-1 1 0,1-1-1,0 0 1,0 1 0,0 0 0,0-1 0,0 1-1,0 0 1,0 0 0,1 0 0,-1 1 0,0-1 0,0 1-253,1-1 3,-1 0 0,1 0 1,-1 0-1,1-1 0,-1 1 1,1 0-1,-1 0 0,0-1 1,1 1-1,-1-1 0,0 1 1,1-1-1,-2 0-3,-14 11-213,-6-1-1241,1 1 1,-1 1 0,2 0 0,-5 6 1453,-11 5-3650,-12 6-2964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22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21 2609,'0'0'2228,"0"0"-1060,0 0-362,0 0 237,0 0-10,0 0-289,-30-15 8516,12 11-7567,9 2-2202,5 18-2662,1 18-1666,3 8-1531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19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1257 499 8356,'0'0'435,"0"0"162,0 0-20,0 0 223,0 0-293,30-30-227,100-101-61,-81 84 1576,-3-3 1,30-41-1796,-66 73 1275,-13 9 425,1 8-1638,0 1 0,-1-1 1,1 1-1,-1 0 1,1 0-1,-1 0 0,1 0 1,-1 0-1,1 1 0,0-1 1,-1 1-1,1-1 0,-1 1-62,-39 13 46,2 1-1,0 2 0,1 2 0,1 1 0,-27 20-45,0-2 89,-116 69 87,181-107-175,0 0-1,0 0 1,0 0 0,0 1-1,-1-1 1,1 0-1,0 0 1,0 0-1,0 0 1,0 0 0,-1 0-1,1 0 1,0 1-1,0-1 1,-1 0-1,1 0 1,0 0 0,0 0-1,0 0 1,-1 0-1,1 0 1,0 0-1,0 0 1,-1 0 0,1 0-1,0 0 1,0 0-1,0 0 1,-1-1-1,1 1 1,0 0 0,0 0-1,0 0 1,-1 0-1,1 0 1,0 0-1,0 0 1,0-1-1,-1 1 1,1 0 0,0 0-1,0 0 1,0-1-1,0 1 1,0 0-1,0 0 1,-1 0 0,1-1-1,0 1 1,0 0-1,0 0 1,0 0-1,0-1 1,0 1 0,0 0-1,0 0 0,5-20 65,15-23 28,3 9-88,3 0 1,0 2 0,3 1-1,0 1 1,2 2-1,1 1 1,1 1 0,1 2-1,1 1 1,9-3-6,-24 13 228,-47 23 24,-47 28 16,2 2 0,-29 24-268,-33 19 88,53-34-88,38-21 38,-2-3 1,0-1-1,-18 5-38,63-29 0,0 0 0,0 0 0,-1 1 0,1-1 0,0 0 0,0 0 0,-1 1 0,1-1 0,0 0 0,0 0 0,-1 0 0,1 0 0,0 1 0,0-1 0,-1 0 0,1 0 0,0 0 0,-1 0 0,1 0 0,0 0 0,-1 0 0,1 0 0,0 0 0,-1 0 0,1 0 0,0 0 0,0 0 0,-1 0 0,1 0 0,0 0 0,-1 0 0,1-1 0,0 1 0,-1 0 0,1 0 0,0 0 0,0 0 0,-1-1 0,1 1 0,0 0 0,0 0 0,0 0 0,-1-1 0,1 1 0,0 0 0,0 0 0,0-1 0,-1 1 0,1 0 0,0-1-1,0 1 1,0 0 0,0 0 0,0-1 0,0 1 0,4-12-36,-3 12 30,18-28-73,2 1 0,1 1 0,1 1 0,1 1 0,1 1 0,26-18 79,13-15-38,-74 54 366,-15 6-149,-34 21 44,1 3 0,-26 19-223,-4 2 77,-16 8-35,20-10-1,-5-3-41,89-44 1,0 0 0,0 1 0,0-1 0,-1 0 0,1 0 0,0 1 0,0-1 0,0 0 0,-1 0 0,1 1 0,0-1 0,0 0 0,-1 0 0,1 0 0,0 0 0,-1 0 1,1 1-1,0-1 0,0 0 0,-1 0 0,1 0 0,0 0 0,-1 0 0,1 0 0,0 0 0,-1 0 0,1 0 0,0 0 0,-1 0 0,1 0 0,0 0 0,-1 0 0,1 0 0,0 0 1,0-1-1,-1 1 0,1 0 0,0 0 0,-1 0 0,1 0 0,0-1 0,0 1 0,-1 0 0,1 0 0,0-1 0,0 1 0,0 0 0,-1 0 0,1-1 0,0 1 0,0 0 0,0-1-1,4-9 14,-3 9-10,17-24-4,1 2 1,0 0 0,2 0 0,1 2-1,1 1 1,4-2-1,18-17-15,-44 38 87,-8 2 120,-17 6-115,0 1 0,0 2 0,1 0 1,0 1-1,1 1 0,0 1 0,-12 11-77,-14 6 50,16-8-47,24-16-4,0 0 0,-1-1 0,1 0 0,-1-1 0,0 0 0,-2 1 1,11-13-96,2-3 85,1 1 1,1 0-1,-1 0 1,2 0-1,-1 0 1,1 1-1,1-1 1,0 1-1,0 1 1,1-1 10,21-24 7,30-28-7,10-11-70,-65 63 51,-14 9 76,6 0-55,-14 3 30,1 1 0,-1 0 0,1 1 0,0 2 0,1-1 0,-6 5-32,-111 59 69,54-27 43,60-32-54,16-8-51,0 0 1,0-1 0,-1 1 0,1-1 0,-1 0 0,1-1 0,-1 1 0,0-1 0,0 0-1,-1 0-7,6-1-37,6-6-48,77-67-9,2 4 1,7 2 93,-90 66 11,-14 14 34,-142 142 494,137-139-460,17-16-75,0 0 0,0 0 0,0 0-1,1 0 1,-1 0 0,0 0 0,0-1 0,0 1 0,0 0 0,0 0 0,0 0 0,0 0 0,0 0 0,0 0 0,0 0 0,0 0 0,0 0 0,0 0-1,0 0 1,0 0 0,0-1 0,0 1 0,0 0 0,0 0 0,-1 0 0,1 0 0,0 0 0,0 0 0,0 0 0,0 0 0,0 0 0,0 0 0,0 0-1,0 0 1,0 0 0,0 0 0,0 0 0,0 0 0,0-1 0,0 1 0,0 0 0,0 0 0,-1 0 0,1 0 0,0 0 0,0 0-4,21-29 255,-10 18-291,0 0-1,0 1 1,0 0 0,1 1-1,1 0 1,1 0 36,-1 1-2263,1 1-1,0 1 0,14-4 2264,17-3-7574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24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1 2273,'0'0'4741,"0"0"-2668,0 0-1017,0 0 220,0 0-49,0 0-245,-51 0 7699,21 0-6718,30 0-1947,0 0-26,0 0 20,0 0-20,0 0 20,0 0-20,0 0 34,-16 0-2841,1 0-1682,-5 0-2931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2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86 4786,'0'0'1283,"0"0"-752,0 0-400,0 0-6,0 0 76,0 0-71,-15 13-87,-49 40-35,35-38 41,29-14-36,-1-1 0,1 0-1,-1 0 1,1 0 0,-1 0-1,1 0 1,-1 0 0,1 0-1,-1-1 1,1 1 0,-1 0-1,1 0 1,-1 0 0,1 0-1,-1-1 1,1 1-1,-1 0 1,1 0 0,-1-1-1,1 1 1,0 0 0,-1-1-1,1 1 1,0 0 0,-1-1-1,1 1 1,0-1 0,-1 1-1,1-1-12,-1-2 89,0-1-1,1 1 1,-1-1-1,1 0 1,0 1 0,0-1-1,0 1 1,0-1-1,0 0 1,1 1-89,0-9 125,-1 7-3,0 1-1,0-1 0,0 1 0,1-1 0,0 1 1,0-1-1,0 1 0,0 0 0,1-1 1,0 1-1,0 0 0,0 0 0,0 0 1,1 0-1,-1 1 0,1-1 0,0 1 0,0-1 1,0 1-1,1 0 0,-1 0 0,1 0 1,0 1-1,-1-1 0,1 1 0,0 0 1,0 0-1,1 0 0,-1 1 0,0 0 0,1-1 1,-1 1-1,1 1 0,0-1-121,-4 1 120,-1 0-61,0 0-270,0 0-269,0 0-753,0 2-1459,0 5-2152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42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 7379,'0'0'878,"0"0"59,0 0 183,0 0-381,0 0-459,0 0-128,0 0 131,-17 14 4445,17-10-4726,0 1 0,0 0 0,1 0 0,-1-1 0,1 1 1,0 0-1,1-1 0,-1 1 0,1-1 0,0 1 1,0-1-1,0 0 0,1 0 0,2 4-2,-3-6 10,1 1 0,0 0 0,0-1 0,0 0 0,0 0 0,0 0 0,0 0 1,0 0-1,1-1 0,-1 1 0,1-1 0,0 0 0,-1 0 0,1 0 0,-1-1 0,1 1 0,0-1 0,0 0 0,2 0-10,-5 0 13,-1 0-1,0-1 1,1 1 0,-1 0-1,0 0 1,1 0 0,-1 0-1,0-1 1,0 1 0,1 0-1,-1 0 1,0-1-1,0 1 1,1 0 0,-1-1-1,0 1 1,0 0 0,0-1-1,1 1 1,-1 0 0,0-1-1,0 1 1,0 0 0,0-1-1,0 1 1,0 0 0,0-1-1,0 1 1,0 0 0,0-1-1,0 1 1,0-1-1,0 1 1,0 0 0,0-1-1,0 1 1,0 0 0,-1-1-1,1 1 1,0 0 0,0-1-1,0 1 1,0 0 0,-1-1-1,1 1 1,0 0 0,0 0-1,-1-1 1,1 1 0,0 0-1,-1 0 1,1 0-13,-15-18 140,11 16-154,0 0 0,0 1 0,-1 0 1,1 0-1,-1 0 0,1 0 0,-1 1 1,1-1-1,-1 1 0,1 0 0,-2 1 14,4-1-5,1 0 0,0 0 1,-1 1-1,1-1 0,0 0 0,-1 1 0,1-1 0,0 1 0,0-1 0,-1 1 0,1 0 1,0 0-1,0-1 0,0 1 0,0 0 0,0 0 0,0 0 0,0 0 0,0 0 0,0 0 0,0 0 1,1 1-1,-1-1 0,0 0 0,1 0 0,-1 1 0,1-1 0,-1 0 0,1 1 0,0-1 0,0 0 1,-1 1-1,1-1 0,0 1 0,0-1 5,0 11 2,0-9 2,0 0 0,0 0 0,0-1 0,0 1 0,0 0 0,0-1 0,1 1 0,-1 0 0,1-1 0,0 1 0,0-1 0,0 1-4,0-2 4,1 0 1,-1 1-1,1-1 0,-1 0 1,1-1-1,-1 1 1,1 0-1,0 0 1,-1-1-1,1 1 1,0-1-1,0 1 0,0-1 1,-1 0-1,1 0 1,0 1-1,0-2 1,0 1-1,0 0 1,1 0-5,-2 0 15,1 0 1,0 0 0,-1 0 0,1 0 0,-1 0-1,1 0 1,0 0 0,-1 0 0,1-1-1,-1 1 1,1-1 0,0 1 0,-1-1 0,1 1-1,-1-1 1,0 0 0,1 0 0,-1 0-1,0 0 1,1 0 0,-1 0 0,0 0 0,0-1-16,0-1 15,0 0 0,0 0 1,0 0-1,0 0 1,-1-1-1,0 1 1,1 0-1,-1-1 0,-1 1 1,1-2-16,0-6 6,0 9 34,0 0 1,0 0-1,0-1 1,0 1-1,0 0 1,0 0-1,-1 0 1,1 0 0,-1 0-1,1 0 1,-1 0-1,0 1 1,0-1-1,0 0 1,0 0 0,0 0-1,0 1 1,-1-1-1,1 1 1,0-1-1,-1 1 1,1-1-41,-3 1 72,1-1 1,-1 1-1,1-1 0,-1 1 1,1 0-1,-1 1 0,1-1 1,-1 1-1,0-1 1,0 1-1,1 0 0,-2 1-72,4 34-274,1-34 272,0 0 1,0 1-1,0-1 1,1 0-1,-1 0 1,0 0-1,0 0 1,0 0 0,1 0-1,-1 0 1,1 0-1,-1 0 1,1 0-1,-1 0 1,1-1 0,-1 1-1,1 0 1,0 0-1,0 0 1,-1-1-1,1 1 1,0 0 0,0-1-1,0 1 1,0-1-1,0 1 1,0-1-1,0 1 1,0-1 0,0 0-1,0 1 1,0-1-1,0 0 2,42 1 69,-23-2-69,-19 0 1,0 1 1,0-1-1,0 0 1,0 0-1,0 1 0,0-1 1,0 0-1,-1 0 1,1 0-1,0 0 0,-1 0 1,1 0-1,0 0 1,-1 0-1,1 0 1,-1 0-1,0-1 0,1 1 1,-1 0-1,0 0 1,0 0-1,0-1 1,1 1-1,-1 0 0,-1 0 1,1 0-1,0-1 1,0 1-1,0 0 0,-1 0 1,1-1-2,0 0 14,0 0 1,0 0-1,0 0 0,-1 0 1,1 0-1,0 0 1,-1 0-1,0 0 0,1 0 1,-1 0-1,0 0 1,0 0-1,0 0 0,0 0 1,0 1-1,-1-1 1,1 0-1,0 1 0,-2-1-14,0 0 7,0 1 0,0 0 0,0 0 0,0 0 0,0 1 0,-1-1 0,1 1 0,0 0 0,0 0-1,-1 0 1,1 0 0,0 1 0,0-1 0,0 1 0,-1 0 0,1 0 0,0 0 0,0 0 0,0 0 0,0 1-1,1-1 1,-1 1 0,0 0 0,0 0 0,1 0 0,0 0 0,-1 0 0,1 1 0,0-1 0,0 1-1,0-1 1,0 1 0,1 0 0,-1 0 0,-1 2-7,0 3-14,-1-1 1,2 1-1,-1 0 1,1 0-1,0 0 0,0 0 1,1 0-1,0 0 0,1 0 1,-1 1-1,2-1 0,-1 0 1,1 0-1,1 1 14,-2-8 3,1-1 1,0 1-1,0 0 0,0-1 0,0 1 1,0 0-1,0-1 0,0 1 1,0-1-1,0 0 0,0 1 0,0-1 1,0 0-1,0 0 0,1 1 1,-1-1-1,0 0 0,0 0 0,0 0 1,0-1-1,0 1 0,0 0 1,1 0-1,-1-1 0,0 1 0,0 0 1,0-1-1,0 1 0,0-1 1,0 1-1,0-1 0,0 0 0,0 1 1,-1-1-1,1 0 0,0 0 1,0 1-1,-1-1 0,2-1-3,-1-1 60,1-1-1,-1 1 1,1 0-1,-1-1 1,0 1-1,-1-1 1,1 1-1,-1-1 1,1 1-1,-1-4-59,0 7 48,0 0-59,0 0-15,12 0-74,0-1 1,0 0 0,1 0 0,-1-2 0,-1 1-1,1-1 1,11-5 99,-19 7 2,-1-1 0,1 0 0,0 0 0,-1 0-1,1 0 1,-1 0 0,0-1 0,0 1 0,0-1 0,0 0 0,0 0-1,0 0 1,-1-1 0,0 1 0,0-1 0,0 1 0,0-1-1,0 1 1,0-1 0,-1 0 0,0 0 0,0 0 0,0 0 0,0 0-1,-1 0-1,1 2 18,-1-1-1,0 1 1,0 0-1,1-1 1,-1 1-1,-1 0 1,1-1-1,0 1 1,-1 0-1,1-1 1,-1 1-1,1 0 1,-1 0-1,0 0 1,0 0-1,0 0 1,0 0-1,-1 0 1,1 0-1,-1-1-17,0 2 8,0 0 1,0 1-1,0-1 0,0 0 0,0 1 0,0-1 1,0 1-1,0-1 0,0 1 0,0 0 1,0 0-1,0 0 0,-1 0 0,1 0 1,0 1-1,0-1 0,0 1 0,0-1 0,0 1 1,0 0-1,0 0 0,0 0 0,0 0-8,-3 1 4,1 0 0,0 1 0,0-1-1,0 1 1,0 0 0,1 0 0,-1 0-1,1 0 1,0 1 0,0 0 0,0-1-1,0 1 1,1 0 0,-1 0 0,1 1-1,0-1 1,0 0 0,1 1 0,-1 1-4,-2 6-129,1 1 1,1 0-1,-1 1 1,2-1 0,0 0-1,1 6 129,0-19-13,0 0 0,1 1 1,-1-1-1,0 1 0,0-1 0,1 0 0,-1 1 0,0-1 0,1 0 0,-1 1 0,1-1 0,-1 0 0,0 0 0,1 1 0,-1-1 0,1 0 0,-1 0 0,1 0 1,-1 1-1,1-1 0,-1 0 0,0 0 0,1 0 0,-1 0 0,1 0 0,-1 0 0,1 0 0,-1 0 0,1 0 0,-1 0 0,1 0 0,-1-1 0,1 1 1,-1 0-1,1 0 0,-1 0 0,1-1 0,-1 1 0,0 0 0,1 0 0,-1-1 0,0 1 0,1 0 0,-1-1 13,23-15 231,-21 9-184,1 1 0,-1-1 1,0-1-1,-1 1 1,1 0-1,-1 0 1,-1-1-1,0 1 0,0-6-47,0 12 126,0 1 61,0 0-83,0 0-139,-17 10 1606,-26-7 358,42-3-1886,1 0-30,0 0-48,0 0-13,0 0-37,0 0 16,0 0-75,0 0 0,0 0-19,0 0 8,0 0-50,0 0-142,0 0-72,0 0-216,0 27-6095,0 35-218,0-20 2244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3:44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40 1297,'0'0'949,"0"0"-34,0 0 299,0 0 160,0 0-256,0 0-179,-13-7 9209,8 5-12023,3 2 1272,0-1-1,1 1 1,-1 0 0,0-1-1,0 1 1,0-1-1,0 0 1,0 0-1,1 1 1,-1-1-1,0 0 1,1-1 0,-1 1-1,1 0 1,-1 0-1,0-1 604,-14-15-6024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22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53 3169,'0'0'814,"0"0"157,0 0 179,0 0-61,0 0-265,0 0-125,0 0 13,0 0-2,0 0-64,0 0-67,0 0 88,-10-9 7078,0-4-9330,6 0-1998,-16-4-1964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24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62 177 1473,'0'0'365,"0"0"372,0 0 500,0 0-193,0 0-364,0 0-59,0 0 108,0 0 45,0 0 55,0 0 86,0 0 0,0 0 24,0 0 33,0 0 196,0 0-149,0 0-152,-4 7 747,1 112-884,3-81-787,21-40-111,-17-2 210,0 0 0,-1-1 0,0 1 1,1-1-1,-1 0 0,-1 0 0,1 0 0,-1 0 1,0 0-1,0-1 0,0 1 0,-1-3-42,13-67 345,-13 65-179,0 4 52,0 0 0,-1 0 0,0 0 0,0 1-1,0-1 1,-1 0 0,0-5-218,-1 11 67,0-1 0,0 1 0,0-1-1,1 1 1,-1 0 0,0 0 0,0 0 0,0 0 0,0 0-1,0 1 1,1-1 0,-1 0 0,0 1 0,0 0 0,0-1-1,1 1 1,-1 0 0,0 0 0,1 0 0,-1 0-67,-5 6 4,0-1 1,1 1 0,0 1-1,0-1 1,1 1-1,0 0 1,0 0 0,1 0-1,0 1 1,1 0 0,0 0-1,0 0 1,0 0-1,1 0 1,1 3-5,1-12-37,0 0 36,1 0 0,0 1 0,-1-1 0,1 0 0,0 0-1,0 0 1,-1 0 0,1 0 0,0 0 0,0 0 0,-1 0 0,1-1 0,0 1 0,0 0 0,-1 0 0,1 0 0,0-1 0,-1 1 0,1 0 0,0-1 0,-1 1 0,1-1 0,-1 1 0,1-1-1,-1 1 1,1-1 0,-1 1 0,1-1 0,-1 0 0,1 1 0,-1-1 0,0 1 0,1-1 0,-1 0 0,0 0 1,9-5 151,-5 33-442,-4-26 284,1-1 0,-1 1 1,0-1-1,0 1 0,0-1 1,1 1-1,-1-1 1,0 1-1,0-1 0,1 0 1,-1 1-1,1-1 0,-1 1 1,0-1-1,1 0 1,-1 1-1,1-1 0,-1 0 1,0 0-1,1 1 0,-1-1 1,1 0-1,-1 0 1,1 0-1,-1 1 0,1-1 1,0 0-1,-1 0 0,1 0 1,-1 0-1,1 0 1,-1 0-1,1 0 0,-1 0 1,1 0-1,-1 0 0,1 0 1,-1-1-1,1 1 1,-1 0-1,1 0 0,-1-1 1,1 1-1,-1 0 0,1 0 1,-1-1-1,0 1 1,1 0-1,-1-1 0,1 1 1,-1-1-1,0 1 0,1 0 1,-1-1-1,0 0 7,3-2 4,-1 0 0,1-1 0,-1 0 0,0 1 0,-1-1 1,1 0-1,-1 0 0,1 0 0,-1 0 0,0 0 0,-1 0 0,1 0 0,-1-4-4,3-59 221,-3 60-169,-6-15 517,6 22-555,-1 0 0,1-1 0,-1 1 0,1-1 0,-1 1 0,1 0 0,-1 0 1,0-1-1,1 1 0,-1 0 0,1 0 0,-1 0 0,0-1 0,1 1 0,-1 0 0,0 0 0,1 0 1,-1 0-1,0 0 0,1 0 0,-1 1 0,0-1 0,1 0 0,-1 0 0,1 0 0,-1 0 0,0 1 1,1-1-1,-1 0 0,1 1 0,-1-1 0,1 0 0,-1 1 0,0 0-14,0 0 3,0 1 0,0-1 0,0 1 0,0-1 0,0 1 0,1 0-1,-1 0 1,0 0 0,1-1 0,-1 1 0,1 0 0,0 0 0,-1 0 0,1 0 0,0 0 0,0 0-3,0 38-137,0-34 75,0-5 52,0 0 1,1-1-1,-1 1 1,1-1-1,-1 1 1,1-1-1,-1 1 0,1-1 1,-1 1-1,1-1 1,-1 0-1,1 1 0,-1-1 1,1 0-1,0 1 1,-1-1-1,1 0 1,0 0-1,-1 1 0,1-1 1,0 0-1,-1 0 1,1 0-1,0 0 0,-1 0 1,1 0-1,0 0 1,-1 0-1,1 0 10,27-1-12,-22 1 9,-3 0 13,1 1 1,0-1 0,-1-1-1,1 1 1,0 0 0,-1-1-1,1 0 1,0 0 0,-1 0-1,1 0 1,-1-1 0,0 1-1,1-1 1,-1 0 0,0 0-1,0 0 1,0 0 0,0-1-1,1 0-10,-1-1 72,-1-1 0,0 1 0,0 0 0,0-1 0,0 1-1,0-1 1,-1 1 0,0-1 0,0 0 0,0 0 0,-1 1-1,0-1 1,0 0 0,0-4-72,-3 8 99,0 0 0,-1 0 0,1 0 0,0 1 0,-1 0 0,1-1 0,0 1 1,0 1-1,-1-1 0,1 0 0,0 1 0,-1-1 0,1 1 0,0 0 0,0 0 0,-2 1-99,8-87 4951,-8 71-4817,1 14-209,2 12-72,2-13-1764,-3-2 812,0 0 1,-1 0 0,1 0-1,-1 0 1,0 0 0,0 1 0,0-1-1,0 1 1,-1 0 0,1 0-1,0 1 1,-1-1 0,1 1 0,-5 0 1098,-62-2-9749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27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1 912,'0'0'867,"0"0"-250,0 0 418,0 0 155,0 0-224,0 0-145,0 0 108,0 0-41,0 0-152,0 0-39,0 0 15,0 0-42,0 0-131,0 0-8,0 0-174,0 0 38,0 0-56,0 0-11,0 0-125,0 0-81,0 0 76,-8 7 6767,0-5-9675,-10-1-1924,1 1-2284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32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25 2065,'0'0'1262,"0"0"-366,0 0 51,0 0 123,0 0-152,0 0-171,0 0 144,0 0 85,0 0-18,0 0-192,0 0 34,0 0-159,0 0-111,0 0-65,0 0-60,0 0-77,0 0-162,0 0 23,0 0-71,0 0 18,0 0 13,0 0-16,0 0 52,0 0 52,0 0 27,0 0-179,0 0 1,0 0-22,0 0 5,0 0-29,0 0-48,0 0 43,0 0 66,0 0 11,0 0-64,0 0-48,0 0 40,0 0-50,0 0 42,0 0 21,0 0 19,0 0-13,0 0-27,0 0 21,0 0-18,0 0-46,0 0 41,0 0-65,0 0 78,0 0-43,0 0 37,0 0 59,0 0-40,0 0-11,0 0-74,0 0 42,0 0-50,0 0 74,0 0-61,0 0 32,0 0 32,0 0-8,0 0-13,0 0-8,0 0-17,0 0 6,0 0-13,0 0 50,0 0-77,0 0 99,0 0-22,0 0 1,0 0-22,0 0-6,0 0 44,0 0-108,0 0 44,0 0 4,0 0 36,0 0 74,0 0-11,0 0-50,0 0-64,0 0-9,0 0 52,0 0-22,0 0 29,0 0 67,0 0-35,0 0-29,0 0-45,0 0 40,0 0-41,0 0 54,0 0 35,0 0-24,0 0 61,0 0-24,0 0-11,-10-9-277,10 2-2625,0-1-2436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4:06:42.4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0,'7'0,"1"0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5-27T14:06:44.4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35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449 81 4002,'0'0'1403,"0"0"-306,0 0 333,0 0 186,0 0-316,0 0-337,0 0-5,0 0 10,0 0-189,0 0-117,2-25-217,2 20-450,1 0 0,0 1 0,1 0 0,-1 0-1,1 0 1,0 0 0,0 1 0,0 0 0,0 0 0,0 1 0,1 0-1,0 0 1,-1 0 0,1 1 0,2 0 5,19-2-36,-1 1 0,1 1 1,6 2 35,-3-1-11,-30 0 1,1 0 0,0-1 0,-1 1 0,1 0 0,0 1 0,0-1 0,-1 0 0,1 0 0,0 1-1,-1-1 1,1 1 0,-1-1 0,1 1 0,-1 0 0,1-1 0,-1 1 0,1 0 0,-1 0 0,1 0-1,-1 0 1,0 1 0,0-1 0,1 0 0,-1 0 0,0 1 0,0-1 0,-1 1 0,1-1 0,0 1-1,0-1 1,-1 1 0,1-1 0,-1 1 0,1 0 0,-1-1 0,1 1 0,-1 0 0,0-1 0,0 1-1,0 0 1,0 0 10,-1 3-15,0 0-1,0 0 0,0 0 0,0-1 0,-1 1 1,0 0-1,0-1 0,0 1 0,0-1 1,-1 0-1,0 0 0,0 0 0,0 0 0,-2 2 16,-17 15 13,-1-1-1,0-1 0,-1-1 0,-1-1 0,-1-2 0,0 0 1,-1-2-1,-1 0 0,-1-2-12,24-9 26,0 0 0,-1 0 0,1-1 0,-1 0 0,0 0 0,1 0 0,-1-1 0,0 0 0,0 0 0,1 0 1,-1-1-1,0 0 0,0 0-26,5 0 25,1-1 0,-1 1-1,0 0 1,1-1 0,-1 1 0,1-1 0,-1 0 0,1 1 0,0-1 0,0 1 0,-1-1 0,1 1 0,0-1 0,1 0 0,-1 1 0,0-1 0,0 1 0,1-2-25,-1-3 74,0-4-17,0-1 0,0 1 0,1-1 0,1 0 0,0 1 0,3-11-57,-4 19 11,0-1 1,0 1 0,0 0-1,1-1 1,-1 1-1,1 0 1,-1 0-1,1 0 1,0 0 0,0 0-1,0 0 1,0 0-1,0 1 1,0-1-1,1 1 1,-1-1-1,0 1 1,1 0 0,-1 0-1,1 0 1,0 0-1,-1 1 1,1-1-1,-1 1 1,1-1 0,0 1-1,0 0 1,-1 0-1,2 0-11,4 0 26,0 0-1,-1 0 1,1 0-1,0 1 1,-1 1-1,1-1 1,-1 1-1,5 2-25,-10-3-6,1 0 0,-1 1 0,0-1-1,0 1 1,-1 0 0,1-1 0,0 1 0,0 0-1,-1 0 1,1 0 0,-1 1 0,0-1 0,0 0-1,1 0 1,-1 1 0,-1-1 0,1 1 0,0-1-1,-1 1 1,1-1 0,-1 1 0,0-1-1,0 1 1,0-1 0,0 1 0,0 2 6,0-1-22,0-1 1,0 1-1,0-1 0,-1 1 1,1 0-1,-1-1 1,0 1-1,0-1 0,0 1 1,0-1-1,-1 0 1,1 0-1,-1 1 1,-1 1 21,-1-1-4,0-1 1,0 0 0,0 1 0,0-1 0,0 0 0,-1-1 0,1 1 0,-1-1 0,1 0-1,-1 0 4,-5 2 53,0-1-1,0 1 1,0-2-1,0 0 1,0 0-1,-1-1 1,1 0-1,-1 0 1,-3-2-53,14 1 10,-1 0 1,1 0 0,-1 0 0,1 0 0,-1 0 0,0 0 0,1 0-1,-1 0 1,1-1 0,-1 1 0,1 0 0,-1 0 0,1-1 0,-1 1-1,1 0 1,-1-1 0,1 1 0,0-1 0,-1 1 0,1 0 0,0-1-1,-1 1 1,1-1 0,0 1 0,-1-1 0,1 1 0,0-1 0,0 1-1,-1-1 1,1 0 0,0 1 0,0-1 0,0 0-11,-1-22 332,2 14-137,33 4 88,9 2-101,-42 3-134,-1 0 0,0 0 104,0 0 213,0 0 14,0 0 8,0 0-118,0 0-50,0 0-21,0 0 12,0 0-92,0 0 26,0 0-43,0 0 129,0 0-52,0 0-172,0 0-196,-17-5-1317,-35-2-2957,-1 2-1,-32 2 4465,-21-2-3904,-29-6-383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41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1870 8036,'0'0'1809,"0"0"-318,0 0-496,0 0-43,19-33-487,229-373-4,60-36 1871,34-4-2332,-328 429 91,108-141 2681,97-167-2772,-215 318 63,-4 5-53,1 0 1,0 0-1,0 0 1,0 0-1,1 0 1,-1 0-1,0 0 1,1 0-1,-1 1 1,1-1-1,0 0 0,-1 1 1,1-1-1,0 1 1,0 0-1,0 0 1,0-1-1,0 1 1,0 1-1,0-1 1,1 0-1,-1 0 1,2 1-11,-4 0-502,0 0-410,0 0-620,-20 17-4150,-14 11 1565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2:41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7251,'0'0'1244,"0"0"-484,0 0-109,0 0 240,0 0 213,24 36 412,169 242 557,-101-123-822,-6 4 0,39 108-1251,-11-23 552,-19-54 1037,17 9-1589,-66-126 437,3-2 0,3-2 1,3-2-1,8 3-437,-57-63 38,-5-5-7,1 0 0,-1 0 1,1-1-1,0 1 0,0 0 1,0 0-1,0-1 0,0 1 1,0-1-1,0 0 0,1 0 1,-1 0-1,0 0 0,1 0 1,-1 0-1,0 0 0,1-1 1,-1 0-1,1 1 0,0-1-31,-3 0-1075,-4-7-6267,-16-1-1505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7:37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2907 186 6499,'0'0'875,"0"0"-115,0 0 500,-34-12-284,-182-70-245,153 62-445,0 2 1,-1 4-1,-1 2 0,0 4 0,-1 2-286,-329-5 251,347 11-220,-18 0-28,-37-2 299,1 4-1,0 5 0,0 5 0,-21 7-301,26 4 113,1 3 0,1 5 0,1 4 0,3 4 0,0 4 0,-21 17-113,70-35 111,2 2-1,0 1 1,2 3 0,1 1-1,2 1 1,1 2-1,2 2 1,1 0 0,2 3-1,2 0 1,1 1-1,3 2 1,-17 39-111,24-37 81,1 0-1,3 2 1,1-1 0,3 1-1,-2 31-80,5-2 67,3-1-1,3 0 1,6 17-67,-1-42 30,3 0-1,1-1 1,3 0-1,2-1 1,2 0 0,3-1-1,1-2 1,16 25-30,-6-17 32,2-2 0,3-1 0,1-2 0,3-1 0,2-2 1,43 35-33,-51-52 3,2-2 0,1-1 0,0-2 1,2-2-1,1-1 0,0-2 0,1-2 1,1-2-1,1-2 0,27 5-3,16-3 23,1-3 1,0-4-1,0-4 0,82-8-23,-84-2 46,0-4 1,-1-4-1,-1-3 1,0-4-1,20-11-46,38-19 95,-2-7-1,73-44-94,-154 72 54,-1-3-1,-2-2 1,-1-2-1,-2-3 1,39-40-54,-60 49 74,-1-1 0,-2-1 0,-1-2 0,-2 0 0,-2-2 0,-1 0 0,-2-2 0,-2 0 0,0-5-74,0-8 42,-3-1-1,-2-1 0,-2 0 1,-3-1-1,-2 0 0,-3 0 1,-2-1-1,-6-50-41,3 81-24,-2 1 0,-1 0 0,-1 1 0,-1-1 0,-2 1 1,0 0-1,-1 1 0,-1 0 0,-6-8 24,-2 3-17,0 0 0,-2 0 0,-1 2 1,-1 1-1,-1 1 0,-19-15 17,-4 3 23,-1 2-1,-2 2 1,-1 3-1,-1 1 1,-1 3-1,-1 2 0,-2 3 1,-3 1-23,-31-6 70,-2 5 0,0 3 0,-40 0-70,-43 4-79,-67 7 79,182 6-282,-1 3 1,1 3 0,0 2 0,1 2 0,-34 12 281,-96 40-2911,11 8-2017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29 4018,'0'0'1998,"0"0"-741,0 0-220,0 0 81,0 0-597,0 0-172,-3 16 323,-22 125 4189,19-113-3995,1-10-489,1 1-1,0-1 1,2 1-1,0 3-376,1-19 300,-2-7-8,-2-11-28,1-23-66,2 1 1,2-1-1,2 0 0,3-14-198,-5 48 11,1 0 0,0-1-1,0 1 1,1 0 0,-1 0 0,1 0 0,0 1 0,0-1 0,0 0 0,1 1-1,-1-1 1,1 1 0,0 0 0,0-1 0,0 2 0,0-1 0,0 0 0,1 0 0,-1 1-1,1 0 1,0 0 0,0 0 0,3-1-11,4 0-56,0 0 0,0 1 0,0 0 0,0 1 0,1 1 0,-1-1 0,0 2 0,8 0 56,-15 0-16,-1 0 0,1 0-1,-1 1 1,1-1 0,-1 1 0,0 0-1,0 0 1,0 0 0,0 0-1,0 0 1,0 1 0,0-1-1,-1 1 1,1 0 0,-1-1 0,0 1-1,1 1 1,-2-1 0,1 0-1,0 0 1,0 2 16,3 5-61,-1-1 0,0 1-1,-1 0 1,1 0 0,-2 1 0,0-1-1,0 3 62,0 4-27,0 0 0,-1 0 0,-1 0-1,-1 1 1,-1-1 0,0 0 0,-1 0 0,-1-1-1,0 1 1,-1-1 0,-1 1 0,-1-2 0,0 1-1,-1-1 1,-7 10 27,-8 7 12,-2-1 0,-1-1 1,-1-2-1,-8 6-12,1-1 194,2 0 1,-18 27-195,50-60 4,0 0 0,-1 1 1,1-1-1,0 0 1,0 0-1,0 1 0,-1-1 1,1 0-1,0 1 1,0-1-1,0 0 1,0 0-1,0 1 0,0-1 1,0 0-1,-1 1 1,1-1-1,0 0 0,0 1 1,0-1-1,0 0 1,1 1-1,-1-1 0,0 0 1,0 1-1,0-1 1,0 0-1,0 1 0,0-1 1,0 0-1,0 0 1,1 1-1,-1-1 0,0 0 1,0 0-1,0 1 1,1-1-5,14 6 131,23-4 153,-36-2-233,296 0 747,-296 0-770,0 0 0,0 0-1,0 0 1,1 0 0,-1 0 0,0 0 0,0-1-1,0 1 1,0-1 0,1 0 0,-1 1 0,0-1-1,0 0 1,0 0 0,0 0 0,-1 0 0,1-1-1,0 1 1,0-1 0,-1 1 0,2-2-28,5-17-3060,-7-8-5808,-1 10 656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3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6723,'0'0'1569,"0"0"128,0 0-17,0 0-879,0 0 95,0 0-224,0 116 113,0-82-481,0-1 160,0-2-160,0-7-304,0-2 0,0-10-368,0-3-1025,0-3-1392,11-6-2449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4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197 217 6515,'0'0'795,"0"0"734,0 0 306,0 0-322,-3-26-529,2-6-701,0 12 68,-1 1 0,0-1 0,-1 1-1,-5-15-350,-9-12 3800,17 46-3360,0 0-123,0 0-21,0 0-154,0 0-49,0 0-66,0 11-17,0 601 930,-32-612-1031,-95 3 504,126-3-335,1 0 98,49 3 952,200-6-978,-248 3-169,-1 0 22,0 0-62,0-1-109,-1 0 0,1 1 1,-1-1-1,1 0 0,-1 1 0,1-1 0,-1 1 1,1-1-1,-1 1 0,0-1 0,1 1 0,-1-1 1,0 1-1,1-1 0,-1 1 0,0 0 0,1 0 1,-1-1-1,0 1 0,0 0 0,0 0 0,1 0 1,-1 0-1,0 0 0,0 0 0,0 0 0,1 0 1,-1 0-1,0 0 168,-34 0-4951,26 1 2597,-19-1-3854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4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0 320,'0'0'2142,"0"0"-1061,0 0-371,0 0-110,0 0-229,-1 5 4779,-1 25-3732,3 36-120,1-34-1246,-2 0 0,-1 1-1,-1-1 1,-1 0-1,-2 0 1,-2 0-1,-6 17-51,-3 2-1454,6-16-2916,6-22 441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7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 3057,'0'0'1516,"0"0"-489,0 0-171,0 0 1,0 0-284,-1 19-154,-2 311 4605,2-2-4002,-36 257-1022,-26 41 520,53-519-323,-8 226 607,14 43-804,2-28 517,0 281 497,3-329-2588,-1-300-235,1-16-3835,-2 5 3978,1-26-3699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48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0 196 4402,'0'0'2289,"0"0"-976,0 0-372,0 0 484,0 0-427,1 5-446,0-3-501,1 1 0,-1-1-1,0 0 1,1 0 0,0 0-1,-1 0 1,1-1 0,0 1 0,0 0-1,0-1 1,0 1 0,0-1-1,0 0 1,1 0 0,-1 1 0,0-1-1,1-1 1,-1 1 0,1 0-1,-1-1 1,1 1 0,-1-1-1,1 0 1,-1 0 0,1 0 0,0 0-51,93 1 767,-61-2-550,247 1 225,966-21 457,343-22 1012,852 52-567,-2202 1-1152,223 40-192,-416-44 6,-15-1 249,8 1-1291,-70-14-232,-107-26-133,-10-10 1401,-78-20 16,195 58 46,19 4 42,0 1 0,0-2 0,0 1 0,1-2 0,-1 1 0,0-1 0,1 0 0,0-1 0,-5-4-104,13 9 307,1 0-94,0 0-5,0 0 27,69 4 217,-1 3-1,0 3 1,66 19-452,55 9 403,-93-27-357,0-4-1,19-3-45,-134-5-65,1-1 0,-1 0 1,1-2-1,-1 0 0,1-1 0,-14-6 65,-29-13-70,-19-13 70,27 12 29,-40-13-29,82 34 74,-1 0-1,1 1 0,-1 1 1,0-1-1,0 2 1,-4-1-74,26 24 88,-3-14-39,1 0 0,-1-1 0,2-1 0,-1 1 0,1-1 0,0 0 0,0-1 1,1 0-1,-1-1 0,11 3-49,8 3 106,0-1 1,1-2 0,12 1-107,-9-2-8,1-2 0,23-1 8,-56-3-21,1 1 0,0-1 1,0 1-1,-1-1 1,1 1-1,-1-1 1,1 1-1,0 0 0,-1-1 1,1 1-1,-1 0 1,0-1-1,1 1 0,-1 0 1,1 0-1,-1-1 1,0 1-1,0 0 1,1 0-1,-1 0 0,0-1 1,0 1-1,0 0 1,0 0-1,0 0 1,0 0-1,0-1 0,0 1 1,0 0-1,0 0 1,-1 0-1,1 0 0,0-1 1,-1 1-1,1 0 1,0 0-1,-1-1 1,1 1-1,-1 0 0,1-1 1,-1 1-1,0 0 21,-6 6-12,0 1 0,-1-2 0,0 1 0,0-1 0,0 0 1,-1-1-1,0 0 0,0 0 12,-17 10 42,-70 41 950,-101 42-992,188-95 277,7-4-4363,2-12-1325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50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76 192,'0'0'6363,"0"0"-4632,0 0-1328,-5 33 54,-4 25-261,-25 150 421,28-185-55,0-1 0,-1 0 0,-2-1-1,0 0 1,-1 0 0,-1-1 0,-11 16-562,22-36 11,0 0-1,0 1 1,0-1 0,0 0 0,0 0 0,-1 0 0,1 0 0,0 0 0,0 0 0,0 1 0,0-1-1,0 0 1,0 0 0,0 0 0,0 0 0,-1 0 0,1 0 0,0 0 0,0 0 0,0 0 0,0 0-1,0 0 1,0 1 0,-1-1 0,1 0 0,0 0 0,0 0 0,0 0 0,0 0 0,0 0-1,-1 0 1,1 0 0,0 0 0,0 0 0,0 0 0,0 0 0,0 0 0,0-1 0,-1 1 0,1 0-1,0 0 1,0 0 0,0 0 0,0 0 0,0 0 0,0 0 0,-1 0 0,1 0 0,0 0-1,0 0 1,0-1 0,0 1 0,0 0 0,0 0 0,0 0 0,0 0 0,0 0 0,0 0 0,0-1-1,0 1 1,-1 0 0,1 0 0,0 0 0,0 0 0,0 0 0,0-1 0,0 1 0,0 0-11,-3-20 163,2-33-296,1 47 186,1-27 1,1 0 0,1 0 1,2 1-1,4-11-54,-5 24 187,2 0 0,0 1 0,1-1 0,1 2 0,0-1 0,2 1 0,0 0 0,2 0-187,-12 17 5,0 0 1,0 0 0,0 0-1,0 1 1,0-1 0,0 0-1,0 0 1,0 0-1,0 0 1,0 1 0,0-1-1,0 0 1,0 0 0,0 0-1,0 0 1,0 1 0,0-1-1,0 0 1,1 0-1,-1 0 1,0 0 0,0 0-1,0 0 1,0 1 0,0-1-1,1 0 1,-1 0-1,0 0 1,0 0 0,0 0-1,0 0 1,1 0 0,-1 0-1,0 0 1,0 0-1,0 0 1,0 0 0,1 0-1,-1 0 1,0 0 0,0 0-1,0 0 1,1 0-1,-1 0 1,0 0 0,0 0-1,0 0 1,0 0 0,1 0-1,-1 0 1,0 0-1,0 0 1,0 0 0,0-1-1,0 1 1,1 0 0,-1 0-1,0 0 1,0 0-1,0 0 1,0 0 0,0-1-6,1 22-29,-1-16 77,0 8 32,0 0 0,-1 0 0,0-1 0,0 1 0,-2 0 0,0 0 0,0-1 0,-1 1 0,0-1 0,-4 5-80,-113 216 710,121-233-710,0 0-1,0 0 1,0 0-1,0 0 1,0 0-1,0 0 1,0-1-1,0 1 1,-1 0-1,1 0 1,0 0-1,0 0 1,0 0-1,0 0 1,0 0 0,0 0-1,0 0 1,-1 0-1,1 0 1,0 0-1,0 0 1,0 0-1,0 0 1,0 0-1,0 0 1,0 0-1,0 0 1,-1 0-1,1 0 1,0 1 0,0-1-1,0 0 1,0 0-1,0 0 1,0 0-1,0 0 1,0 0-1,0 0 1,0 0-1,0 0 1,-1 0-1,1 0 1,0 0-1,0 1 1,0-1-1,0 0 1,0 0 0,0 0-1,0 0 1,0 0-1,0 0 1,0-18 8,6-29 43,5 9-21,2 0 0,2 1 0,1 0 0,2 2 0,1-1 0,2 2 0,19-22-30,-25 40 5,-15 16-4,0 0 1,0-1-1,0 1 0,0 0 1,0-1-1,0 1 0,1 0 1,-1-1-1,0 1 0,0 0 1,0 0-1,1-1 0,-1 1 1,0 0-1,0 0 0,1-1 1,-1 1-1,0 0 0,1 0 1,-1 0-1,0-1 0,1 1 0,-1 0 1,0 0-1,1 0 0,-1 0 1,0 0-1,1 0 0,-1 0 1,0 0-1,1 0 0,-1 0 1,0 0-1,1 0 0,-1 0 1,0 0-1,1 0 0,-1 0 1,0 0-1,1 0 0,-1 1 1,0-1-1,1 0 0,-1 0 1,0 0-2,0 16 42,-1-1 0,-1 0 1,-1 0-1,0 0 1,-1-1-1,0 1 0,-7 12-42,-9 17 153,-22 36-153,19-41 30,3 1 0,-9 26-30,28-63-5,3-15 6,0 1 0,0 0 0,1 0 0,0 0 0,1 0 0,1 0 0,-1 1 0,5-8-1,9-20 37,21-73 280,11-58-317,-24 76 78,-24 88-120,11-30 180,-13 35-134,0 0-1,0 0 1,0-1 0,0 1 0,0 0-1,0 0 1,0 0 0,0 0-1,0 0 1,1 0 0,-1 0 0,0 0-1,0 0 1,0 0 0,0 0-1,0 0 1,0-1 0,0 1 0,1 0-1,-1 0 1,0 0 0,0 0 0,0 0-1,0 0 1,0 0 0,0 0-1,1 0 1,-1 0 0,0 0 0,0 0-1,0 0 1,0 1 0,0-1-1,0 0 1,0 0 0,1 0 0,-1 0-1,0 0 1,0 0 0,0 0-1,0 0 1,0 0 0,0 0 0,0 0-1,0 0 1,1 1 0,-1-1-1,0 0 1,0 0 0,0 0 0,0 0-1,0 0 1,0 0 0,0 0-1,0 1 1,0-1 0,0 0 0,0 0-4,5 20 96,1 5-111,0-1 1,2 0-1,1-1 0,0 0 1,2 0-1,1-1 0,0-1 1,2 0-1,0 0 0,8 7 15,-20-27-22,-1 1-1,0-1 0,0 1 0,0 0 0,1-1 0,-1 1 0,-1 0 1,1 0-1,0 0 0,0 0 0,-1 0 0,1 0 0,-1 0 0,0 0 1,1 0 22,-2-1-14,1 0 0,0 0 0,0 0 0,0 0 0,-1 0 0,1 0 0,0 0 1,-1 0-1,1 0 0,-1 0 0,1 0 0,-1-1 0,0 1 0,1 0 1,-1 0-1,0-1 0,0 1 0,1 0 0,-1-1 0,0 1 0,0 0 14,-6 2-29,0 0-1,-1 0 0,1-1 0,0 0 0,-1 0 0,1-1 0,-3 0 30,-15 4 155,17-3-121,-9 2 212,1 1-1,-1 0 1,1 1-1,0 1 1,-5 3-246,19-9-3104,6-1 1964,2 0-787,12 0-4743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53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2885 2305,'0'0'1113,"0"0"-177,0 0 86,0 0-200,0 0-230,0 0-53,0 0-40,0 0 104,8-1 7944,25-2-8026,16 4-264,-6 0 365,0-1 0,0-2 0,0-2 0,-1-2 0,39-11-622,-60 13 99,0 1 1,0 0 0,1 2 0,-1 0 0,1 2 0,2 0-100,7 0 134,-1-1 0,17-3-134,3-1 43,0 3 1,18 2-44,-5 0 19,-35-4-92,1 0-1,-1-2 1,0-1-1,-1-1 1,1-1-1,3-4 74,26-6-63,-40 12 8,-1-1 1,1-1-1,-1 0 0,0-2 55,51-24-157,-53 27 110,-1-1 0,0-1-1,0 0 1,-1-1 0,-1 0 0,1-1 0,-1 0-1,2-4 48,31-29-129,-24 24 172,-1 0-1,0-1 1,-2-1 0,0-1-1,-1-1 1,-2 0 0,0 0 0,-2-2-1,-1 0 1,0 0 0,-2-1-1,-2 0 1,0 0 0,-2-1-1,0 0 1,-1-22-43,20-350 816,-2 192-722,-9 112 26,-1-96-120,-10 134-94,8-37 94,-4 37 128,0-39-128,3-270-77,-8 362 72,2-43 19,2 0 0,3 0 0,7-23-14,-9 42 12,-1 0-1,-1-1 1,-1-3-12,9-62 43,2 48 24,-10 37-51,-1 1 0,0-1 0,-1 0 0,0 0 0,-1 0 0,1-3-16,-2 12-6,-1 6-4478,-2 12-892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54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0 4130,'0'0'3647,"0"0"-1732,0 0-575,0 0 100,0 0-471,0 0-494,0 0-24,0 0 7,0 0 79,-14 1 882,2 2-1237,0 2-1,1-1 1,-1 1 0,1 1 0,1 0-1,-1 1 1,1 0 0,0 0 0,1 1-1,-9 8-181,10-9 115,2-3-97,0 1 1,0 0 0,0 0-1,1 1 1,0 0 0,0 0-1,0 0 1,1 0 0,0 1-1,0-1 1,1 1 0,0 0-1,0 0 1,0 1 0,1-1-1,0 0 1,1 1 0,-1 0-1,1 7-18,1-14 2,0 0 0,0 0 0,0 0 0,1 0 0,-1 1 0,1-1 0,-1 0-1,0 0 1,1 0 0,0 0 0,-1 0 0,1 0 0,0-1 0,-1 1 0,1 0 0,0 0-1,0 0 1,0 0 0,-1-1 0,1 1 0,0-1 0,0 1 0,0 0 0,1-1-2,29 12 41,-22-10-40,167 52-275,-174-53 262,0 0 0,0-1 0,0 1 0,-1 0 0,1 0 0,0 0 1,0 0-1,-1 0 0,1 0 0,0 1 0,-1-1 0,1 1 0,-1-1 1,0 1-1,1-1 0,-1 1 0,0 0 0,0-1 0,0 1 0,0 0 1,0 0-1,-1 0 0,1 0 0,-1 0 0,1 0 0,-1 0 0,0 0 1,1 0-1,-1 0 0,0 0 0,0 0 0,0 0 0,-1 0 0,1 0 1,-1 0-1,1 0 0,-1 0 0,1 0 0,-1 0 0,0 0 0,0 0 12,-3 5-10,1 0-1,-1 0 0,-1-1 0,1 1 0,-1-1 0,-1 0 0,1 0 0,-1-1 0,-4 4 11,-7 5-10,0-1 0,-1 0-1,0-2 1,0 0 0,-2-1-1,1-1 1,-1 0 0,-12 2 10,43-17 12,-1 1 0,0-1 0,0-1 1,-1 0-1,0-1 0,0 1 0,1-4-12,21-14-21,4-5-16,-20 17 62,0 0 0,1 1 0,1 0 0,0 1 0,5-1-25,-18 11 53,-3 1 8,1 23-66,-2-17 36,0 0 1,1-1 0,0 1-1,0-1 1,0 1 0,1-1-1,0 0 1,0 1 0,0-1-32,0-3 15,0 0 1,-1 1 0,1-1-1,0 0 1,1 0 0,-1-1-1,0 1 1,1 0 0,-1-1-1,1 0 1,-1 1 0,1-1-1,-1 0 1,1 0 0,0 0-1,0-1 1,0 1 0,-1-1-1,1 1 1,0-1 0,0 0-16,-3 0-1,16 2 57,-1-1 0,1 0 0,0-1 0,-1 0 1,3-2-57,-15 2-61,-1 0 1,1 0 0,0-1-1,0 0 1,0 0 0,-1 1-1,1-1 1,0-1 0,-1 1-1,1 0 1,0-1-1,-1 1 1,0-1 0,1 0-1,-1 0 1,0 0 0,0 0-1,0 0 1,0 0 0,-1-1-1,1 1 1,0-1 0,-1 1-1,0-1 1,0 1 0,1-1-1,-2 0 1,1 0 0,0-2 60,3-62-5411,-4 25 502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8:55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8772,'0'0'1393,"0"0"15,0 0 225,0 0-1345,0 0-288,0 0-2689,0 3-2706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3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3111 368,'0'0'3308,"0"0"-1728,0 0-630,0 0-246,0 0-291,0 0-231,6-4-108,2-2 229,10-6-478,-2 3 7974,-11 8-7557,1 0 0,-1 0-1,1 1 1,0-1 0,0 1 0,-1 1 0,1-1 0,5 2-242,11-1 228,62 0 740,2 0-266,1-3 0,53-10-702,-41 2 91,0 5 1,33 5-92,-96 0 4,151 2 45,22 0 126,44-12-175,-84 4 514,-91 6-54,59-10-460,-95 2 167,-1-3 0,0-1 0,0-1 0,-2-3 0,14-7-167,50-19 317,-46 18-278,0-3 1,-1-2-1,-2-2 0,-2-3 0,0-2 0,3-6-39,-1-1 169,-3-2 0,-1-3-1,-3-1 1,25-35-169,-50 50 15,-1-1 0,-1-1 0,1-10-15,10-16-16,-4 5 17,-3 0 0,1-15-1,-1 6-130,17-30 130,38-85-43,4-37 43,-75 197 19,2-15-24,0 0-1,-2-1 0,1-26 6,7-33-25,67-405 31,-67 391-18,-6-20 43,-7 67 173,3-30-347,0-10 582,9-37-439,-14 134-43,-1 5 46,-1 1 1,1-1-1,0 1 1,0-1-1,0 0 0,0 1 1,0-1-1,0 1 1,0-1-1,0 0 1,0 1-1,0-1 1,0 1-1,0-1 1,0 1-1,1-1 1,-1 0-1,0 1 0,0-1 1,1 1-1,-1-1 1,0 1-1,1-1 1,-1 1-1,1-1 1,-1 1-1,0 0 1,1-1-1,-1 1 1,1 0-1,-1-1 0,1 1 1,-1 0-1,1-1 1,-1 1-1,1 0 1,0 0-1,0-1-3,-1 1-637,0 0-791,0 0-818,-1 3-1673,-10 8-2559,-11 9-2638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5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459 11 3490,'0'0'1552,"0"0"174,0 0 113,0 0-463,0 0-533,0 0-221,0 0-62,0 0-29,0 0-288,0 0 130,0 0 68,0 0 79,0 0-32,0 0-149,0 0-11,0 0-227,0 0-37,0 0 24,0 0-8,0 0 11,0 0 91,0 0 47,0 0 131,0 0-29,0 0-160,0 0-6,0 0-61,0 0 56,0 0-96,0 0 6,0 0-20,0 0 78,0 0 27,-27-6 11,11 4-188,0 0 0,0 2 0,0 0 0,0 0-1,-13 3 23,20-1-10,0 0 0,0 1 0,0 0 0,0 0 0,0 1 0,1 0 0,-1 1 0,1-1 0,0 2 0,-3 3 10,-10 7 32,2 1 1,0 1-1,1 1 1,1 1-1,0 0 1,2 2 0,0-1-1,2 2 1,1 0-1,-3 7-32,7-11 32,0 0 0,2 1 0,0 0 0,1 1 0,1-1 0,1 1 0,1 0 0,1 0 0,0 0 0,2 0 0,0 0 0,2-1 0,0 3-32,0-11 9,1-1 0,0-1 0,0 1-1,1 0 1,0-1 0,1 0-1,0 0 1,0-1 0,1 0 0,1 0-1,-1 0 1,2-1 0,-1 0-1,1-1 1,0 0 0,0 0 0,1-1-1,9 5-8,-1-1 21,1-2 0,-1 0 0,1-1 0,0-1 0,1-1-1,-1 0 1,1-2 0,0 0 0,0-1 0,9-1-21,-23-1-8,-1 0 0,0 0 0,1-1 0,-1 1 0,1-2-1,-1 1 1,0 0 0,0-1 0,0 0 0,0 0 0,0 0 0,0-1 0,0 0 0,-1 0 0,1 0 0,-1 0-1,0-1 1,0 0 0,0 0 0,-1 0 0,1 0 0,-1 0 0,0-1 0,0 1 0,0-1 0,-1 0 0,0 0-1,0 0 1,0 0 0,0 0 0,0-3 8,3-11-124,0-1-1,-1 1 1,-1-1 0,-1 0-1,-1 1 1,0-1-1,-2 0 1,-2-17 124,-2 27-56,3 5-48,12 9 48,-7 0 89,0-1 0,-1 1 0,1-1 0,-1 1 0,0 0 0,0 0 0,-1 0-1,1 1 1,-1-1 0,0 0 0,0 0 0,-1 1 0,1-1 0,-1 1 0,0-1 0,0 1-33,1 1 68,1 30 246,-1 1 0,-3 10-314,1-12 61,1 0 0,4 21-61,2-37-2255,-5-19-1681,2-2 805,3-5-2434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6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 4818,'0'0'2420,"0"0"-1548,0 0 3,0 0 33,0 0-209,9 22-254,31 72 115,-37-87-478,1-1-1,-1 0 1,1 0 0,0 0-1,0-1 1,0 1-1,1-1 1,0 0-1,0 0 1,0-1-1,1 1 1,-1-1 0,1 0-1,0-1 1,0 0-1,3 2-81,2-2 155,0 0-1,1-1 0,-1 0 0,1 0 1,0-1-1,-1-1 0,9 0-154,-15-1-10,-1 1 0,0-1 0,0 0 0,0 0 0,0-1 0,0 1 0,0-1 0,0 0-1,0 0 1,-1 0 0,1 0 0,-1-1 0,1 0 0,-1 1 0,0-1 0,0 0-1,0-1 1,0 1 0,-1 0 0,0-1 0,1 1 0,-1-1 0,0 0 0,-1 0 0,1 0-1,0-2 11,3-6-35,-1-1-1,0 0 1,-1-1-1,0 1 0,-1 0 1,-1-1-1,1-10 36,-2 21 20,0 0 1,1 0-1,-1 0 0,0 0 1,0 0-1,-1-1 0,1 1 0,-1 0 1,1 0-1,-1 1 0,0-1 0,0 0 1,-1 0-1,1 0 0,0 1 1,-1-1-1,0 0 0,1 1 0,-1 0 1,0-1-1,0 1 0,0 0 1,-1 0-1,1 0 0,-1 0 0,1 0 1,-1 1-1,1-1 0,-1 1 0,0 0 1,0-1-1,0 1 0,1 1 1,-1-1-1,0 0 0,0 1 0,0-1 1,-1 1-1,1 0 0,-3 0-20,-65-6 2175,71 6-1773,-18 3-7,12 3-370,-1 0-1,1 1 0,1-1 0,-1 2 1,1-1-1,1 0 0,-1 1 1,1 0-1,1 0 0,-1 0 1,1 1-1,1-1 0,0 1 1,-2 8-25,-1 13 4,2 0 1,0 1 0,3 20-5,0-49-4,0 1 0,1-1-1,-1 1 1,1-1 0,0 1 0,-1-1 0,1 0-1,0 0 1,1 1 0,-1-1 0,0 0 0,1 0-1,-1 0 1,1 0 0,-1 0 0,1-1-1,0 1 1,0 0 0,0-1 0,0 1 0,0-1-1,0 0 1,0 0 0,1 0 0,-1 0 0,0 0-1,1 0 1,-1-1 0,1 1 0,-1-1 0,1 1-1,-1-1 1,2 0 4,16 2-82,0-1-1,-1 0 1,1-2 0,5 0 82,5-1-20,-1 0 1,-24 1 58,-1 0 0,0 0-1,0 1 1,0 0 0,0 0-1,1 0 1,-1 0 0,0 1-1,0 0 1,0 0 0,0 0-1,2 0-38,-3 1 17,0 0 0,0-1 0,1 1 0,-1-1-1,1 0 1,-1 0 0,1-1 0,-1 1 0,1-1-1,-1 1 1,1-1 0,0 0 0,-1 0 0,1-1 0,-1 1-1,1-1 1,0 0 0,-1 0 0,0 0 0,1 0-1,-1-1 1,0 1 0,1-1 0,-1 0 0,0 0-1,0 0 1,0 0 0,-1-1 0,1 1 0,0-1-17,0-1-197,0 0-1,1-1 1,-1 0 0,-1 1 0,1-1 0,-1 0 0,1 0 0,0-5 197,-1 2-1004,0 0 0,0-1 0,-1 1 0,0 0 0,0-1 0,-1 0 1004,0-13-5251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6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58 7828,'0'0'1504,"0"0"270,0 0-87,0 0-882,0 0-501,-12 29-56,-98 213 1182,75-170-448,5-10-675,2 0 0,-7 30-307,36-106-102,0 1 0,0-1 0,1 1 0,2-5 102,20-51-587,15-26 587,1-4-398,-27 62 278,0 1 191,0 1 0,2 0 0,2 1 0,1 1 0,21-28-71,-39 60 0,0 0 0,1 1 0,-1-1 0,0 1 0,1-1 0,-1 0 0,1 1 0,-1-1 0,1 1 0,-1-1 0,1 1 0,0 0 0,-1-1 0,1 1 0,-1 0 0,1-1 0,0 1 0,-1 0 0,1-1 1,0 1-1,0 0 0,-1 0 0,1 0 0,0 0 0,-1 0 0,1 0 0,0 0 0,0 0 0,-1 0 0,1 0 0,0 0 0,-1 0 0,1 1 0,0-1 0,-1 0 0,1 0 0,0 1 0,-1-1 0,1 1 0,-1-1 0,1 0 0,0 1 0,-1-1 0,1 1 0,-1-1 0,1 1 0,-1 0 0,0-1 0,1 1 0,-1-1 0,1 1 0,-1 0 0,0-1 0,0 1 0,1 0 0,16 45 166,-14-36-130,5 16-14,-2 1 0,-1-1 1,-1 1-1,-2 0 1,0 4-23,-3 144 274,-1-73 228,1-85-534,1 1-1,1-1 1,0 1-1,2-1 1,0 0-1,0 0 1,2 0-1,0 0 1,1-1-1,1 1 1,0-1 32,-6-15-699,-1-1-731,0 0-1196,0-4-530,0-13-1363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7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6611,'0'0'1633,"0"0"64,0 0 207,0 0-943,0 0-129,0 0-111,224 0-161,-176 0-512,-7 0-48,-11 0-32,-3 0-288,1 0-609,-5 0-2208,1 0-785,3 0-1056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7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 6259,'0'0'1457,"0"0"-230,0 0 133,0 0-618,-23 6-598,-77 25-115,95-29-25,1 0-1,0 0 0,-1 1 0,1-1 1,0 1-1,0 0 0,0 0 0,1 0 0,-1 0 1,1 1-1,0 0 0,0 0 0,0-1 1,0 2-1,0-1 0,1 0 0,0 0 0,0 1 1,0-1-1,1 1 0,-1 0 0,1 0 0,0 2-3,0-1 13,0 0 0,1 1 0,0-1-1,0 0 1,1 0 0,-1 1-1,1-1 1,1 0 0,-1 0-1,1 0 1,0 0 0,0 0-1,1-1 1,0 1 0,1 2-13,7 6 81,1-1 0,0 0 1,1 0-1,0-2 1,1 1-1,12 6-81,-10-7 168,-1 1 0,0 0 0,-1 1 0,-1 1 0,9 9-168,-22-22 42,1-1-1,-1 1 1,1-1 0,0 1-1,-1-1 1,1 1-1,-1-1 1,1 1 0,-1 0-1,1-1 1,-1 1 0,0 0-1,1-1 1,-1 1-1,0 0 1,0-1 0,1 1-1,-1 0 1,0 0-1,0-1 1,0 1 0,0 0-1,0 0 1,0-1 0,0 1-1,0 0 1,0 0-1,0 0 1,0-1 0,-1 1-1,1 0 1,0-1-1,0 1 1,-1 0 0,1 0-1,-1-1 1,1 1-1,0-1 1,-1 1 0,1 0-1,-1-1 1,0 1 0,1-1-1,-1 1 1,1-1-1,-1 1 1,0-1 0,1 0-1,-1 1 1,0-1-1,1 0 1,-1 0 0,0 1-1,0-1 1,1 0 0,-1 0-1,0 0 1,0 0-1,0 0-41,-57 0 2681,43-1-2166,-26 0 141,3-1-6341,24 2-385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8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41 195 8404,'0'0'1006,"0"0"378,0 0-213,-7 32-520,-23 103-509,29-129-135,0 0 0,0 0 0,0 0 0,1 0-1,0 0 1,0 1 0,1-1 0,0 0 0,0 0 0,0 0 0,0 0 0,1 0 0,0-1 0,2 5-7,-1-6 14,-1 0-1,0-1 1,1 1 0,0-1 0,0 0 0,0 0-1,1 0 1,-1 0 0,1 0 0,-1 0 0,1-1-1,0 0 1,0 0 0,0 0 0,3 1-14,3 0 87,-1-1 0,1 0 1,0-1-1,0 1 0,0-2 1,0 1-1,-1-2 0,1 1 0,0-1 1,0-1-1,0 0 0,0 0 1,-1-1-1,3-1-87,4-2 12,-1-2 0,0 1 0,0-2 0,-1 0 0,0-1 0,-1 0 1,0-1-1,9-10-12,-14 13-11,-1 0 1,0-1 0,0 1-1,-1-1 1,0-1 0,0 1-1,-1-1 1,-1 0 0,1 0-1,-2-1 1,0 1 0,0-1-1,0 0 1,-1-2 10,0-6 91,-1-1-1,-1 0 1,-1 0 0,0 1-1,-2-1 1,-1-6-91,3 20 146,-1 0 0,1-1 0,-1 1 0,-1 0 0,1 0 1,-1 1-1,0-1 0,0 0 0,-1 1 0,1 0 0,-1 0 0,0 0 0,-1 0 0,1 1 1,-1-1-1,0 1 0,0 0 0,0 1 0,-1-1 0,1 1 0,-4-1-146,4 2 65,0 1-1,-1 0 1,1 0 0,0 0-1,-1 1 1,1-1 0,-1 1-1,1 1 1,-1-1 0,1 1-1,-1 0 1,1 0 0,-1 0-1,1 1 1,0 0 0,0 0-1,0 0 1,0 1 0,0 0-1,1 0 1,-1 0 0,1 0-1,-1 1 1,-1 2-65,-5 3-41,2 1-1,-1 0 1,2 0-1,-1 1 1,1 0 0,1 1-1,0-1 1,1 2-1,-2 4 42,-5 30-1854,12-44 1318,1 0-1,0-1 1,-1 1-1,1 0 1,0-1 0,0 1-1,0 0 1,1 0-1,-1-1 1,1 1 0,-1-1-1,1 1 1,0 0-1,0-1 1,0 1 0,1 1 536,21 9-7038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9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5955,'0'0'1296,"0"0"353,0 0-32,0 0-513,0 158-303,0-133-225,0-4-160,0 1-304,0-4-112,-3-3-96,3-3-1296,0-5-818,0-7-2192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5715,'0'0'2137,"0"0"-507,0 0-32,0 0-278,0 0-613,3 5-192,0-3-424,-1 1 0,1-1 0,0 0 0,0 0 1,0 0-1,1 0 0,-1-1 0,0 1 0,1-1 0,-1 0 0,1 0 0,-1 0 0,1 0 0,-1-1 0,1 1 0,0-1 0,-1 0 0,1 0 0,-1 0 0,1-1 1,0 1-1,0-1-91,46 3 1142,-48-1-1098,0 0 0,0 0 0,0 0 0,0 0 0,0 1 0,0-1 1,0 0-1,0 1 0,-1 0 0,1-1 0,-1 1 0,1 0 0,-1 0 0,0 0 0,1 0 1,-1 0-1,0 0 0,-1 0 0,1 0 0,0 1 0,0-1 0,-1 0 0,1 3-44,9 59 326,-9-58-306,5 104 479,-7 72-499,0-60 155,2-103-218,0-16-3477,0-1-3742,-1-2 730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0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9172,'0'0'608,"0"0"481,0 0 144,0 0-33,0 0-816,193 0-144,-149 0-240,-6-3-208,-4-13-912,-4 1-769,1-3-1537,3-1-3857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0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56 107 4258,'0'0'1003,"0"0"195,0 0-128,0 0-198,0 0-151,0 0 330,0 0 349,0 0 6,0 0-72,0-20 1203,0 17-2514,0 0 0,-1 0 1,1 0-1,1-1 0,-1 1 0,0 0 0,1 0 0,0 0 0,-1 0 0,1 0 0,1 0 0,-1 0 0,0 0 0,1 0 0,-1 0 0,1 1 0,0-1 0,0 1 0,0-1 0,0 1 1,0 0-1,1 0 0,-1 0 0,1 0 0,-1 0 0,1 0 0,0 1 0,0-1 0,-1 1 0,1 0 0,0-1 0,0 2 0,0-1 0,1 0 0,-1 1 0,0-1 0,0 1 0,0 0 0,1 0-23,4-1-23,0 0 0,0 0 0,0 1 0,0 0 0,0 0 0,3 2 23,-9-2-5,-1 0-1,1 1 1,0-1 0,-1 1 0,1-1-1,0 1 1,-1 0 0,1 0 0,-1 0-1,1 0 1,-1 0 0,1 0 0,-1 0-1,0 0 1,0 1 0,1-1 0,-1 0-1,0 1 1,0-1 0,0 1 0,-1-1-1,1 1 1,0 0 0,0-1 0,-1 1-1,1 0 1,-1-1 0,0 1 0,1 0-1,-1 1 6,2 9-9,-1 1-1,0-1 1,0 1-1,-1-1 1,-1 1-1,0-1 0,-1 1 1,0-1-1,-1 0 1,0 0-1,-1 0 1,0 0-1,-1-1 1,0 1-1,-1-1 1,-1 0-1,1-1 0,-2 0 1,-1 2 9,-56 56 46,47-51 93,1 0 1,1 2-1,0 0 0,-7 11-139,22-29 13,1 0 0,-1 0 0,0 0 1,0 0-1,1 0 0,-1 0 0,1 0 1,-1 0-1,1 0 0,-1 0 0,1 0 0,-1 1 1,1-1-1,0 0 0,0 0 0,0 0 0,0 1 1,0-1-1,0 0 0,0 0 0,0 0 1,0 1-1,0-1 0,1 0 0,-1 0 0,0 0 1,1 0-1,-1 0 0,1 0 0,0 0 0,-1 1 1,1-1-1,0-1 0,-1 1 0,1 0 1,0 0-1,0 0 0,0 0 0,0-1 0,0 1 1,0 0-1,0-1 0,0 1 0,0 0 0,0-1 1,0 0-1,0 1 0,0-1 0,1 0 1,-1 1-14,10 1 149,0 0 1,0 0 0,0-1 0,0-1 0,5 0-150,-3 0 175,32 2 407,-9 1-609,0-3 0,0 0 0,23-5 27,-52 3-728,-1-1-1,-1 0 1,1 0 0,0 0-1,-1 0 1,0-1 0,1 0-1,-2 0 1,1-1 0,0 1-1,-1-1 1,0 0 0,4-5 728,12-17-4570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0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5603,'0'0'2161,"0"0"-529,0 0-15,0 0-496,0 0-1,0 0-256,13 123-63,-13-90-753,0-2-96,0-4 0,0-5-993,0-7-2128,0-12-2210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1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0 8420,'0'0'1264,"0"0"801,0 0-136,0 0-990,0 0-544,5 12 208,1 6-294,0 1 0,-1-1-1,-1 1 1,-1-1 0,-1 1-1,0 0 1,-1 4-309,-1 338 1347,-44-361-1453,17 0 135,31 0 51,49 0 167,-22 0-48,-22 0-105,58-3 233,-63 3-255,1-1-1,0 0 0,0 0 1,-1 0-1,1 0 0,0-1 1,-1 0-1,0 0 1,1 0-1,-1 0 0,0-1 1,0 0-72,-2 2 357,-2 1 75,0 0-226,0 0-113,-39 0-432,-1 0-4,-27 0-177,24 0-6935,41 0 545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2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0 229 9540,'0'0'1217,"0"0"664,0 0-264,0 0-342,0 0-336,20 22-53,62 72-123,-75-83-663,0 0 1,0 0 0,-1 0 0,-1 0-1,0 1 1,-1 0 0,0 0 0,0 1-1,-2-1 1,1 1 0,-2-1 0,1 5-101,2 15 197,5 27 12,-5-20-48,3 0 1,1-1-1,11 32-161,-19-69 3,1 1 0,-1-1-1,1 0 1,-1 1 0,1-1-1,0 1 1,-1-1 0,1 0-1,0 0 1,0 1 0,0-1-1,0 0 1,0 0 0,0 0-1,0 0 1,0 0 0,0 0-1,1 0 1,-1-1 0,1 1-3,-1-1 5,0 0 1,0 0 0,0 0 0,0 0-1,0 0 1,0 0 0,-1 0-1,1-1 1,0 1 0,0 0 0,0-1-1,0 1 1,0-1 0,0 1-1,-1-1 1,1 1 0,0-1 0,0 0-1,-1 1 1,1-1 0,-1 0-1,1 0 1,0 0-6,5-8 65,1 0-1,-2-1 0,1 0 1,-1 0-1,-1 0-64,0 0 51,38-93 167,-5-1-1,-4-2 1,18-108-218,-8 33 1380,-42 175-1344,-1 6-58,0-1 0,0 1 0,0-1 0,0 1 0,0-1 0,0 1 0,1-1 0,-1 1 0,0-1 0,0 1 0,1-1 0,-1 1 1,0-1-1,1 1 0,-1-1 0,0 1 0,1-1 0,-1 1 0,1 0 0,-1-1 0,0 1 0,1 0 0,-1-1 0,1 1 0,-1 0 0,1 0 0,0-1 0,0 1 22,-1 12-3858,0 13-192,0 2-2043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2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0 8420,'0'0'1475,"0"0"-282,0 0 181,0 0-371,0 0-454,0 24 148,-3 190 1304,-17 39 944,20-252-2982,0-1 53,0 0-56,0 0-14,0-13-76,0 7 101,0-51-539,-3 0-1,-3-16 569,3 57-17,1-1 1,-2 1-1,0 0 1,-1 0-1,-1 0 1,0 1-1,-1-1 0,-1 2 1,0-1-1,-4-3 17,12 18 14,0 0 0,0 0 0,0 0 0,-1 0 0,1 0 0,0 0 0,0-1 0,0 1 0,0 0 0,0 0 0,-1 0 0,1 0 0,0 0 0,0 0 0,0-1 0,0 1 0,0 0 0,0 0 0,0 0 0,0 0 0,0-1 0,0 1 0,0 0 0,0 0 0,0 0 0,0 0 0,0-1 0,0 1 0,0 0 0,0 0 0,0 0 0,0 0 0,0-1 0,0 1 0,0 0 0,0 0 0,0 0 0,0 0 0,0-1 0,0 1 0,0 0 0,0 0 0,0 0 0,1 0 0,-1 0 0,0 0 0,0-1 0,0 1 0,0 0 0,0 0 0,1 0 0,-1 0 0,0 0 0,0 0 0,0 0-1,0 0 1,0 0 0,1 0 0,-1 0-14,16 2 77,19 10-253,76 48 168,39 30 8,-142-85-59,0 0 0,-1 1 0,0 0-1,0 0 1,0 1 0,-1 0 0,4 6 59,-8-11-15,0 0 0,-1 1 0,1-1-1,-1 0 1,0 1 0,0 0 0,0-1 0,0 1 0,0 0 0,-1-1-1,1 1 1,-1 0 0,0 0 0,0-1 0,0 1 0,0 0 0,0 0 0,-1-1-1,1 1 1,-1 0 0,1 0 0,-1-1 0,0 1 0,0-1 0,-1 1-1,1-1 1,0 1 0,-2 1 15,-9 9 206,-1-1 0,0 0 0,0-1 0,-1 0 0,-1-2 1,0 1-1,0-2 0,0 0 0,-15 5-206,-18 11-78,32-20-4420,12-4-1649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3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7908,'0'0'3569,"0"0"-1330,0 0-385,0 0-504,0 0-627,11 7-456,3 0-210,1-1 1,0 0 0,1-1-1,-1-1 1,1 0 0,0-1 0,0-1-1,0-1 1,0 0 0,0-1-1,0 0-57,44 1 198,-29 1-177,1-2-1,-1-1 0,1-1 0,-1-2 0,0-1 0,0-1 0,7-4-20,-39 10-94,1 0-1,0 0 1,0 0 0,0 0-1,0 0 1,0 0-1,0 0 1,0 0 0,0 0-1,0-1 1,0 1-1,0 0 1,0 0 0,0 0-1,0 0 1,0 0-1,0 0 1,0 0 0,0 0-1,0-1 1,0 1-1,0 0 1,0 0 0,0 0-1,0 0 1,0 0-1,0 0 1,0 0 0,0 0-1,0 0 1,0-1-1,0 1 1,0 0-1,0 0 1,0 0 0,1 0-1,-1 0 1,0 0-1,0 0 1,0 0 0,0 0-1,0 0 1,0 0-1,0 0 1,0 0 0,0 0-1,0 0 1,1-1-1,-1 1 1,0 0 0,0 0-1,0 0 1,0 0-1,0 0 1,0 0 0,0 0-1,0 0 1,1 0 94,-12-1-4473,-16 0-1597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14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1 7523,'0'0'1921,"0"0"-435,0 0-336,0 0-179,0 26-29,-1 9-673,0-15-103,0 0 1,2-1-1,0 1 0,2 0 1,0 0-1,3 9-166,20 74 1588,9 9-1588,-13-39 285,-19-62-308,-1 0 0,0 0 0,-1 0 0,-1 0 0,1 0 0,-2 2 23,1-2-150,0-10 120,0 1-1,-1-1 1,1 1 0,-1 0-1,0-1 1,1 1-1,-1-1 1,0 0 0,0 1-1,0-1 1,0 1 0,0-1-1,0 0 1,0 0-1,0 0 1,0 0 0,-1 0-1,1 0 1,-1 0-1,1 0 1,0 0 0,-1-1-1,1 1 1,-1 0 0,0-1-1,1 1 1,-1-1-1,1 0 1,-1 0 0,0 1 30,-58 6-273,50-7 243,-148 9 228,156-9 28,17 0-532,1 1 305,1-1 1,-1-1-1,0 0 1,0-2-1,0 1 1,0-2-1,0 0 1,-1-1-1,1-1 1,-1 0-1,1-2 1,11-9-2,0-2 0,-2 0 0,13-13 2,26-21 316,-63 52-296,1 1 0,-1 0 0,0 0 0,0-1 0,0 1 0,0 0-1,0 0 1,0 0 0,0 0 0,0 0 0,0 1 0,0-1 0,0 0 0,0 0 0,1 1 0,-1-1 0,0 0 0,0 1 0,-1-1 0,1 1 0,0 0 0,0-1 0,0 1 0,0 0 0,0-1 0,-1 1 0,1 0 0,0 0 0,-1 0 0,1 0 0,0 0 0,-1 0 0,1 0 0,-1 0 0,0 0 0,1 0 0,-1 1-20,27 52 110,-19-36 4,-1-2-54,-6-12-33,1 0-1,-1 0 1,1 0-1,0 0 1,0 0-1,1 0 1,-1-1-1,1 1 1,-1-1-1,1 0 1,1 1-27,-3-3 3,-1-1 0,1 0-1,-1 0 1,1 0 0,-1 0 0,1 0 0,-1 0 0,1 0-1,-1-1 1,1 1 0,-1 0 0,1 0 0,-1 0 0,1 0-1,-1-1 1,1 1 0,-1 0 0,0 0 0,1-1 0,-1 1-1,1 0 1,-1-1 0,0 1 0,1 0 0,-1-1 0,0 1-1,1-1 1,-1 1 0,0-1 0,0 1 0,1 0 0,-1-1-1,0 1 1,0-1 0,0 1 0,0-1 0,0 1 0,0-1-1,0 1 1,0-1 0,0 1 0,0-1 0,0 1 0,0-1-1,0 1 1,0-1 0,0 0-3,0-32 46,0 26-17,0-22 123,0-20 37,-4-36-189,2 71 196,0-1-1,-1 1 1,0 0-1,-1 0 0,-1 0 1,0 1-1,-1-1 1,-1 1-196,84 43 261,31 9-473,-47-19-1171,54 27 1383,-112-46-20,-1 1 1,1-1-1,-1 1 0,1 0 1,-1 0-1,0-1 0,1 2 1,-1-1-1,0 0 0,-1 0 1,1 0-1,0 1 0,-1-1 1,1 1-1,-1 0 0,0-1 1,1 1-1,-1 0 0,-1 0 1,1 0-1,0-1 0,-1 1 1,1 0-1,-1 0 0,0 0 1,0 0-1,0 0 0,-1 0 1,1 0-1,-1 0 0,1 0 1,-1 0-1,0-1 0,0 1 1,0 0-1,0 0 0,-1-1 1,1 1-1,-1-1 1,0 1-1,0-1 0,1 0 1,-1 0-1,-1 0 0,1 0 1,-1 1 19,-15 11 369,-1 0 1,0-2 0,-1 0-1,-16 6-369,15-7 391,0 0 0,1 2-1,0 0 1,-14 13-391,20-11-478,8-3-3758,6-9-2162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2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1692 1 4914,'0'0'1121,"0"0"-62,0 0-3,0 0-66,0 0-261,0 0 132,0 0 12,0 0 10,0 0 109,0 0-45,0 0-122,0 0-204,0 0 14,0 0-72,0 0 11,0 0-150,0 0-40,0 0-90,0 0 108,0 0-135,0 19 179,2 12-203,1 0-1,2 0 1,1-1 0,2 0 0,0 0-1,2 0 1,2-1 0,8 15-243,24 91 403,-39-123-366,-1 0 1,0 1 0,-1 0-1,0 0 1,-1 0-1,0 0 1,-1 6-38,-2 99 91,-1-52 243,2-42-358,0 39 86,-5 25-62,2-66-3,0 0 0,-1 0 1,-2-1-1,0 1 0,-8 16 3,-4 8 150,10-24-162,-1 0 0,-1 0 0,-1-1 1,-1 0-1,-1 0 12,-35 51 192,26-38-225,-1 0 0,-2-1 0,-14 13 33,16-26-33,-2 0 0,1-1 1,-2-2-1,-1-1 0,0-1 0,-1-1 0,0-1 0,-1-2 0,-19 5 33,12-8-23,-1-1 0,0-3-1,-1 0 1,1-3 0,-1-1 0,1-2-1,-5-1 24,-91-15 19,35 3-107,93 14 74,-29-3-42,0 1 1,0 1 0,0 2-1,-1 1 1,0 2 55,25 0-1,1 0 1,-1 0-1,1 1 0,0 0 0,0 1 0,0 0 0,1 0 0,-1 1 1,1 0-1,-3 3 1,-73 71 75,78-71-105,0-1 1,1 1-1,0 0 1,1 1-1,0-1 0,0 1 1,1 0-1,0 2 30,-8 20 138,-12 25-174,-5 10 120,3 2-1,-12 55-83,6 56 157,10-82-89,9-39 14,-2-2 0,-3 1-82,3-11 54,1 0 0,3 1 1,2 0-1,-2 40-54,3-10 37,-1 24-16,3 11-21,2 367-133,5-448 131,1 0 1,2-1-1,1 1 1,2-1-1,1 0 2,2 11 11,-1 0-1,0 19-10,-4-23-48,1-1 1,5 8 47,12 62-105,-18-32 124,-2 1 0,-4 26-19,-1-40-1,-9 90-105,10-134 155,-1 1-91,0-1 0,2 1-1,0-1 1,1 1 0,1-1 0,0 0-1,2 0 1,0 0 0,1 0-1,7 15 43,2-7-32,1 0 0,2-2 0,0 0 0,1-1-1,2 0 1,0-2 0,1-1 0,1 0 0,1-2 0,1-1 0,0-1-1,1 0 1,1-3 0,0 0 0,1-1 0,0-2 0,1-1 0,0-1-1,1-2 1,2 0 32,54 8 101,-20-2-121,1-4 1,59 1 19,242-9-54,-359 2 50,1 0-1,-1 0 0,1 1 1,-1 0-1,0 1 0,0 0 1,0 1-1,4 3 5,21 9-69,-15-7 113,-1 1 1,0 1-1,-1 1 0,-1 0 1,0 1-1,0 1 1,-2 0-1,0 1 1,4 7-45,-17-22 0,9 14 40,0 1 0,-1 1 0,0-1 0,-2 2 0,0-1 0,3 12-40,-4-3 16,-1 1-1,-2 0 1,0 1 0,-2-1 0,-1 0-1,-3 23-15,1 19 63,3 20-22,2-42-55,-3-1-1,-2 0 0,-2 0 1,-1 0-1,-8 25 15,11-64 6,-36 138-22,-10 100 16,42-174 30,3 1 1,5 58-31,1-12-3,-2-52 134,0-20-125,-1-1 0,-3 1 1,-7 40-7,-1-2-34,9-60 45,-1 1 0,-1-1 0,-1 0 0,-2-1 0,-4 13-11,7-21-66,4-14 65,0 0 0,0 0-1,0 0 1,-1 0 0,1 0-1,0 0 1,0 0 0,-1 0-1,1 0 1,0-1-1,-1 1 1,1 0 0,-1 0-1,1 0 1,-1-1 0,0 1-1,1 0 1,-1-1 0,0 1-1,1 0 1,-1-1 0,0 1-1,0-1 1,1 1-1,-1-1 1,0 0 0,0 1-1,0-1 1,0 0 0,0 1-1,1-1 1,-1 0 0,0 0-1,0 0 1,0 0-1,0 0 1,0 0 0,0 0-1,0 0 1,0 0 0,0 0-1,0-1 2,-2 0-24,0 0-1,-1-1 0,1 0 1,0 0-1,0 0 1,0 0-1,0 0 0,1 0 1,-1-1-1,1 0 0,-1 1 1,1-1-1,0 0 1,0 0-1,0 0 0,0 0 1,-1-4 24,-6-6-83,-20-28-71,-2 2 0,-1 1 0,-37-33 154,54 57 78,13 11-61,0 0-1,0 1 1,0 0-1,-1 0 1,1 0 0,0 0-1,-1 0 1,0 0-1,1 0 1,-1 1-1,0-1 1,0 1-1,0 0 1,0 0-1,0 0 1,0 0-1,0 1 1,-1-1-1,1 1-16,2 0 160,2 120-9,-3-93-123,1 0 0,1 0 1,2 0-1,1 0 0,1 0 0,1 0 0,1-1 1,4 8-29,1-4-21,-3-8-38,1 0 0,1-1 0,9 15 59,-19-36-5,0 0-1,0 0 1,0 0 0,0 1-1,0-1 1,0 0 0,0 0-1,0 1 1,0-1 0,0 0-1,1 0 1,-1 1 0,0-1-1,0 0 1,0 0 0,0 0-1,0 1 1,0-1 0,0 0-1,1 0 1,-1 0-1,0 0 1,0 1 0,0-1-1,0 0 1,1 0 0,-1 0-1,0 0 1,0 0 0,1 1-1,-1-1 1,0 0 0,0 0-1,0 0 1,1 0 0,-1 0-1,0 0 1,0 0 0,1 0-1,-1 0 1,0 0-1,0 0 1,1 0 0,-1 0-1,0 0 1,0 0 0,0 0-1,1 0 1,-1-1 0,0 1-1,0 0 1,0 0 0,1 0-1,-1 0 1,0 0 0,0 0-1,1-1 6,0-18-150,-9-29 61,-21-14 120,13 30-12,2 0 0,-4-17-19,-60-168 78,78 217-75,0 0 0,0 0 1,0 0-1,0 0 1,0 0-1,0 0 0,0 0 1,0 1-1,0-1 0,0 0 1,0 0-1,0 0 1,0 0-1,-1 0 0,1 0 1,0 0-1,0 0 1,0 0-1,0 0 0,0 0 1,0 0-1,0 0 0,0 0 1,0 0-1,0 0 1,0 0-1,0 0 0,-1 0 1,1 0-1,0 0 1,0 0-1,0 0 0,0 0 1,0 0-1,0 0 0,0 0 1,0 0-1,0 0 1,0 0-1,-1 0 0,1 0 1,0 0-1,0 0 1,0 0-1,0 0 0,0 0 1,0 0-1,0 0 0,0 0 1,0 0-1,0 0 1,0 0-1,0 0 0,0-1 1,-1 1-4,-1 16 31,1 22-27,2-16 13,0 0 0,2 0 0,1 0 0,0-1 0,2 0 0,0 0 1,10 19-18,-1-5-17,2-2 0,2 0 1,1 0-1,8 7 17,14 8 143,-40-46-159,0 0 0,0 0-1,0 0 1,0-1-1,1 1 1,-1-1-1,0 0 1,1 1 0,-1-1-1,1 0 1,-1-1-1,1 1 1,-1 0-1,1-1 1,0 1 0,-1-1-1,1 0 1,0 0-1,-1 0 1,1 0-1,0 0 1,-1-1 0,1 1 16,-1-2-10,0 1 0,0 0 1,0-1-1,0 0 1,0 1-1,0-1 0,-1 0 1,1 0-1,-1 0 1,1 0-1,-1 0 0,0 0 1,0 0-1,0 0 1,0-1-1,0 1 0,0-2 10,13-49 75,-11 38-45,22-131-56,-20 99 88,3 1 0,2 0 0,8-18-62,-18 62 13,0 0-1,1 0 1,-1 1 0,1-1-1,-1 0 1,1 0 0,0 1-1,0-1 1,0 1 0,0-1-1,0 0 1,0 1 0,0 0-1,1-1 1,-1 1 0,0 0-1,1 0 1,-1-1 0,1 1-1,-1 0 1,1 1 0,0-1-1,-1 0 1,2 0-13,-2 1-16,-1 0 46,-1 19 74,-1-14-95,0 0 1,0-1 0,-1 1-1,1 0 1,-1-1-1,0 1 1,-1-1 0,1 0-1,-1 0 1,0 0 0,0 0-1,0-1 1,-3 2-10,-61 40 45,53-40 22,0 0-1,0 0 1,-1-1-1,0-1 1,1-1 0,-1 0-1,0-1 1,0-1-1,0 0 1,-7-2-67,-14 1 201,36 1-94,37 0-432,25 3 125,-37-1 125,1-2 0,0 0 1,0-1-1,12-4 75,-74 2 118,-35 1-151,50 10-2275,8-1-1798,-2-3-3145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5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1668 6195,'0'0'2889,"0"0"-1005,0 0-441,0 0 243,0 0-357,0 0-588,0 3-244,0-2-466,0 0 1,0 0 0,0 0 0,0-1-1,0 1 1,0 0 0,1 0 0,-1 0 0,0 0-1,0-1 1,1 1 0,-1 0 0,0 0-1,1-1 1,-1 1 0,1 0 0,-1 0-1,1-1 1,-1 1 0,1 0 0,-1-1 0,1 1-1,0-1 1,-1 1 0,1-1 0,0 1-1,0-1-31,30 4 866,-20-5-752,0 0 0,0-1 0,-1 0-1,1 0 1,-1-1 0,1-1 0,-1 0 0,0 0 0,-1-1 0,1-1-1,-1 1 1,0-1 0,8-8-114,17-14 153,-2-2 0,27-31-153,-31 30 116,60-63-110,-4-4-1,-5-4 1,18-35-6,-58 75 33,-2-2-1,-4-2 1,-2-1 0,-3-1 0,-3-2 0,7-38-33,7-65 120,-11 46-166,14-27 46,-38 132 208,-16 31 81,-9 9-287,-25 22-23,2 2 0,1 2-1,2 2 1,1 3 21,66-83-651,32-38 595,-29 42 7,24-24 193,2 2 1,28-19-145,-74 69 78,-11 13-55,-10 17-12,1-10 19,0 0 0,-2-2 0,0 1 0,0-2 0,-1 0 0,-1 0 0,-1-1 0,-2 0-30,17-14-7,1 0-1,-1 0 0,1 0 0,-1-1 1,1 1-1,-1 0 0,1-1 1,0 1-1,-1 0 0,1-1 0,-1 1 1,1-1-1,0 1 0,-1-1 1,1 1-1,0-1 0,0 1 1,-1 0-1,1-1 0,0 0 0,0 1 1,0-1-1,0 1 0,0-1 1,-1 1-1,1-1 0,0 1 0,0-1 1,0 1-1,1-1 0,-1 1 1,0-1-1,0 0 0,0 1 1,0-1-1,0 1 0,1-1 0,-1 1 8,3-31-14,5 12-16,0 0 0,2 1 0,0 0-1,1 1 1,1 0 0,13-14 30,-38 67-37,-21 14-15,-31 34 52,31-41 86,26-35-194,12-17-178,16-18-144,-11 19 435,42-33 94,-48 39-95,-1 1 1,1-1-1,0 1 0,0-1 0,0 1 1,1 0-1,-1 0 0,0 1 1,0-1-1,1 1 0,-1-1 1,0 1-1,0 0 0,1 0 0,-1 0 1,0 1-1,1-1 0,-1 1-4,0 1 5,0 0 0,-1 0 0,1 0 0,-1 0-1,0 0 1,1 0 0,-1 1 0,0-1 0,-1 1-1,1 0 1,0-1 0,-1 1 0,1 0 0,-1 0-1,0 0 1,0 0 0,0 0 0,0 0 0,-1 1-5,12 61 116,-10 70 226,-2-135-307,0 0 21,0 0-72,-4-2 72,-42-32 128,38 26-132,1 1 0,-1 1 0,-1 0 0,1 0 0,-1 0 0,0 1 0,0 0 0,-1 1 0,1 0 0,-1 1 0,0 0 0,0 0 0,0 1 0,-7-1-52,16 3-168,1 0-520,-1 20-5147,-1 3-629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6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 7764,'0'0'1686,"0"0"-136,0 0-107,0 0-16,0 0-557,10 10-275,7 8-267,-1 1-1,-1 1 1,-1 0 0,0 0 0,-2 2-1,5 10-327,2 23 424,-3 2 0,-2 0-1,-3 0 1,-2 1 0,1 48-424,11 68-56,-21-169 83,7 28-106,-3-29 184,2-21 303,13-130-95,-1-77-313,-7 62 1170,11-22-1170,-17 137 270,-4 34-136,0 0 0,1 0-1,0 0 1,1 0 0,0 0 0,1 1-1,5-11-133,-8 22 110,-1 1-78,0 0-83,0 0-96,0 0 9,0 0-383,1 12-2125,15 54-6014,-6-19 232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7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35 171 7652,'0'0'1347,"0"0"-843,0 0 195,-1 28 67,-1 90-307,2-112-429,0-1 1,1 1 0,-1-1 0,1 0-1,0 1 1,1-1 0,-1 0 0,1 0 0,0 1-1,1-1 1,-1-1 0,1 1 0,0 0 0,0-1-1,0 1 1,1-1 0,-1 0 0,1 0-1,0 0 1,0-1 0,1 1 0,-1-1 0,1 0-1,-1 0 1,1-1 0,1 1-31,7 1 109,-1 0 0,2 0 0,-1-2 0,0 1 0,0-2 0,1 0 0,-1 0 0,7-1-109,-15-1 8,1 1 0,-1-1-1,0 0 1,0 0 0,1 0-1,-1-1 1,0 0 0,0 0-1,0 0 1,-1-1 0,1 1-1,0-1 1,-1 0 0,0-1-1,0 1 1,0-1 0,0 0-1,0 0 1,-1 0 0,1 0-1,-1 0 1,0-1 0,-1 0-1,1 1 1,-1-1 0,1-4-8,3-6 88,0-1 1,-2 0-1,0 0 0,0 0 1,-2 0-1,0-1 1,-1 1-1,-1-6-88,1 6 187,-2 1-1,0 0 0,-1-1 1,0 1-1,-1 0 0,-1 0 1,-1 0-1,-2-6-186,5 16 116,-1 0 0,1 0 0,-1 1 0,0-1 0,0 0 0,-1 1 0,1 0 0,-1 0 0,0 0 0,0 0 0,-1 1 0,1 0 0,-1-1 0,1 1 0,-1 1 0,0-1 0,0 1 0,0 0 1,0 0-1,-1 1 0,1-1 0,0 1 0,-1 0 0,1 0 0,-4 1-116,1-1 82,0 1 1,1 1 0,-1-1-1,0 1 1,1 0-1,-1 1 1,0 0 0,1 0-1,0 1 1,0 0-1,0 0 1,0 0 0,0 1-1,0 0 1,-4 4-83,1 1 18,0 0 0,0 1 0,1 0 1,0 1-1,1-1 0,0 2 0,1-1 0,-3 7-18,5-8-202,0 0 0,1 0 1,0 1-1,1-1 0,0 1 0,0 0 0,1 0 0,1 0 0,0 0 0,0 11 202,1-20-283,0 0-1,0 0 1,0-1 0,0 1 0,0 0 0,1 0 0,-1 0 0,0-1-1,1 1 1,0 0 0,-1 0 0,1-1 0,0 1 0,0 0 0,0-1-1,0 1 1,0-1 0,0 0 0,0 1 0,1-1 0,-1 0-1,0 0 1,1 1 0,-1-1 0,1 0 0,0 0 0,-1-1 0,1 1-1,0 0 1,1 0 283,38 10-7491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7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1 141 12118,'0'0'2032,"0"0"-1567,0 0 447,0 0-512,0 0-48,0 0-336,173 18 113,-129-18-129,-3-3 16,-7-12-16,-7 3-16,-3-7-241,-4-2-223,-3-4-992,-7-8-2114,-10 2-1296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7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11397,'0'0'2705,"0"0"-2288,0 0 319,0 0-144,0 0-320,0 0 81,167 12-65,-110-12-288,-2 0-881,2 0-1360,1-12-2401,-7-1-3634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8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261 382 8212,'0'0'1094,"0"0"23,0 0 380,0 0-454,-9-27-482,0-4-320,-2-5 499,-1 0 1,-2 0-1,-17-30-740,21 45 580,-2 2 1,0 0-1,-1 0 1,-1 1-1,-1 1 1,0 0-1,-4-2-580,18 18 294,1 1-30,0 0-123,0 0-79,0 0-1,0 57 202,3 0 1,2 0-1,2 0 1,10 28-264,39 114 123,-30-117-215,-3 1-1,2 39 93,-21-35-304,-4-66-19,0-19 303,0-1-1,-1 0 1,1 0-1,-1 0 0,1 1 1,-1-1-1,0 0 1,1 0-1,-1 0 1,0 0-1,0 0 0,0 0 1,1 0-1,-1-1 1,0 1-1,0 0 0,0 0 1,-1-1-1,1 1 1,0 0-1,0-1 1,0 1-1,0-1 0,-1 0 1,1 1-1,0-1 1,0 0-1,-1 0 0,1 0 1,0 0-1,-1 0 21,-50 2-148,43-2 81,-66 1-104,13 0 889,60-1-554,9-1-44,39 0-95,49-6 232,-1-4 0,0-4 0,24-10-257,-116 24-276,0 0 0,0 0 0,-1-1 0,1 1 0,-1 0 0,1 0 0,-1-1 0,1 1 0,-1-1 0,0 0 0,0 1 0,0-1 1,0 0-1,0 1 0,0-1 0,0 0 0,-1 0 0,1-1 276,12-39-6836,-5 4 1143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29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6851,'0'0'969,"0"0"-70,0 0 643,0 0-486,0 0-359,0-3 1689,0 5-456,2 13-1681,1 0 0,0 1 0,1-2 0,0 1 0,1 0 0,1-1 0,0 0 0,1 0-1,1-1 1,2 3-249,17 35 384,35 88 195,-6 1 0,-6 3 0,-6 2 0,15 108-579,-50-216 354,-5-30-38,-3-23-391,-2 2-37,-1-1 0,0 1 0,-2 0 0,1 0 0,-2 0 0,-2-5 112,-9-32-72,6 6-54,2 0 0,2-1 0,1 0 0,3-40 126,2 81-3,1 0 0,-1 1 1,1-1-1,-1 0 0,2 1 1,-1-1-1,0 1 0,1 0 1,0-1-1,0 1 0,0 0 1,0 0-1,1 0 0,0 0 1,0 1-1,0-1 0,0 1 1,0-1-1,1 1 0,-1 0 1,1 0-1,0 1 1,0-1-1,0 1 0,3-1 3,1-1-38,0 1 0,0 0 0,0 1-1,1 0 1,-1 0 0,1 0 0,0 1 0,-1 1-1,1 0 1,0 0 0,-1 0 0,1 1 0,3 1 38,-7 0-54,0 0 1,0 0-1,-1 0 1,1 1 0,-1-1-1,1 1 1,-1 0-1,0 1 1,0-1 0,-1 1-1,1-1 1,-1 1-1,0 0 1,0 1 0,0-1-1,0 0 1,-1 1-1,2 3 54,2 4-160,0 0 0,-1 1-1,-1-1 1,0 1-1,-1 0 1,2 11 160,-3-10-57,-1 0 0,0 0 0,-1 0 0,0 0 0,-1 0 0,-1 0 0,0 0 0,-1-1 0,-1 1 0,-3 11 57,4-19 23,0-1 0,0 0 0,0 1 0,0-1 0,-1 0 0,0-1 0,0 1 0,0-1 0,0 0 0,-1 0 0,1 0-1,-1 0 1,0-1 0,-1 0 0,1 0 0,0 0 0,-1-1 0,0 1 0,1-1 0,-1-1 0,0 1 0,0-1 0,0 0 0,0 0 0,0-1 0,-1 0-23,-92 1 307,111 18-686,-4-11 347,0-1 0,0 0 0,0-1 0,1 1 0,0-1 0,1-1 0,-1 0 0,1 0 0,0-1 1,0-1-1,0 1 0,1-1 0,2 0 32,19 2 49,0-2 1,0 0-1,29-3-49,-58 0 58,-1 0 0,1 0-1,-1-1 1,1 0 0,-1 1 0,0-1 0,1 0-1,-1 0 1,0 0 0,0-1 0,0 1 0,0 0-1,0-1 1,0 1 0,0-1 0,0 0 0,-1 0-1,1 0 1,-1 0 0,1 0 0,-1 0 0,0 0-1,1-1-57,12-34-141,-12 12-2885,-2 25-1454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30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29 138 5234,'0'0'2858,"0"0"-817,0 0-350,0 0-458,0 0-580,0 0-418,-21 30 1123,13-25-819,12-8-40,21-5-107,-25 8-377,1-1 0,0 1 0,0-1 0,0 0 0,-1 1-1,1-1 1,0 0 0,-1 0 0,1 1 0,-1-1 0,1 0 0,-1 0 0,1 0 0,-1 0 0,1 0 0,-1 0 0,0 0-1,1 0 1,-1 0 0,0 0 0,0 0 0,0 0 0,0 0 0,0 0 0,0 0 0,0 0 0,0 0 0,0 0-15,-1-43-2025,1 30 932,0-25-4091,3-1-3665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30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6 128 5090,'0'0'2380,"0"0"-475,0 0 40,0 0-296,0 0-585,-1 0-1042,1 0 0,0 0 0,0 0-1,0 0 1,-1 0 0,1 0 0,0 0 0,0 0 0,0 0 0,-1 0-1,1 0 1,0-1 0,0 1 0,0 0 0,-1 0 0,1 0-1,0 0 1,0 0 0,0 0 0,0-1 0,0 1 0,0 0 0,-1 0-1,1 0 1,0-1 0,0 1 0,0 0 0,0 0 0,0 0-1,0-1 1,0 1 0,0 0 0,0 0 0,0 0 0,0-1 0,0 1-1,0 0 1,0 0 0,0 0 0,0-1 0,0 1 0,0 0-1,0 0 1,0 0 0,0-1 0,0 1 0,0 0 0,0 0 0,1 0-1,-1 0 1,0-1 0,0 1 0,0 0-22,9-3 148,0 1 1,0 0-1,0 0 0,0 1 0,1 0 1,-1 0-1,0 1 0,1 1-148,34-4 527,88-18 327,51-19-854,29-5-14,-217 45-9192,-16 1 6705,-6 4-2031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31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0 4562,'0'0'2022,"0"0"-709,0 0-80,0 0-236,0 0-434,0 15 35,0-9-551,-1 26 756,2-1 0,1 1 0,2-1 1,1 0-1,5 15-803,35 102 1658,-7-20-576,17 28-1082,-49-141 40,-1 0-1,-1 0 1,0 1 0,-1-1-1,0 1 1,-2 0 0,0-1-1,-1 4-39,-37-11 56,-2-6-435,1-1 0,-19-4 379,21 1 431,0 2 1,1 1 0,-2 2-432,28 0 184,19-1 123,20 1-86,41-3-119,0-4 1,0-2-1,58-14-102,-95 12-16,-7 2-107,1 0 0,-1 2 1,22 0 122,-47 4-83,-2 0 115,0 0-40,0 0 37,-43 0 97,-67-1-104,-4-1 169,-48 9-191,161-7 3,1-1 0,-1 1-1,1 0 1,-1 0 0,0 0 0,1 0 0,-1 0-1,1 0 1,-1 0 0,1 0 0,-1 0-1,1 0 1,-1 0 0,1 0 0,-1 0 0,1 1-1,-1-1 1,1 0 0,-1 0 0,1 0-1,-1 1 1,1-1 0,-1 0 0,1 1 0,-1-1-1,1 0 1,0 1 0,-1-1 0,1 1 0,0-1-1,-1 1 1,1-1 0,0 0 0,-1 1-1,1-1 1,0 1-3,20 6 12,1-6 0,104 3 276,-109-4-260,0-1 1,0-1-1,0 0 0,-1-1 0,1-1 1,7-3-29,-21 4-3356,-9 2 1353,-18 1-440,19 0 1342,-31 0-4408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32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5298,'0'0'2634,"0"0"-794,0 0-666,0 0-304,0 0-496,0 4-260,0-1-30,0 0 0,1 1-1,-1-1 1,1 0-1,-1 1 1,1-1 0,0 0-1,0 0 1,1 0 0,-1 0-1,1 0 1,-1 0-1,1 0 1,0 0 0,0 0-1,0-1 1,1 1 0,-1-1-1,0 0 1,1 1-1,0-1 1,0 0 0,-1-1-1,1 1 1,0 0-1,0-1 1,0 0 0,1 1-1,-1-1 1,2 0-84,8 2 69,-1-1 0,1 0 0,0-1-1,-1 0 1,1-1 0,0 0 0,10-2-69,-22 2-5,0 0 0,1-1 0,-1 1 0,0 0 0,0-1 0,0 1 0,1-1 0,-1 1 0,0-1 0,0 0 0,0 1 1,0-1-1,0 0 0,0 0 0,0 0 0,0 0 0,-1 0 0,1 0 0,0 0 0,0 0 0,-1 0 0,1 0 0,-1 0 0,1 0 0,-1-1 0,1 1 0,-1 0 0,0 0 0,1-2 5,1-41 233,-2 32-114,-1 10-78,0 1 1,1 0-1,-1 0 0,1 0 1,-1 0-1,0 0 0,0 0 1,0 0-1,0 0 0,1 0 1,-1 0-1,0 0 0,-1 1 0,1-1 1,0 0-1,0 1 0,0-1 1,0 1-1,0-1 0,-1 1 1,1-1-1,0 1 0,0 0 1,-1 0-1,1 0 0,0 0 1,-1 0-1,1 0 0,0 0 0,-2 0-41,-55 0 1328,40 1-982,15-1-325,0 1 0,0-1-1,0 1 1,0 0-1,0 0 1,1 0-1,-1 0 1,0 0-1,0 1 1,1-1-1,-1 1 1,1 0-1,-1 0 1,1 0 0,0 0-1,0 0 1,0 0-1,0 1 1,0-1-1,0 1 1,1-1-1,-1 1 1,1 0-1,0 0 1,0 0-1,0-1 1,-1 3-21,-1 6 89,-1 0-1,2 0 1,0 1-1,0-1 1,1 1-1,0 10-88,2-21-7,0 0-1,0 1 1,0-1-1,0 0 0,0 0 1,1 0-1,-1 0 1,0 0-1,1-1 1,-1 1-1,1 0 0,-1-1 1,1 1-1,-1-1 1,1 1-1,-1-1 0,1 1 1,-1-1-1,1 0 1,0 0-1,-1 0 1,1 0-1,0 0 0,-1 0 1,1-1 7,49-1-11,-49 1 13,-1 1 0,1-1-1,-1 1 1,0-1 0,1 0-1,-1 0 1,1 0 0,-1 1-1,0-1 1,0 0 0,0 0-1,1-1 1,-1 1 0,0 0-1,0 0 1,-1 0 0,1-1-1,0 1 1,0-1 0,-1 1-1,1 0 1,0-1 0,-1 1-1,0-1 1,1 0-2,3-40 47,-4 38-26,-1 4-1,1-1 0,0 0 0,-1 1 1,1-1-1,0 1 0,-1-1 1,1 1-1,-1-1 0,1 1 1,-1 0-1,1-1 0,-1 1 1,1-1-1,-1 1 0,1 0 1,-1-1-1,0 1 0,1 0 0,-1 0 1,1 0-1,-1-1 0,0 1 1,1 0-1,-1 0 0,0 0 1,1 0-1,-1 0 0,0 0 1,1 0-1,-1 0 0,1 0 0,-1 1 1,0-1-21,0 0-16,-1 0-1,1 0 1,0 0 0,0 0-1,0 1 1,0-1 0,0 0-1,-1 1 1,1-1 0,0 0 0,0 1-1,0 0 1,0-1 0,0 1-1,0 0 1,1-1 0,-1 1 0,0 0-1,0 0 1,0 0 0,0 0 16,-11 16-3393,1-7-1634,-2-1-2307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09:46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3714,'0'0'672,"0"0"-672,0 0-160,0 0-400,0 0-1697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3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357 342 3378,'0'0'4284,"0"0"-2592,0 0-783,0 0 399,0 0-391,0 0-388,-21 5 6775,20-17-7233,0 0 0,-1 0 0,0 0 0,-3-6-71,-5-27-22,4 5 14,2 9 92,-1 1 1,-2-1 0,-1 1 0,-9-22-85,17 50 11,-1 1 23,1 0 0,0 0 0,0 0 0,-1 0 0,1 0 0,-1 0 0,1 0 0,-1 0 0,1 0 0,-1 1 0,0-1 0,1 0 0,-1 0 0,0 1 0,1-1 0,-1 0 0,0 1 1,0-1-1,0 0 0,0 1 0,0 0 0,0-1 0,1 1 0,-1-1 0,0 1 0,0 0 0,0 0 0,0-1 0,0 1 0,-1 0-34,2 0 83,0 0-30,0 0 8,0 0-26,0 0 24,0 0 8,0 0-46,1 9-10,0-1-1,0 1 1,-1-1 0,0 1 0,-1-1 0,1 1-11,-1 40 90,13 26 55,13 42-145,-11-59 13,-2 0 0,-3 1 0,-2 21-13,-5-45 40,0-6-65,-1-1-1,-1 0 1,-2 0-1,-2 5 26,3-28-49,-1 0 0,0-1 0,0 1 0,0 0 0,0 0 0,-1-1 0,0 1 0,0-1 0,0 0 0,-1 0 0,1 0 0,-1-1 0,0 1 0,0-1 0,0 0 0,-1 0 0,1 0 0,-1 0 0,1-1 0,-1 0 0,0 0 0,0 0 0,0-1 0,-1 1 49,-21 5-177,0-1 0,-1-1 0,0-1 0,-4-1 177,-4 1 30,-19-1 397,54-3-147,1 0 14,0 0-78,0 0-43,0 0-125,44 0 99,14-2-105,1-1 0,0-4 1,-1-2-1,-1-2 0,1-3 0,12-7-42,-48 16 2,-19 5 14,1-1 0,-1 0 0,0 0 0,1 0 0,-1 0 0,0 0 0,0 0 1,0-1-1,0 0 0,0 1 0,0-1 0,-1 0 0,2-1-16,-3 2 32,-1 1 8,0 0-16,0 0 5,0 0 14,0 0 40,0 0 5,0 0 3,0 0-113,0 0-266,0 0-341,0 0-772,0-7-6739,0-1-221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5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83 544,'0'0'1169,"0"0"-457,0 0 326,0 0 72,0 0-43,-1 0 919,-4 3-3115,3-1 4087,5-1 6297,21-1-9019,35 1-13,0-3 1,0-2 0,36-9-224,-61 10-722,-28 3-385,-20-1 367,-291 1 793,304 0 534,1 0-96,0 0-27,0 0-125,0 0-24,17 0-62,26 1-70,-11 0-51,0-1-1,0-1 0,1-2 1,-1-2-1,-1 0 0,5-3-131,7-7 50,-26 8-34,1 1 1,0 1-1,1 0 0,0 1 0,-1 1 0,2 1-16,-19 2 259,-1 0 173,0 0-10,0 0-81,0 0-207,0 0-89,0 0-13,0 0-51,0 0-53,0 0-203,0 0-373,0 0-857,-6 7-6480,2 2-1075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6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22 330 2017,'0'0'1489,"0"0"-414,0 0-232,0 0-123,0 0-112,0 0-45,0 0 166,0 0 10,0 0-38,0 0-20,0 0 23,0 0-146,0 0-185,0 0-130,0 0-158,-2 0 51,1 0-34,1 0-36,0 0 41,0 0 16,0 0-49,0 0 12,0 0-49,0 0 9,0 0 28,0 0 52,0 0 20,0 0 100,0 0 29,0 0 181,0 0-37,0 0-102,0 0-114,0 0-110,0 0-13,0 0-48,0 0-50,0 0 15,0 0 67,0 0 21,0 0 9,0 0-46,0 0-8,-1 5 102,0-1 1,0 0-1,0 1 0,1-1 1,0 0-1,-1 1 0,2-1 1,-1 1-1,1 0-142,-1 1 127,-1 32 89,2-1 0,2 1-1,1-1 1,2 0 0,2 1-216,-5-26 23,0-1 0,1 1 0,1-1 1,0 0-1,0 0 0,1 0 0,1-1 0,0 0 1,0 0-1,1-1 0,0 0 0,0 0 0,1-1 1,0 0-1,1-1 0,0 0 0,8 5-23,-8-8-6,1 0 0,0 0-1,0-1 1,0 0 0,0-1 0,0 0 0,0-1-1,1 0 1,-1-1 0,0 0 0,1-1 6,-10 1-1,5-1-16,1-1 0,-1 1 1,0-1-1,0-1 0,0 0 0,-1 0 0,1 0 1,-1 0-1,1-1 0,-1 0 0,0-1 1,-1 1-1,1-1 0,-1 0 0,0-1 1,0 1-1,0-1 0,-1 0 0,3-5 17,4-5-111,-1 0 0,0-1 0,-1-1 0,-1 1 0,0-1-1,-2-1 1,0 0 111,-1-5-80,-1-1 0,-2 1 1,-1-1-1,0 0 0,-3-16 80,1-13-52,0 31 120,-1 1 0,0 0 0,-2 0-1,0 0 1,-2 0 0,0 0 0,-2 1-1,0 0 1,-10-17-68,14 29 30,-1 1 1,1 0-1,-2 0 1,1 0-1,-1 1 0,0-1 1,0 1-1,-1 1 1,0-1-1,-1 1 0,1 1 1,-1-1-1,0 1 1,0 1-1,-1-1 0,1 1 1,-1 1-1,0-1 1,0 2-1,0-1 1,-1 1-1,1 1 0,0-1 1,-5 2-31,-12-1 148,20 0-102,-1 0-1,1 1 1,-1 0-1,1 0 0,-1 0 1,1 1-1,0 0 1,-1 0-1,1 0 0,0 1 1,0 0-1,0 0 1,0 1-1,0 0 0,0 0 1,1 0-1,-1 1 0,-2 2-45,-4 8-54,0 0-1,1 2 1,1-1-1,0 2 1,2-1-1,-1 1 1,2 0-1,0 1 0,1 0 1,1 0-1,1 0 1,0 0-1,2 1 1,0 0-1,1-1 1,0 1-1,2 0 0,0 0 1,1-1-1,2 3 55,-3-16-339,1 0 0,-1 1 0,1-1 0,1 0 0,-1 0 0,1 0 0,0 0 0,0-1 0,0 1 0,0-1 0,1 0 0,0 0 0,0 0 0,1 0 339,31 20-5282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7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5923,'0'0'4018,"0"0"-2322,0 0-207,0 0 704,-21 192-1377,21-143-527,0-3-97,0-3 368,0-4-416,0-5-128,0-13 32,0-2-96,0-4-288,4-9-1009,6-6-1424,3 0-2209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7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6227,'0'0'2505,"0"0"-966,0 0-343,0 0-52,0 0-632,9 7-186,-3-3-248,0 1 0,0-1 0,1-1 0,0 1 0,0-1 0,0 0 1,0-1-1,0 0 0,0 0 0,1 0 0,-1-1 0,0 0 0,1-1 0,0 0 0,-1 0 1,1 0-1,-1-1 0,3 0-78,55-12 533,-46 8-293,0 1 0,0 1 1,0 1-1,10 0-240,-26 3 26,-1-1 1,1 1 0,-1 0-1,0 0 1,1 1-1,-1-1 1,0 0 0,1 1-1,-1-1 1,0 1-1,0 0 1,0-1-1,0 1 1,-1 0 0,1 0-1,0 1 1,-1-1-1,0 0 1,1 0 0,-1 1-1,0-1 1,0 1-1,0-1 1,-1 1 0,1-1-1,0 1 1,-1 0-27,5 17 146,0 0 1,-2 0 0,0 4-147,-2-21 21,16 198 2446,-10 195-2467,-7-326-303,0-69-855,0-1-867,-3 0-3280,0 0 3753,-15 0-3602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7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 11477,'0'0'2375,"0"0"-921,0 0-51,0 0-544,32-4-557,-27 3-295,279-43 191,-123 2 31,-131 36-9844,-19 5 1646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28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20 111 5811,'0'0'2387,"0"0"-308,0 0-481,0 0 69,0 0-440,23 0 769,31 0-1446,0-3-1,-1-1 1,1-3-1,47-13-549,-67 9-276,-26 7 115,0 1 0,0 1 0,0 0 0,0 0-1,0 0 1,8 1 161,-15 1-531,-26 0-952,-83 2 85,-96 16 1398,171-13 78,-54 3 2042,86-8-1560,1 0-165,16 3-176,33 0-139,0-2 0,0-2 0,-1-3 0,1-1 0,-1-3 0,0-1 0,0-3 0,5-4-80,-27 10 162,-22 6-59,0 0 0,-1-1 1,1 1-1,0-1 0,-1 0 0,1 0 1,-1 0-1,0-1 0,1 1 0,-1-1 1,0 0-1,0 0 0,0 0 0,0 0 0,2-2-102,-4-3 1415,-6 7-3724,-1 1-2787,-4-1-5988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3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59 6323,'0'0'2857,"0"0"-245,0 0-646,0 0-261,0 0-187,-3 3 233,12 4-1360,15-4-20,0-1-1,1-1 0,-1 0 0,20-4-370,24 1 368,38-3-149,-1-5 0,0-5 0,6-5-219,-76 10-27,-28 8-324,0 0 0,0 0 1,0 0-1,0 1 0,1 0 0,1 1 351,-8 0-1662,-1 0-566,-4 0-1538,-7 0 2358,6 0 233,-26 0-3281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4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 1 816,'0'0'5480,"0"0"-2596,0 0-1128,0 0-230,0 0-46,1 19-159,0-1-980,-1-7-147,0 1 0,1 0 0,0-1 0,1 1 0,1 0 0,0-1 0,0 0 0,1 0 0,0 0 0,1 0-194,34 68 400,-5 1 0,-2 1 1,10 52-401,-40-127 2,-1-1 1,1 1-1,-2 0 1,1-1-1,-1 1 1,1 0 0,-2 0-1,1-1 1,-1 1-1,0 0-2,1-4-10,-1 1-1,0-1 0,0 0 0,1 0 1,-2 0-1,1 0 0,0 0 0,0 0 1,-1 0-1,1 0 0,-1 0 0,1-1 1,-1 1-1,0-1 0,0 1 0,0-1 1,0 0-1,0 1 0,0-1 0,0 0 1,0 0-1,0 0 0,0-1 0,-1 1 11,-31 7-146,0-1 0,-1-1 0,0-2 0,-8-1 146,11-1 113,0 1 0,0 1 1,0 2-1,1 1 0,-5 3-113,109-5 2065,180-13-1254,-200 2-631,0-1-1,0-3 1,38-13-180,-34 9 460,-41 11-263,1-1 0,-1-1 0,13-6-197,-2 6-5264,-2 1-1400,1-6-1343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39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401 597 8500,'0'0'2070,"0"0"-733,0 0-267,0 0 242,0 0-541,0 0-560,-6-29 64,-40-189 771,33 152-216,-3 0 0,-3 2 1,-3 0-1,-14-26-830,31 160 328,9 17-317,4-1 0,9 31-11,1 19 2,-12-68 56,-3 1-1,-5 58-57,1-116-14,0-1 1,0 1-1,-1-1 1,0 0-1,-1 1 0,0-1 1,0 0-1,-1-1 1,-1 1-1,1-1 1,-2 0-1,1 0 0,-1 0 1,-1-1-1,1 0 1,-1 0-1,-1-1 0,1 1 1,-1-2-1,-1 1 1,1-1-1,-1-1 0,0 1 1,0-1-1,-1-1 1,0 0-1,1 0 0,-1-1 1,0 0-1,-1-1 1,1 0-1,-3 0 14,-62-1 254,75-1-225,0 0-48,27 0-103,28 0 244,0-2 0,-1-2 0,1-3 0,33-9-122,-80 14 19,7-3 71,0 2 0,1 0 0,-1 1 0,9 0-90,-23 2 10,9-35-4108,3-29-4602,-6 22 2151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39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8 7411,'0'0'1820,"0"0"-251,0 0 61,0 0-48,0 0-694,-9-8 174,7 24-520,7 49 216,2 0 1,3 0 0,3-1-1,6 12-758,19 98 428,-17-49-79,-2-2 46,6 0 1,35 101-396,-53-207 16,-5-24 129,-9-32-202,-28-69-458,23 75 442,1 0-1,1 0 0,2-1 0,2-1 1,0-11 73,4 19 4,1 0 1,1 0 0,1-1 0,5-22-5,-4 40-15,1 0 1,0-1-1,0 1 0,1 0 1,0 1-1,1-1 1,0 1-1,1 0 0,0 0 1,0 0-1,1 1 1,0 0-1,6-5 15,-6 5-22,1 1 1,1 0-1,-1 1 0,1-1 1,0 2-1,1-1 0,-1 1 1,1 1-1,0 0 0,0 0 1,1 1-1,-1 0 0,1 1 1,-1 0-1,1 1 0,0 0 1,1 0 21,-10 1-19,0 1 0,0-1 0,1 1 0,-1 0 0,0 0 0,0-1 0,0 1 0,0 0 0,0 1 0,0-1 0,0 0 0,0 1 0,0-1 0,-1 1 1,1-1-1,-1 1 0,1 0 0,-1 0 0,1 0 0,-1 0 0,0 0 0,0 0 0,0 0 0,0 0 0,0 0 0,-1 0 0,1 0 0,-1 1 0,1-1 0,-1 1 19,4 12-65,-2 1-1,0 0 1,0 0-1,-2 1 66,1-9-18,1 12-7,-1 0 0,-1 1 0,0-1 0,-2 0 0,0 1 0,-2-1-1,0 0 1,-1-1 0,-1 1 0,0-1 0,-2 0 0,-6 12 25,1-9 22,-2 0 0,0-1 0,-1 0 0,-1-1 0,-20 17-22,25-26 22,0-1 1,-1 0 0,0-1 0,-1-1 0,0 0 0,0-1 0,-1 0 0,0-1 0,0-1 0,-4 1-23,19-6-2,-1 0 0,1 0 0,-1 0 0,1 0 0,-1 0 0,1 1 0,-1-1 0,1 0 1,-1 0-1,1 1 0,-1-1 0,1 0 0,-1 1 0,1-1 0,-1 0 0,1 1 0,0-1 0,-1 1 1,1-1-1,0 0 0,-1 1 0,1-1 0,0 1 0,0-1 0,-1 1 0,1-1 0,0 1 0,0-1 1,0 1-1,0 0 0,0-1 0,0 1 0,0-1 0,0 1 0,0-1 0,0 1 0,0-1 0,0 1 1,0 0-1,0-1 0,0 1 0,1-1 0,-1 1 0,0-1 0,0 1 0,1-1 0,-1 1 0,0-1 0,1 0 1,-1 1-1,0-1 0,1 1 0,-1-1 0,1 0 0,-1 1 0,0-1 0,1 0 0,-1 1 0,1-1 2,31 28-325,-26-24 389,18 13 37,0-2-1,1 0 0,1-1 1,1-2-1,0-1 1,0-1-1,1-1 1,0-1-1,1-2 0,-1-1 1,1-1-1,0-1 1,1-2-1,7-1-100,-35 0-85,-2 0-382,0 0-912,0-5-4608,0 1 3829,0-14-4830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0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10341,'0'0'1024,"0"0"-800,0 0-224,0 0-1216,0 0-4723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0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2321,'0'0'5237,"0"0"-2740,0 0-1053,0 0 103,0 0-560,23 1-29,198 3 1083,-152-4-1553,0-4 0,43-9-488,-72 5-258,16-3 89,-21 8-9371,-52 3 5501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0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0 5491,'0'0'1968,"0"0"-386,0 0 107,-1 36-131,-3 115-373,5-117-699,1 0-1,1 0 1,2 0 0,1-1-1,2 0 1,2 0 0,11 27-486,0 5 276,-4-14-76,-6-20-170,-1 0 1,-2 1-1,0 0 0,-3 1 0,0-1 1,-1 18-31,-4-48 4,-1 0 0,1 0 1,0 0-1,0 0 0,-1 0 0,0 0 1,1 0-1,-1 0 0,0 0 1,0 0-1,0 0 0,0-1 1,0 1-1,0 0 0,0-1 0,-1 1 1,1-1-1,0 1 0,-1-1 1,0 1-1,1-1 0,-1 0 0,0 0 1,1 0-1,-1 0 0,0 0 1,0 0-1,0-1 0,0 1 1,0-1-1,0 1 0,0-1 0,-2 0-4,-9 2-20,-1-1-1,0 0 0,0-1 0,-14-2 21,-1 0-10,-31 1 41,20 0 206,1 1-1,-13 3-236,50-3 27,1 0 1,0 0-1,0 0 1,0 0-1,-1 0 0,1 1 1,0-1-1,0 0 1,0 0-1,0 1 1,0-1-1,0 1 0,-1-1 1,1 1-1,0-1 1,0 1-1,1 0 0,-1-1 1,0 1-1,0 0 1,0 0-1,0 0 0,0 0 1,1 0-1,-1 0 1,0 0-1,1 0 1,-1 0-1,1 0-27,14 3 59,58 1 368,0-3-1,0-3 1,6-4-427,116-16 366,-115 10 289,1 3 0,9 4-655,-79 2-268,0-7-4268,3-2 552,12-1-1229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1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7988,'0'0'2724,"0"0"-259,0 0-833,0 0-252,0 0-265,17 0-163,-14 0-914,89 1 1262,1-5 0,-1-3 0,30-10-1300,-115 16 5,13-4-18,-1 2-1,1 0 1,0 1 0,1 1 13,-8-5-1786,-13 5 1604,0 1 0,0 0 0,0 0 0,1 0 0,-1-1 0,0 1-1,0 0 1,0-1 0,1 1 0,-1 0 0,0 0 0,0-1 0,0 1 0,0 0 0,0-1 0,0 1-1,0 0 1,0-1 0,0 1 0,0 0 0,0-1 0,0 1 0,0 0 0,0-1 0,0 1 0,0 0-1,0 0 1,0-1 0,0 1 0,0 0 0,-1-1 0,1 1 0,0 0 0,0 0 0,0-1-1,-1 1 1,1 0 0,0 0 0,0-1 0,0 1 0,-1 0 0,1 0 0,0 0 0,-1-1 0,1 1 182,-14-6-4659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1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9428,'0'0'2511,"0"0"-761,0 0-566,0 0-108,0 0-484,24-2 32,93-12 1615,70-19-2239,176-62 1384,-329 87-2843,33-11-5990,-38 7 1204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2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101 258 8740,'0'0'1515,"0"0"-210,0 0-478,0 0-56,0 0-392,-2 19-6,1-6-312,-2 3 147,2 0 0,0 1 1,0-1-1,2 1 0,0-1 0,1 0 0,0 1 0,2-1 1,0 0-1,3 6-208,6 6 165,2 0 0,1-1 0,1-1 0,1 0 0,1-2 0,2 0 0,0-1 0,2-1 0,0-1 0,1-1 0,1-1 0,1-2 0,0 0 0,2-2 0,0-1 0,0-1 0,1-1 1,1-1-1,0-2 0,0-2 0,1 0 0,16 0-165,-26-5 15,8 1-9,-1-1-1,1-1 1,3-2-6,-25 1 0,-1-1 0,1 0 0,0 0-1,-1 0 1,0-1 0,1 0 0,-1 0-1,0-1 1,0 1 0,0-1 0,0-1 0,-1 1-1,1-1 1,-1 0 0,4-4 0,1-4 14,0 0 0,-2 0 0,1-1 0,-2-1 0,1 1 0,-2-1 0,0 0 0,-1-1 0,0 1 0,-1-1 0,-1 0 0,1-9-14,3-30 127,-3 1-1,-3-52-126,-2 70-7,1 21 8,-1-1 1,0 1 0,-1 0-1,-1 1 1,0-1 0,-1 0-1,-1 1 1,0 0 0,-1 0-1,0 0 1,-1 1 0,0-1-2,-4-3-11,-1 0 1,0 1-1,-1 1 1,-1 0-1,0 0 1,-1 2 0,0-1-1,-8-3 11,-3 0 5,-1 1 0,-1 0 0,0 2 0,-1 2 0,0 0 0,-1 2 0,0 1 0,0 2 0,-1 1 0,0 1 1,-1 1-6,-7 1 36,0 2 0,-9 2-36,35-1 33,0 1 0,0 0 0,1 1 0,-1 0 0,1 1 0,0 1 0,0 0 0,-8 4-33,3 2 42,1 0 1,0 1 0,1 1 0,0 0-1,1 1 1,0 0 0,1 1 0,1 1-1,0 0 1,1 1 0,1 0-1,1 1 1,0 0 0,2 0 0,0 0-1,-1 8-42,-2 7 112,2 1 0,1 0 0,2 0 0,2 0 0,1 1 0,1 0 0,2-1 0,1 1 0,2 0-112,-3-32 55,-1 1 0,1 0 0,0-1 0,0 1 0,0-1 0,0 1 0,0-1 1,1 1-1,0-1 0,-1 0 0,1 0 0,0 0 0,1 0 0,-1 0 0,1 0 0,-1-1 0,1 1 0,0-1 0,0 0 0,0 0 0,0 0 0,1 1-55,4 0-42,0 0-1,0-1 1,0 1 0,1-2-1,-1 1 1,1-1 0,-1 0-1,1-1 1,6 0 42,-27 11-8038,-17 5-1089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4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9973,'0'0'2878,"0"0"-533,0 0-1304,0 0-94,0 0-224,22-4-539,121-24 213,121-41-397,-220 55 11,-8 4-109,0-2 1,20-11 97,-37 7-1034,-19 15 960,0 1 1,0-1-1,0 0 1,0 1-1,0-1 1,-1 1-1,1-1 1,0 0-1,0 1 1,-1-1-1,1 1 1,0-1-1,-1 0 1,1 1-1,-1-1 1,1 1-1,-1 0 0,1-1 1,-1 1-1,1-1 1,-1 1-1,1 0 1,-1-1-1,1 1 1,-1 0-1,0-1 1,1 1-1,-1 0 1,0 0-1,1 0 1,-1 0-1,0 0 1,1 0-1,-1 0 1,0 0-1,1 0 1,-1 0-1,0 0 1,1 0-1,-1 0 74,-48-5-3335,-21 1-1800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5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1393,'0'0'9337,"0"0"-5255,0 0-2305,0 0-819,30 0 117,107-7 982,101-19-2057,-161 15 130,-36 7 274,0-3 1,40-11-405,-77 17 643,-4 1 224,0 0-3,0 0-23,0 0-273,0 0-299,0-9-10460,0 3 2011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6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23 307 1761,'0'0'1254,"0"0"146,0 0-146,0 0 222,0 0 127,0 0-61,-1 0-1393,1 0 0,0-1-1,-1 1 1,1 0 0,-1 0 0,1-1-1,0 1 1,-1 0 0,1 0 0,-1 0-1,1 0 1,-1 0 0,1-1 0,0 1-1,-1 0 1,1 0 0,-1 0 0,1 0-1,-1 0 1,1 1 0,-1-1 0,1 0-1,-1 0 1,1 0 0,0 0 0,-1 0-1,1 0 1,-1 1 0,1-1 0,0 0-1,-1 0 1,1 1 0,0-1 0,-1 0-1,1 1 1,0-1 0,-1 0 0,1 1-1,0-1 1,0 0 0,-1 1 0,1-1-1,0 1 1,0-1 0,0 1-149,1 17 138,1 0 0,1 0 0,0-1 0,2 1 0,0-1 0,1 0 0,0 0 0,2 0 0,0-1-1,0 0 1,2-1 0,0 0 0,8 8-138,-1-1 34,1-1-1,1-1 0,1 0 0,1-2 1,1 0-1,0-2 0,1 0 0,21 10-33,-28-20-38,0 0 0,1 0-1,0-2 1,0 0 0,0-1-1,0-1 1,0 0 0,1-1-1,-1-1 1,1-1 0,8-2 38,-18 2-34,0 0 0,0-1 0,0-1 0,0 1 0,0-1-1,-1 0 1,1-1 0,-1 0 0,0 0 0,0-1 0,0 0 0,-1 0 0,1 0 0,-1-1 0,0 0 0,-1 0 0,0 0 0,0-1 0,0 0 0,-1 0-1,2-3 35,2-5-112,0-1-1,-1 1 0,-1-1 0,0 0 0,-1-1 1,-1 1-1,0-1 0,-1 0 0,-1 0 0,-1-3 113,0 3-29,0 0 0,-2 1 0,0-1 0,0 0 0,-2 1-1,0-1 1,-1 1 0,0 0 0,-2 0 0,0 0 0,0 1 0,-2 0 0,-3-5 29,-3-3 5,-1 1 0,-1 1 0,-1 1 1,-1 0-1,-1 1 0,0 1 1,-14-9-6,21 18 56,-1 0 1,0 1 0,0 1-1,-1 0 1,0 0 0,0 2-1,-1 0 1,1 0 0,-1 1-1,0 1 1,-1 1 0,1 0-1,-13 1-56,12 1 112,7-1-62,0 0-1,0 1 1,0 0 0,0 1 0,0 0-1,1 1 1,-1-1 0,0 2 0,1-1 0,-1 1-1,1 1 1,0-1 0,0 1 0,-4 3-50,0 1 21,1 0 1,0 1 0,0 0 0,1 0 0,0 1-1,0 1 1,1 0 0,1 0 0,0 1 0,0 0-1,2 0 1,-1 0 0,1 1 0,1 0 0,0 0-1,1 1 1,1 0 0,0-1 0,0 1 0,2 0 0,0 0-1,0 0 1,1 1-22,0-13 6,-1 9 10,1 0 0,0 0 0,0 0 0,1-1 0,1 1 0,-1 0 0,2-1 0,0 1 0,0-1 0,1 0 0,0 0 0,0 0 0,3 4-16,7 6-475,0 0 0,1 0 0,17 15 475,-24-28-649,0 1 1,0-1 0,1-1-1,0 0 1,0 0 0,0-1 0,1 0-1,0 0 1,0-1 0,3 0 648,36 9-5106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46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8980,'0'0'2065,"0"0"-96,0 0-1409,0 0 273,0 0 367,0 0-464,3 162-319,4-119-81,3-9-288,-7-7-48,1 1-48,-1-1-16,-3-9-753,10-8-1183,0-10-1938,7 0-2417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51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440 131 21970,'-2'4'-4,"-3"5"-5,0 0 1,0-1-1,0 0 1,-1 0-1,-1-1 1,1 0-1,-1 0 0,0 0 1,-3 1 8,-10 10-50,-1-2 1,0 0 0,-1-2-1,-1 0 1,-16 6 49,33-17-54,-1 0 0,1 0 0,-1 0 0,0-1 0,0-1 1,0 1-1,0-1 0,0 0 0,-1 0 0,-2-1 54,10 0-80,0 0 35,21-1-209,56-3 127,6-2 163,56 6-36,-133 0-1,0 0 0,0 1-1,0 0 1,0 0-1,0 1 1,-1 0-1,1 0 1,0 0 0,-1 1-1,1-1 1,-1 1-1,0 1 1,0-1-1,0 1 1,0-1 0,-1 2-1,0-1 1,0 0-1,0 1 1,0 0-1,0 0 1,-1 0 0,0 0-1,0 0 1,-1 1-1,1-1 1,-1 1-1,0 0 1,-1 0 0,1-1-1,-1 1 1,0 0-1,-1 0 1,1 0-1,-1 1 1,-1-1 0,1 0-1,-1 0 1,0 0-1,0 0 1,-1-1-1,1 1 1,-3 4 1,0-1 60,-1-1 1,0 1-1,0-1 0,-1 0 0,0 0 1,0-1-1,-1 1 0,0-2 0,-1 1 0,1-1 1,-1 0-1,0 0 0,-2 0-60,-5 4 117,-1-1 0,0-1-1,0 0 1,-1-1 0,0-1-1,-15 4-116,10-6 319,-1 0-1,1-1 0,0-1 0,-12-2-318,33 0-32,1 0-406,0 0-879,0 0-1784,3 0-2656,11 0-3148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0:56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 8420,'0'0'2246,"0"0"-381,0 0-680,0 0-329,0 0-144,18 15 230,20 19 673,26 30-1615,-47-47 369,-2 2 0,0 0 0,-1 0 0,-1 2 0,10 20-369,-13-20 162,-6-14-167,0-1-1,-1 1 1,0 0-1,-1 1 0,0-1 1,0 0-1,0 1 1,-1-1-1,1 5 6,-17-29-146,6-2 154,0-1 0,1 0 0,1 0 0,1-1 0,1 0 0,0 0 0,2 0 0,0-1 0,2 1 0,0-1 0,2 1 0,0-1 0,3-13-8,-3 30 18,0 1 0,0-1 0,0 0 0,1 0 0,0 1 1,0-1-1,0 0 0,1 1 0,-1 0 0,1 0 0,0 0 0,0 0 0,1 0 1,-1 0-1,1 1 0,-1 0 0,1 0 0,0 0 0,1 0 0,-1 0 0,0 1 1,1 0-1,-1 0 0,1 0 0,2 0-18,4-1 24,1 0 1,0 0-1,0 1 0,0 1 1,0 0-1,0 1 0,0 0 0,0 1 1,0 0-1,1 2-24,-4-1 0,-1 0 0,-1 1 0,1 0 0,0 1 0,-1-1 0,1 2 0,-1-1 0,0 1 0,-1 0 0,1 0 0,-1 1 0,0 0 0,0 0 0,-1 0 0,0 1-1,0 0 1,0 0 0,-1 0 0,0 0 0,1 4 0,8 16 10,-2 1 0,0 1 0,-2 0-1,-1 0 1,-2 1-10,4 22-99,-10-51 14,0-1-62,0 0-74,0-4 26,-2-62-29,0 40 178,2 0 1,0 0-1,1 0 1,2 1-1,0-1 1,3-2 45,-4 21 7,0 0-1,0 0 1,1 0 0,0 0 0,1 1-1,0-1 1,0 1 0,0 0-1,0 0 1,1 1 0,0 0-1,0-1 1,1 1 0,-1 1 0,1-1-1,0 1 1,0 0 0,1 1-1,-1-1 1,1 1 0,0 0-1,0 1 1,0 0 0,0 0-7,0 0 30,0 0 0,0 0 0,0 1 0,0 0-1,0 0 1,1 0 0,-1 1 0,0 1 0,1-1 0,-1 1 0,0 0 0,0 1 0,0 0 0,0 0 0,0 0-1,0 1 1,0 0 0,-1 0 0,1 1 0,-1 0 0,0 0 0,1 1-30,7 8 31,-2 0 0,0 1 0,0 0 0,-1 0 1,-1 1-1,-1 1 0,0 0 0,3 8-31,-2-6-8,-2 1 0,0 1 0,-1-1 0,0 1 0,-2 1 0,-1-1 0,0 1 0,-1-1 0,-1 11 8,-2-30-768,0-1-1089,0-6-2228,0-13 2663,0 14 342,2-40-3192,6-8-1936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5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107 346 16940,'0'205'1095,"-3"-169"-885,-1 0-1,-2-1 1,-1 1-1,-2-2 1,-2 1-1,-1-1 1,-1-1 0,-2 0-1,-4 5-209,16-36 290,2-11-86,-2-57-255,3 1 0,3 0 0,3 0 0,5-17 51,8-19-268,4 0 1,-22 98 267</inkml:trace>
  <inkml:trace contextRef="#ctx0" brushRef="#br0" timeOffset="-1">450 334 21101,'2'35'0,"2"14"120,2 0 0,2 0-1,14 42-119,-23-90-202,1 0-1,0-1 1,-1 1-1,1 0 1,-1-1-1,0 1 1,1-1-1,-1 1 0,0-1 1,1 1-1,-1-1 1,0 1-1,1-1 1,-1 0-1,0 1 0,0-1 1,1 0-1,-1 0 1,0 1-1,0-1 1,0 0-1,1 0 0,-1 0 1,0 0-1,0 0 1,0 0-1,1 0 1,-1 0-1,0-1 0,0 1 1,0 0-1,1-1 203,-38-1-2492,14-2 434,-1-2 0,1 0 0,-5-4 2058,5 2-1283,-47-11-2449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51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0 303 3362,'0'0'3238,"0"0"-319,0 0-473,0 0-525,0 0-749,8 0-319,77-4 1151,-47 4-1494,1-2 1,0-2 0,0-1-1,-1-2 1,18-6-511,130-48 1121,-185 60-1368,0 0 0,0 0 0,0 0 0,0 0 0,0 0 1,0 0-1,-1 0 0,1 0 0,0 0 0,-1-1 1,1 1-1,0 0 0,-1 0 0,0-1 0,1 1 0,-1 0 1,0-1-1,1 1 0,-1-1 247,6-40-3626,-2 12 607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51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606 0 6003,'0'0'2644,"0"0"-574,0 0-213,0 0-294,0 0-512,14 3-8,-13-2-1025,3-1 53,0 1-1,0-1 0,0 1 0,0 0 0,0 0 0,0 1 0,0-1 0,0 1 1,-1 0-1,1 0 0,-1 0 0,1 1 0,-1-1 0,0 1 0,0-1 0,0 1 1,0 0-1,0 1 0,-1-1 0,1 0 0,-1 1 0,0-1 0,0 1 0,0 0 1,-1-1-1,1 1 0,-1 0 0,0 0 0,0 0-70,5 23 336</inkml:trace>
  <inkml:trace contextRef="#ctx0" brushRef="#br0" timeOffset="1">811 508 22493,'9'26'143,"6"10"66,2 1-1,12 19-208,22 26 152,22 23-152,-72-104-44,0 1-1,0-1 1,-1 0-1,1 0 1,0 1-1,-1-1 1,1 0 0,-1 1-1,0-1 1,1 1-1,-1-1 1,0 0-1,0 1 1,0-1-1,0 1 1,0-1-1,0 1 1,-1-1-1,1 0 1,0 1-1,-1-1 1,1 1-1,-1-1 1,1 0 0,-1 0-1,0 1 1,1-1-1,-1 0 1,0 0-1,0 0 1,0 0-1,0 0 1,0 1 44,-42 32 9,30-25-90,-428 330 14,252-180 774,-41 54-707,214-197 59,7-9-36,0 1 0,1 1 0,0 0 0,1 0 0,0 1 0,0-1 0,1 1 0,-1 4-23,7-6-1056,11-10 701,15-13 13,69-48-359,243-158-3107,-122 97-3400,154-62 7208,-323 165 467,-1-3 0,-1-1-1,25-20-466,-67 43 1060,-3 2 204,-6 7-415,-169 164 3518,-110 78-4367,-32 29 2836,256-218-2553,2 2-1,3 2 1,-5 14-283,51-65 140,12-21-2996,1-1 2,0-3-1770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06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56 0,'0'0'390,"0"0"-281,0 0 24,0 0 115,0 0 57,0 0 124,0 0 67,0 0 182,0 0 82,0 0 123,0 0 24,0 0-221,0 0-134,0 0-79,0 0 295,0 0 286,0 0 128,-12 0 5677,13 0-3055,261-11-1537,-129 4-2854,2 3-3531,-157 3 1684,0-1 0,1-1 1,-1-1-1,-2-2 2434,9 3-1236,-42-11-3190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07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7363,'0'0'2017,"0"0"-808,0 0-121,0 0-106,0 0-366,25 0 67,171 0 947,187 0-1427,-383 0-8262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08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472 539 8564,'0'0'1881,"0"0"-593,0 0-466,0 0 195,0 0-324,0 0-234,-1-10-104,-2-15-104,-1 0 0,-1 0 0,-2 1 0,0 0 0,-2 0-1,-1-2-250,-71-150 1812,75 166-1712,-8-20 255,7 12-163,-1 1 0,-1 1 0,0 0 0,-2 0 1,1 0-1,-2 1 0,-7-6-192,19 20 15,0 1 0,0 0 1,0 0-1,0-1 0,-1 1 1,1 0-1,0 0 0,0-1 0,0 1 1,-1 0-1,1 0 0,0 0 1,0-1-1,-1 1 0,1 0 0,0 0 1,0 0-1,-1 0 0,1 0 1,0 0-1,0 0 0,-1 0 1,1-1-1,0 1 0,-1 0 0,1 0 1,0 0-1,0 0 0,-1 0 1,1 0-1,0 1 0,-1-1 0,1 0 1,0 0-1,0 0 0,-1 0 1,1 0-1,0 0 0,0 0 0,-1 1 1,1-1-1,0 0 0,0 0 1,-1 0-1,1 1 0,0-1 0,0 0 1,0 0-1,-1 0 0,1 1 1,0-1-1,0 0 0,0 0 0,0 1 1,0-1-1,0 0 0,0 1 1,-1-1-1,1 0 0,0 0 0,0 1 1,0-1-1,0 0 0,0 1-15,0 24 97,0-17-110,2 19 74,0 1 0,2-1-1,1 0 1,1 0 0,2 0 0,1 2-61,24 61 302,7 5-302,-37-88 0,50 102 55,-35-76-30,-2 0 0,-1 1 0,-1 0 1,-2 2-1,6 27-25,-17-54-5,1 0 1,-1-1-1,0 1 0,-1 0 1,0-1-1,-1 1 0,0 1 5,1-7-5,-1-1 0,0 1-1,0 0 1,0 0-1,0 0 1,0-1-1,-1 1 1,1-1 0,-1 1-1,0-1 1,0 0-1,0 1 1,0-1-1,0 0 1,0 0-1,0 0 1,-1-1 0,1 1-1,-1-1 1,-2 2 5,-19 8-88,0-1 0,-1-2 1,-1 0-1,1-2 0,-1 0 0,0-2 1,-12 0 87,-45 2-187,-42-5 187,98-1 19,108 1 48,0 1 177,0-4 1,0-3 0,0-4 0,28-8-245,-107 17-205,1-1 1,-1 1 0,1-1-1,-1 0 1,0 1 0,1-1-1,-1 0 1,0-1 0,1 1-1,-1 0 1,0-1 0,0 1-1,0-1 1,0 0 0,-1 1-1,2-2 205,-1-1-836,0-1-1,0 0 1,0 1-1,0-1 1,-1 0-1,0 0 0,0 0 1,0 0 836,6-33-4808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09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6739,'0'0'2134,"0"0"-335,0 0-388,0 0 91,0 0-456,4 10 288,31 84 754,-3 1 0,16 87-2088,26 207 1822,-60-308-1393,-9-51-293,2 11-17,1 0 0,3 0 0,2 5-119,-10-40-3,-2-5-87,-1-1 7,0 0-50,0 0 39,0 0-71,0 0-19,-1-13-184,-17-97-307,10 77 480,2-1 0,2-1 0,1-3 195,1-6-90,0-1 35,2 1-1,2-1 0,4-21 56,-4 52-20,1 0 0,1 0-1,0 1 1,0-1 0,1 1 0,1 0-1,1 1 1,-1-1 0,2 1 0,0 1 0,0-1-1,1 1 1,1 0 20,0 0-32,0 0 0,1 1 0,0 1 0,1-1 0,0 2 0,0-1 0,1 2 0,0 0 0,0 0 0,1 1 0,-1 1 0,1 1 0,1-1 0,-1 2 0,1 0 0,-1 1 0,1 1 0,7-1 32,-19 3-16,1-1 1,0 1-1,-1-1 0,1 1 1,-1 0-1,0 1 0,1-1 1,-1 0-1,0 1 0,1 0 1,-1 0-1,0 0 0,0 0 1,-1 0-1,1 0 0,0 1 1,-1 0-1,0-1 1,1 1-1,-1 0 0,0 0 1,0 0-1,-1 0 0,1 1 1,-1-1-1,1 0 0,-1 1 1,0-1-1,0 1 0,-1-1 1,1 2 15,3 16-129,-1 1-1,0-1 1,-2 0 0,-1 18 129,0-34-28,0 17-67,1-6 71,0-1 0,-1 0 0,-1 0 0,-1 1 0,0-1-1,-1 0 1,-1 0 0,0-1 0,-1 1 0,-4 9 24,0-8 9,-1 1 1,-1-1-1,0-1 1,-1 0-1,0-1 1,-1 0-1,-1-1 1,0 0-1,-7 4-9,10-9 16,-1-1 0,1 0-1,-1-1 1,0 0-1,-1-1 1,1 0 0,-1-1-1,0 0 1,0-1-1,-1-1 1,1 0-1,0 0 1,-8-1-16,-30-1 184,50 0-56,1 0-24,4 14-65,2 1-1,0 0 1,0-1-1,1 0 1,1-1-1,0 1 1,1-2 0,1 1-1,0-1 1,0-1-1,1 0 1,1 0-1,0-1 1,0 0-1,1-1 1,0-1-1,1 0 1,-1-1-1,2 0 1,-1-1 0,1-1-1,0 0 1,0-1-1,0 0 1,0-1-1,1-1 1,2-1-39,1 0 145,6 1 254,0-1-1,1-1 1,-1-1-1,4-2-398,-27 3 60,0-1 0,0 1 0,0-1 0,0 0-1,-1 0 1,1 0 0,0 0 0,0 0 0,0 0 0,-1-1-1,1 1 1,-1 0 0,1-1 0,-1 0 0,1 1 0,-1-1-1,0 0 1,0 1 0,0-1 0,0 0 0,1-1-60,-2 3-512,0-13-7567,0 4 817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09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11189,'0'0'2209,"0"0"-272,0 0-1041,0 0 497,0 0-817,0 0-496,0 6 176,0-6-79,0 0-177,-3 0-257,-4 3-831,-7 0-1873,1-3-3266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10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120 245 5827,'0'0'2115,"0"0"-351,0 0-292,0 0-300,0 0-468,-3 25-200,-9 104 4042,4 58-4546,7-180 43,1 1 0,1 0 0,0-1 0,0 1 0,0-1-1,1 0 1,0 1 0,0-1 0,1 0 0,0 0 0,0 0 0,1 0-1,0-1 1,0 0 0,0 1 0,1-1 0,0-1 0,0 1-1,1-1 1,-1 0 0,1 0 0,0-1 0,1 1 0,-1-1 0,1-1-1,-1 1 1,1-1 0,0 0 0,1-1 0,-1 0 0,0 0 0,2 0-43,8 2-26,0 0 1,0-2 0,0 0 0,0-1 0,0 0 0,0-2 0,0 0 0,0-1 0,0 0 0,5-3 25,-13 3-44,0-1 0,0-1 1,0 1-1,-1-1 0,1-1 1,-1 0-1,0 0 0,-1 0 1,1-1-1,-1 0 0,0-1 1,-1 0-1,1 0 0,-1 0 1,-1 0-1,0-1 0,0 0 1,0 0-1,1-4 44,2-10-87,-1 0 0,-1-1 0,-1 0 0,-1 0 0,-1 0-1,-1 0 1,-1-1 0,-1 1 0,-2-11 87,2 3-70,-1 12 20,-1 1 0,-1 0 0,0 0-1,-1 0 1,-1 0 0,-1 0 0,-1 1-1,0 0 1,-1 1 0,-1 0 0,0 0-1,-2 0 1,1 2 0,-2-1 0,-3-2 50,6 7 86,1 1 0,-1 0 0,-1 0 0,0 1 0,0 0 1,0 1-1,-1 0 0,0 1 0,0 0 0,-1 1 0,0 0 1,0 1-1,0 0 0,0 1 0,-1 0 0,1 1 0,-1 1 1,0 0-1,1 0 0,-1 1 0,0 1 0,-8 1-86,12 1 41,0 0 1,0 1-1,1 0 0,-1 0 0,1 1 0,0 0 1,0 1-1,0-1 0,1 1 0,0 1 0,0 0 1,1 0-1,-1 0 0,2 0 0,-1 1 0,1 0 1,-1 2-42,-8 14 79,0 1 0,2 0 0,1 1 1,1 0-1,-2 11-79,5-7 22,1 0-1,2 0 1,1 1 0,1-1 0,1 1-1,3 12-21,-1-35-163,0 1-1,1-1 0,0 0 0,0 0 0,1 0 0,0-1 1,0 1-1,0 0 0,1-1 0,1 0 0,-1 0 0,1 0 1,0-1-1,1 0 0,3 4 164,-1-2-1308,0-1 1,0 0-1,1-1 1,0 0-1,0 0 0,0-1 1,5 2 1307,27 10-7948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10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10485,'0'0'1937,"0"0"-257,0 0-1343,0 0 895,0 0-592,10 181-127,0-135-65,-7-1-160,-3 1-128,0-9-96,0 0-128,0-7-336,0-2-1137,0-10-1648,0-12-2050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11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92 4482,'0'0'2164,"0"0"-390,0 0-211,0 0-250,0 0-113,-13-12 7402,14 10-8572,0 0 0,0 0 1,1 1-1,-1-1 0,1 0 1,-1 1-1,1-1 0,-1 1 1,1 0-1,0 0 0,0-1 1,0 1-1,-1 0 0,1 1 1,0-1-1,0 0 0,1 0 1,0 0-31,5-2 86,11-6-58,1 1-1,0 0 1,0 2 0,0 0 0,1 2-1,0 0 1,0 1 0,0 1 0,0 1-1,21 1-27,-40 1-11,0-1-1,-1 0 0,1 1 1,0 0-1,0-1 0,0 1 0,0 0 1,-1 0-1,1 0 0,0 0 1,-1 0-1,1 0 0,-1 1 0,1-1 1,-1 0-1,1 1 0,-1-1 0,0 1 1,0 0-1,0-1 0,0 1 1,0 0-1,0 0 0,-1 0 0,1-1 1,0 1-1,-1 0 0,1 0 1,-1 0-1,0 0 0,0 0 12,2 12-83,-1 0-1,0 0 0,-1-1 1,0 6 83,-1-1-47,1-6 34,-1 0 0,-1-1 1,0 1-1,-1-1 0,0 0 0,0 1 0,-1-1 0,-1-1 0,0 1 1,0-1-1,-1 0 0,0 0 0,-1 0 0,0-1 0,-1 0 0,0 0 1,0-1-1,-1 0 0,-1 0 13,-2 2-58,0-1 0,-1-1 0,0 0 1,0 0-1,-1-1 0,0-1 0,0-1 0,-1 0 0,1-1 1,-1 0-1,0-1 0,0-1 0,0 0 0,-11-1 58,26-1 48,2-5 54,3 0-99,1 0 1,-1 0-1,1 0 0,0 1 1,1-1-1,-1 2 1,1-1-1,0 1 1,-1 0-1,8-2-3,76-23 64,-89 28-64,32-6 29,0 1 0,1 2 0,0 1 1,0 2-1,6 2-29,-27-2-2,-4 0-2,-1 1 0,1 0 0,0 0-1,-1 1 1,1 0 0,-1 0 0,1 1-1,-1 0 1,0 0 0,0 1 0,-1 0-1,1 1 1,-1-1 0,6 6 4,-8-5-15,0-1 0,-1 2 0,1-1 1,-1 0-1,0 1 0,0 0 0,-1-1 0,0 2 0,0-1 1,0 0-1,-1 1 0,0-1 0,0 1 0,-1-1 0,0 1 0,0 0 1,0 0-1,-1-1 0,0 3 15,0-2-5,0 1 1,-1-1-1,0 0 0,0 1 1,-1-1-1,1 0 1,-2 0-1,1 0 0,-1 0 1,0 0-1,0-1 0,-1 1 1,0-1-1,0 0 0,-1 0 5,-4 5 21,-1-1 0,-1-1 0,1 0 0,-1 0 0,-1-1 0,0 0 0,-6 2-21,-2 1 83,-1-1-1,0-1 1,0 0-1,-1-2 0,0-1 1,0 0-1,-16 1-82,-3-2 473,0-2 0,-1-2 0,-31-3-473,48-2 555,24 4-617,0 0 0,0 0 1,1-1-1,-1 1 0,0 0 1,0-1-1,0 1 0,0 0 0,1-1 1,-1 1-1,0-1 0,1 1 0,-1-1 1,0 1-1,1-1 0,-1 0 0,0 1 1,1-1-1,-1 0 0,1 0 1,-1 1-1,1-1 0,0 0 0,-1 0 1,1 0-1,0 1 0,0-1 0,-1 0 1,1 0 61,4 0-4523,9-1 2274,-7 1 291,25-4-6040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3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0 224 7411,'0'0'1444,"0"0"-385,0 0 117,0 0-31,0 0-547,0 0-97,21 25 225,4 6-487,65 87 616,-78-100-341,-1 0 0,0 1 0,1 8-514,-21-96 1334,1 31-1097,2-1 0,1 0 0,2-1 0,2 1 0,1-1 0,5-27-237,-5 63 10,1 0 0,1 0 0,-1 1 0,0-1 0,1 0 1,0 0-1,0 1 0,0-1 0,0 1 0,1 0 1,-1-1-1,1 1 0,0 0 0,0 0 0,0 1 1,0-1-1,0 1 0,1 0 0,-1-1 0,1 1 0,-1 1 1,1-1-1,0 0 0,0 1 0,0 0 0,0 0-10,6-2 18,-1 1 1,1 1-1,0 0 0,-1 0 0,1 0 0,0 1 0,0 1 0,0 0 0,-1 0 0,6 2-18,-10-2 4,-1 1 0,0 0 0,0 0 1,1 0-1,-1 1 0,-1-1 0,1 1 0,0 0 0,-1 0 0,1 0 0,-1 1 0,0-1 0,0 1 1,0 0-1,0 0 0,-1 0-4,37 72 108,-29-54-87,3 8-7,-2 1 1,-1 0-1,-1 1 1,-2 0-1,-1 0 1,-2 1-1,0 23-14,-1-22-98,-3-33-47,0-1-28,0 0 106,0-10 201,-7-99-12,3 82-82,2 1 1,0-1-1,2 0 1,1 1-1,1-1 1,1 0-1,6-20-40,-6 39 11,0 0 0,1 0 0,0 1-1,0-1 1,1 1 0,0 0 0,1 0-1,-1 0 1,1 1 0,0-1 0,1 2-1,0-1 1,0 1 0,0 0 0,0 0 0,1 1-1,0 0 1,0 0 0,0 1 0,0 0-1,5-1-10,-5 2-10,-1 0 0,1 1-1,-1-1 1,1 1-1,-1 1 1,1 0-1,-1 0 1,1 0 0,-1 1-1,1 0 1,-1 1-1,1-1 1,-1 1-1,0 1 1,0 0 0,0 0-1,0 0 1,0 1-1,-1-1 1,1 2 0,-1-1-1,0 1 1,-1 0-1,5 4 11,7 13 7,0 0 0,-1 1 0,-2 1 0,0 0 0,-2 1 0,0 1 0,-1 3-7,14 42 389,-3 1 0,-3 2-389,-11-15 475,-8-59-563,0 0-179,0 0-349,0 0-667,0-10-6497,0-7-1168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3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 9412,'0'0'2004,"0"0"360,0 0-721,0 0-218,0 0-617,17 0-336,132 3 1212,126-15-1684,-264 8-1681,-16-2-1783,-20-4-1246,-16-1-765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4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9957,'0'0'2515,"0"0"-170,0 0-536,0 0-432,0 0-518,30 4-339,4 2-380,18 2 150,1-3 1,26-1-291,18-4-64,-14-1 756,-25 3 3845,-62-3-3032,-3-4-5863,0 0-3256,-6-3 1633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7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194 247 1585,'0'0'1128,"0"0"390,0 0 216,0 0 1,0 0 135,0 0-91,-3-3-63,3 2-1731,-19-15 2806,19 15-2746,0 1 0,-1 0 0,1-1 0,-1 1 0,1 0 0,0 0 0,-1 0 1,1-1-1,-1 1 0,1 0 0,0 0 0,-1 0 0,1 0 0,-1 0 0,1 0 1,-1 0-1,1 0 0,-1 0 0,1 0 0,0 0 0,-1 0 0,1 0 0,-1 0 1,1 1-1,-1-1 0,1 0 0,0 0 0,-1 0 0,1 1 0,0-1 0,-1 0 1,1 0-1,-1 1 0,1-1 0,0 0 0,0 1 0,-1-1 0,1 0 0,0 1 1,0-1-1,-1 0 0,1 1 0,0-1 0,0 1 0,0-1 0,0 1 0,-1-1 1,1 0-1,0 1 0,0-1 0,0 1 0,0-1 0,0 1 0,0-1 0,0 1 1,0-1-1,0 0 0,1 1 0,-1-1 0,0 1 0,0-1 0,0 1 0,0-1 1,1 0-46,-8 479 1035,7-466-1041,1 0 1,0-1-1,1 1 1,0-1 0,1 1-1,0-1 1,1 0-1,1 0 1,0 0 0,0-1-1,2 3 6,-4-9-25,1 0-1,-1 1 1,1-2 0,0 1-1,0 0 1,1-1 0,-1 0-1,1 0 1,0 0-1,0 0 1,0-1 0,1 0-1,-1 0 1,1-1 0,0 1-1,0-1 1,0 0 0,0-1-1,0 1 1,0-1-1,0-1 1,0 1 0,3-1 25,-1 0-10,-1-1 1,0 1-1,0-2 0,1 1 1,-1-1-1,0 0 1,-1 0-1,1-1 1,0 0-1,-1 0 1,1-1-1,-1 1 0,5-5 10,-1 0-48,-1 0-1,0-1 1,-1 0-1,1 0 0,-2-1 1,1 0-1,-1 0 1,0-2 48,4-9-152,-1 0 1,-1 0 0,0-1 0,-2-1-1,-1 1 1,0-1 0,-2 0-1,2-18 152,-3 1-159,-2 0 0,-3-34 159,1 59-5,-1 0 0,0 0 0,-1 1 0,-1-1 0,-1 1 0,0 0 0,0 0 0,-2 1 0,-1-3 5,-15-22 54,-2 2-1,-1 0 1,-13-11-54,22 28 83,0 1 0,-2 1 0,0 1 0,0 0 0,-2 1 0,-14-7-83,28 18 57,-1 1 0,1-1 0,-1 1-1,0 1 1,0-1 0,-1 2 0,1-1-1,0 1 1,-1 0 0,1 1-1,-2 0-56,6 0 6,-1 0 0,1 0 0,0 1 0,-1 0 0,1 0 0,0 0-1,0 1 1,0-1 0,-1 1 0,2 0 0,-1 0 0,0 0 0,0 1-1,1-1 1,-1 1 0,1 0 0,0 0 0,0 0 0,0 0 0,0 1-1,0-1-5,-7 14 15,1 0-1,0 1 0,1 0 0,1 1 0,0-1 0,2 1 1,0 0-1,1 1 0,-1 14-14,2 12-1759,1 0 0,2 0 0,5 31 1759,5-17-4396,12-7-1842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1969,'0'0'7123,"0"0"-5410,0 0-48,0 0 368,0 156-481,0-113-687,0 6-289,0-3 16,0-4-208,0-2-320,0 0-31,0-13-33,0-2-465,0-7-943,0-9-1346,0-9-2896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8.6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5523,'0'0'2046,"0"0"-501,0 0-260,0 0 41,0 0-128,5 0 2631,89 6-828,74-7-3001,-53-1 80,-114 2-87,1 0-1,-1 0 1,0 0 0,1 0-1,-1 0 1,0 0 0,1 1-1,-1-1 1,0 0 0,1 1-1,-1-1 1,0 1 0,0 0-1,0-1 1,1 1-1,-1 0 1,0 0 0,0 0-1,0 0 1,0 0 0,0 0-1,0 0 1,-1 0 0,1 0-1,0 0 8,0 1-14,0 1 1,0-1-1,-1 1 0,1-1 0,-1 1 0,1 0 0,-1-1 0,0 1 1,0-1-1,0 1 0,0 0 0,-1-1 0,1 1 14,-2 5-39,0 1 0,0-1-1,-1 0 1,0 1 0,0-1 0,-1-1 0,0 1-1,-2 2 40,-11 14-51,-2 0-1,0-2 0,-2 0 0,-8 6 52,20-19-22,0-1 0,-1 0 0,0-1 1,-1 0-1,0 0 0,0-1 0,0-1 0,-1 0 0,1 0 0,-1-1 0,-9 2 22,-11-5-49,29-1 31,13 0-5,-10 0 23,50-1 12,-17-1-2,0 2 0,0 1 1,0 2-1,-1 1 0,20 5-10,-45-7 0,0-1 0,0 2-1,-1-1 1,1 1-1,0 0 1,-1 0-1,0 1 1,0-1-1,0 2 1,0-1-1,-1 1 1,1-1-1,-1 1 1,0 1-1,-1-1 1,1 1-1,-1 0 1,0 0-1,0 0 1,-1 0-1,0 1 1,0 0-1,-1-1 1,0 1-1,0 0 1,0 0-1,0 7 1,-1-4 9,0 0 0,0 0 0,-1 0 0,0 0 0,-1 0 0,0 1 0,-1-1 0,0 0 0,-1-1 0,0 1 0,0 0 0,-1-1 0,0 0 0,-1 0 0,0 0 0,-3 4-9,1-4 40,0 0 0,-1-1-1,0 0 1,-1 0 0,1 0 0,-2-1 0,1-1 0,-1 1 0,0-2-1,0 1 1,-1-1 0,1-1 0,-1 0 0,-8 1-40,-1-1 239,-1 0 0,0-2 1,1-1-1,-1-1 0,-18-1-239,-8 0 2534,46 1-2078,1 0-181,0 0-46,0 0 30,0 0-104,0 0-86,0 0-229,0 0-288,0 0-422,0 0-819,5-2-1422,19-7-2360,9-8-3224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29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9 800,'0'0'2991,"0"0"-699,0 0-155,0 0-150,0 0-100,0-1-1795,-1 1-1,1 0 1,0 0 0,0 0 0,0 0 0,0-1 0,0 1 0,0 0 0,0 0 0,0 0 0,0-1 0,0 1 0,-1 0 0,1 0 0,0 0 0,0-1 0,0 1 0,0 0 0,1 0 0,-1-1 0,0 1 0,0 0 0,0 0 0,0 0 0,0-1 0,0 1 0,0 0 0,0 0 0,0 0 0,0 0 0,0-1-1,1 1 1,-1 0 0,0 0 0,0 0 0,0 0 0,0-1 0,1 1 0,-1 0 0,0 0 0,0 0 0,0 0 0,1 0 0,-1 0 0,0 0 0,0 0 0,0 0 0,1 0 0,-1 0 0,0 0 0,0-1 0,0 1 0,1 0-92,8 4 232,0 0 1,0 0 0,-1 0-1,1 1 1,-1 0-1,0 1 1,-1 0 0,4 3-233,62 59 1321,-59-54-1091,17 18 136,-1 2 0,-2 2 1,-1 0-1,-2 1 0,-1 4-366,26 51 744,21 59-744,-66-139 72,15 30-57,-20-40 0,1-1 1,0 1 0,0-1 0,0 1 0,0-1 0,0 1 0,0-1 0,0 0 0,0 0 0,1 0 0,-1 0 0,1 0 0,-1 0 0,0 0-1,1 0 1,-1 0 0,1-1 0,0 1 0,-1 0 0,1-1 0,0 1-16,7-18 432,37-117-221,15-82-211,-14 42-37,-36 142 47,-7 23 0,-1 0 1,-1 1 0,1-1 0,-1 0 0,-1 0-1,1-9-10,-2 17 94,0 1-30,0 6-99,-1 5 24,0-1-1,-1 0 1,0 0 0,0 1-1,-1-2 1,-1 1 0,-2 5 11,-38 76 73,15-31-46,-13 43 26,-14 60-53,31-87 81,24-69-428,-2 5 842,-2-8-8513,-7-4 1719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1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1121 1 8180,'0'0'1150,"0"0"-187,0 0 392,0 0 448,0 34-666,0-3-929,0 8 85,2-1 0,1 0-1,2 1 1,8 31-293,13 76 798,-7 1 0,-6 0-1,-6 59-797,13 161 902,-19-349-901,0-1 0,1 0 0,1 1 0,1-1 0,0-1 0,1 1 0,1 0 0,0-1 0,1 0 0,1-1 0,3 4-1,-7-16-118,-4-3 91,0 0 0,1 0 0,-1 0 0,0 0 0,1 0 0,-1 0 0,0 1 0,0-1 0,1 0 0,-1 0 0,0 0 0,0 0 0,1 1 0,-1-1 0,0 0 0,0 0 0,1 0 0,-1 1-1,0-1 1,0 0 0,0 0 0,1 1 0,-1-1 0,0 0 0,0 1 0,0-1 0,0 0 0,0 0 0,0 1 0,0-1 0,0 0 0,0 1 0,0-1 0,0 0 0,0 1 0,0-1 0,0 0 0,0 1 0,0-1 0,0 0 0,0 0 0,0 1 0,0-1 0,0 0 0,0 1 0,-1-1 0,1 0 0,0 0 0,0 1 0,0-1 0,0 0 0,-1 0 0,1 1 27,-460 275-91,-274 195 2316,708-455-2144,19-12-95,-1 0 0,1 0 1,0 1-1,0 0 0,0 0 1,1 1-1,0 0 0,0 0 1,0 1-1,-1 2 14,6-8-718,7-1-30,1-1 0,-1 1 0,0-2 0,0 1 0,0 0-1,0-1 1,3-2 748,65-36-3506,-41 19 1815,63-32-2748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2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1318 0 9845,'0'0'1771,"-37"24"-77,6-4-1382,-244 163 2217,53-19-932,-222 152 531,235-170-610,136-92-1065,48-31-58,24-21-173,1-2 47,0 0-58,0 0 98,0 0-55,0 0-75,0 0-99,0 0-56,0 0-59,0 0-24,0 0-53,0 0-53,0 0 2,0 0 30,0 0-73,0 0 17,0 0 15,0 0 57,0 0-6,0 0 3,0 0 19,0 0-30,0 0 59,0 0 48,0 0 16,0 0 24,0 0-27,0 0-15,0 0-22,0 0-136,0 0-158,0 0-202,0 0-144,0 0-334,0 0-547,0 0-904,0 0-1468,0 0-1242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6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2047 10181,'0'0'1803,"0"0"-138,0 0-507,0 0-339,0 0-432,2 7-217,-2-4-160,1-1 0,-1 0 0,1 0 0,0 0 0,0 1 0,0-1 0,0 0 0,0 0 0,0 0 0,0 0 0,1-1 0,-1 1 0,1 0 0,-1 0 0,1-1 0,0 1 0,0-1 0,-1 0 0,1 1 0,1-1-10,3 1 154,0 0 0,-1 0 0,1-1-1,0 0 1,0 0 0,1-1 0,-1 1 0,0-1 0,1-1-154,20 1 782,-10 1-510,1 0 1,0-2-1,0 0 1,0-2-1,0 1 1,-1-2-1,0-1 0,1 0-272,32-15 53,-2-3-1,-1-1 0,-1-2 1,-1-3-1,-2-1 0,0-2 1,-2-2-1,-2-2 0,-2-1 0,11-16-52,-30 29 40,-2 0-1,-1-1 0,-1-1 0,-1 0 0,-1-1 0,-1-1 1,-2 0-1,5-20-39,6-47 307,9-95-307,-22 135 97,7-106 280,-7 0 1,-8-23-378,1 90 21,1 77 13,-2 0 0,0 0 0,0 0 0,-2 1-1,0-1 1,-1 1 0,0 0 0,-2 0 0,1 0-1,-2 1 1,0 0 0,-1 0 0,-1 0 0,0 1-1,-1 1 1,0 0 0,-1 0 0,-2-1-34,6 7 31,-25-25-85,-29-24 54,48 47-73,0-1 1,0 2 0,0 0 0,-1 0 0,-1 2 0,1 0-1,-2-1 73,-1 4-81,13 2 41,-1 0-1,0 0 1,1 0-1,-1 0 1,1-1-1,-1 0 0,1 0 1,-4-2 40,8 48-205,-1-22 221,2-1 1,0 0 0,1 0 0,2 0-1,0 0 1,1 0 0,2 1-17,-4-60-616,-7 15 495,-1 1 0,0 0 0,-2 1 0,-2-4 121,3 6 32,0 1 0,0-1 1,2 0-1,1 0 0,0 0 0,1-6-32,2 24 18,0 1-34,0 0-21,0 0 5,0 0-51,20 1-237,18 3 263,-1 2-1,1 1 0,-2 3 1,1 0-1,28 14 58,-64-24-31,0 0 1,0 1-1,0-1 0,0 0 1,1 1-1,-1-1 0,0 1 0,0 0 1,0-1-1,0 1 0,0 0 1,0-1-1,0 1 0,-1 0 1,1 0-1,0 0 0,0 0 0,-1 0 1,1 0-1,0 0 0,-1 0 1,1 0-1,-1 0 0,1 0 1,-1 1-1,0-1 0,1 0 0,-1 0 1,0 0-1,0 1 0,0-1 1,0 0-1,0 1 31,-1 1-19,0 0 1,-1-1-1,1 1 0,-1 0 1,0 0-1,1-1 1,-1 1-1,0-1 0,-1 1 1,1-1-1,0 0 1,-1 0-1,1 0 19,-15 11 55,0-1-1,0-1 1,-14 5-55,-12 5 552,-2-2 0,-8 1-552,49-18 67,3-1-310,1-1-506,2 4-4357,5 3-204,8 0-2381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7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0 157 6163,'0'0'1326,"0"0"-291,0 0 224,0 0-290,0 0-164,15 15 54,-4-4-752,5 6 324,0 0 0,1-2 0,1 0 0,0 0-1,1-2 1,21 11-431,-29-20 88,0 0 0,0-1-1,0 0 1,1-1 0,-1 0 0,1-1-1,-1 0 1,1-1 0,5 0-88,-15-1 9,0 1 0,0 0 0,0-1-1,0 1 1,0-1 0,0 0 0,0 1 0,0-1 0,0 0 0,0 0 0,0 0 0,0-1-1,-1 1 1,1 0 0,0-1 0,-1 1 0,1-1 0,-1 0 0,1 1 0,-1-1 0,0 0-1,0 0 1,0 0 0,0 0 0,0 1 0,0-2 0,-1 1 0,1 0 0,-1 0-1,1 0 1,-1 0 0,0-1-9,3-13 42,-2 1 0,0-1-1,0 1 1,-2-8-42,1 4 69,-1 12 13,0-1-1,0 0 0,-1 1 1,1 0-1,-2-1 0,1 1 0,-1 0 1,0 0-1,0 0 0,-1 0 1,0 1-1,0-1 0,-1 1 1,0 0-1,0 0 0,0 1 1,-1 0-1,1 0 0,-1 0 1,-1 0-1,1 1 0,0 0 1,-1 0-1,0 1 0,0 0 1,0 0-1,-1 1 0,1 0 1,0 0-1,-1 0 0,1 1 1,-1 0-1,-5 1-81,10 0 6,-1 0 0,1 0-1,-1 0 1,1 0 0,-1 1 0,1 0-1,-1-1 1,1 1 0,0 1 0,0-1-1,-1 0 1,1 1 0,0 0 0,0-1-1,0 1 1,0 1 0,-1 1-6,-1 1-70,0 2 0,0-1 0,1 1 0,0-1 0,1 1 0,0 0 0,-3 7 70,-12 41-1898,10-17-2511,7-16-1335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8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1969,'0'0'317,"0"0"380,0 0 172,0 0-650,0 0-141,11-3 1515,-9 3 2828,-1 2 4027,2 155-7318,0-77-2143,-2 0-3866,-2-65 248,-2-7-2010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9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0 123 4418,'0'0'1753,"0"0"-200,0 0-81,0 0-493,0 0-261,1-3 3880,11-3-3778,25 1-363,0-2-1,0-1 0,0-2 0,12-6-456,-30 8-740,-33 8-1125,-12 1 1717,-145-1 68,168 0 1320,5 0-384,16-2-34,69-8-571,-24-10-163,-48 14-69,0 0 0,1 2 1,-1 0-1,1 0 0,0 2 0,7-1-19,-22 3 19,-1 3-67,1 69 163,-4 132 574,0-167-458,-1 0-1,-2-1 1,-2 0-1,-6 19-230,11-45 876,-5 10-3856,7-19 2597,1 0-1,-1-1 1,0 1-1,1-1 0,-1 1 1,0-1-1,1 1 1,-1-1-1,0 0 0,1 1 1,-1-1-1,0 0 1,0 0-1,0 1 1,1-1-1,-1 0 0,0 0 1,0 0-1,0 0 1,1 0-1,-1 0 0,0 0 1,0 0-1,0-1 1,0 1 383,-9-2-5349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39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8212,'0'0'2275,"0"0"-426,0 0 171,0 0-969,0 0-789,9 0-89,40-4 493,-1-1 0,-1-3 0,9-4-666,-44 9-280,12-2 1670,-18 3-3049,-8 1-3578,-17 1-3135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1:52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 10325,'0'0'1099,"0"0"-331,0 0 382,0 0-205,0 0-561,0 0-101,0 0 488,-1 2 5306,10 3-4719,28 3-1366,0-1-1,0-2 1,1-2-1,0-1 1,0-2 0,0-2-1,2-2 9,-38 4-13,8 0-26,-1-1-1,1 0 1,-1-1 0,0 0-1,0 0 1,0-1-1,0 0 1,4-2 39,-12 4-43,-11 1-282,-329 9 1080,338-9-590,1 0 1,0 0-1,0 0 81,14 0-36,-7 0-197,28 1 63,-1-2 1,0-1-1,1-2 0,19-6-76,137-35-46,-212 45-2805,-5 0-2162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0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8436,'0'0'1969,"0"0"-657,0 0-287,0 0 592,0 0-465,0 0-832,0 0-320,0 0-32,0 0-1040,0 0-2850,-11 0-4802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4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1814 8980,'0'0'1302,"0"0"-35,0 0-365,0 0 149,0 0-330,-8 1 7640,2-6-8967,-15-26 843,2-1 1,1 0-1,2-1 0,-4-12-237,-9-18 438,12 23-347,1-1 0,1-1 0,3 0 0,2-1 0,1-1 0,2 1 0,3-1 0,1 0 0,2-24-91,0-25 5,0-7 54,3-1-1,14-76-58,-11 145-5,2-1-1,1 2 1,1-1 0,1 1 0,2 0 0,2 1-1,0 1 1,2 0 0,1 1 0,12-14 5,47-50-188,54-48 188,-106 114-74,-19 21 92,6-9-965,-28 13 154,3 2 1056,0 1-276,-1 1 0,1 1 0,0 0 0,0 1 0,0 1 0,0 0 0,1 1 0,0 0-1,-11 9 14,-19 8 174,37-19-40,13-4 8,14-6-98,5-6-8,-1-1 0,0-2 0,5-4-36,-3 2 46,0 1 0,20-8-46,-47 23-8,1-1-1,-1 1 1,0 0-1,1 0 1,-1-1-1,0 1 1,1 0 0,-1 0-1,0 0 1,1 0-1,-1 0 1,0 0-1,1-1 1,-1 1-1,0 0 1,1 0-1,-1 0 1,1 0-1,-1 0 1,0 0-1,1 0 1,-1 1 0,1-1-1,-1 0 1,0 0-1,1 0 1,-1 0-1,0 0 1,1 0-1,-1 1 1,0-1-1,1 0 1,-1 0-1,0 1 1,0-1-1,1 0 1,-1 1 8,-3 14-103,-19 21 99,22-36 0,-55 75 74,21-30-9,2 2 0,1 4-61,31-51 16,0 1 0,-1-1-1,1 1 1,0 0 0,0-1-1,-1 1 1,1-1 0,0 1 0,-1-1-1,1 1 1,0-1 0,-1 0-1,1 1 1,-1-1 0,1 1 0,-1-1-1,1 0 1,-1 0 0,1 1-1,-1-1 1,1 0 0,-1 0 0,1 1-1,-1-1 1,0 0 0,1 0 0,-1 0-1,1 0 1,-1 0 0,1 0-1,-1 0 1,0 0 0,1 0 0,-1 0-1,1 0 1,-1 0 0,0 0-1,1-1 1,-1 1 0,1 0 0,-1 0-1,1-1 1,-1 1 0,1 0-1,-1-1 1,1 1 0,-1 0 0,1-1-1,0 1 1,-1-1-16,-20-29-85,17 22 123,-21-26-137,19 27 124,-1-2-1,2 1 1,-1-1-1,1 1 1,0-2-1,1 1-24,4 6-628,4-3-8304,0 3 7853,11-13-7512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5.7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31 210 5587,'0'0'1643,"0"0"35,0 0-509,0 0-230,0 0-251,0 0-74,-5 23-54,-4 24-6,1 1 0,3-1 0,1 20-554,4-57 134,0 0 0,1 0-1,0 0 1,0 1 0,1-1 0,0 0 0,1-1-1,2 7-133,-3-11 43,1-1 0,-1 0 0,1 0 0,0 0 0,0 0 0,1 0 0,-1-1 0,1 0 0,-1 1 0,1-1 0,0 0 0,0-1 0,1 1 0,-1-1-1,0 0 1,1 0 0,-1 0 0,1-1 0,1 1-43,6 1 2,1 0 0,-1-1 0,0 0 0,1-1 0,-1-1 0,0 0 0,1-1 1,-1 0-1,1 0 0,-1-2 0,0 1 0,0-2 0,0 0 0,-1 0 0,1-1 0,-1 0 0,0-1 0,0 0 0,-1-1 0,0 0 0,0-1 0,0 0 0,-1 0 0,0-1 0,-1-1-2,6-4-8,-2 0 0,0-2 0,-1 1-1,0-2 1,-1 1 0,-1-1 0,-1-1 0,-1 0-1,0 0 1,-1 0 0,-1-1 0,0 1 0,-2-1-1,0-1 1,0-18 8,-3 25 81,0-1 0,-1 1 1,-1-1-1,0 1 0,-1 0 0,0-1 0,-1 1 0,-1-2-81,2 10 99,0-1 0,0 0 0,0 1 0,0 0 0,-1 0 0,0 0 0,0 0 0,-1 0 0,1 1 0,-1 0 0,0 0 0,0 0 0,0 1 0,-1-1 0,1 1 0,-1 1 0,0-1 0,-3-1-99,-3 1 90,0 0 0,0 1 0,-1 0 0,1 1 0,0 1 0,-1 0 0,1 0 0,0 1 0,0 0 0,-1 2 0,1-1 0,0 1 0,1 1 0,-1 0 0,1 1 0,-10 4-90,13-4-8,0 0 0,1 0 0,-1 1 1,1 0-1,0 1 0,1-1 0,0 1 0,-3 4 8,6-6-153,0 0 0,0 1-1,0-1 1,1 1 0,0 0 0,0-1 0,1 1 0,-1 0 0,1 0-1,0 0 1,1 0 0,0 1 0,0 1 153,2 54-5141,6-36 3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6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0 8772,'0'0'1505,"0"0"272,0 0 79,-11 184-751,11-129-561,0 0-256,0-3-80,0-10-128,0-5-64,0-6-16,0-10-80,0-9-304,0-6-464,0-6-1569,4 0-1745,9-21-2033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6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6867,'0'0'1937,"0"0"-160,0 0-339,0 0 8,0 0-560,5 2-356,3 1-375,0 0 0,0 0 0,0-1 0,1 0 0,-1-1 0,1 0 0,-1 0 0,1-1 0,-1 0 0,5 0-155,-5-1 65,0 0 1,1 1-1,-1 1 1,0-1-1,0 1 0,0 1 1,0-1-1,0 1 1,0 1-1,0 0 0,0 0 1,-1 0-1,0 1 1,7 4-66,-5 1 24,0 0 1,0 1-1,-1 0 1,-1 1 0,0 0-1,0 0 1,-1 0 0,0 1-1,-1 0 1,-1 0-1,3 11-24,6 22 120,-2 0-1,1 26-119,-5 8 98,-7-61-66,1 0 1,1-1 0,0 1-1,1-1 1,1 0 0,4 10-33,-2-20 306,-3-6-1934,-1-4-5977,-2-12 2848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6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7283,'0'0'3730,"0"0"-1073,0 0-1184,0 0 64,0 0-705,0 0-96,150 18-159,-93-18-417,-6 0-128,-10-15-32,-14 6-384,-10-4-689,-14 7-1440,-3 3-2225,0 3-3474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8.6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2115 7059,'0'0'1153,"0"0"-107,0 0-371,0 0 85,0 0-112,0 0-133,29-13 283,94-41 392,-78 33 475,-2-2 0,-1-2-1,10-8-1664,-6 2 384,2-1-334,-3-2-1,0-3 1,-2-1-1,-2-2 1,-2-2 0,-2-2-1,-2-1 1,-1-2-1,-3-1 1,-2-1 0,-2-2-1,14-36-49,-29 54 14,-1-1-1,-1 0 0,-2-1 1,-2 0-1,-1 0 1,-2-1-14,4-77 124,-7-25-124,0 80 17,-1 35 32,0-1 0,-2 1 0,0 0 0,-2 1 0,0-1 0,-2 1 0,0 0 0,-2 0 0,0 1 0,-12-20-49,-21-41 160,-7-15 427,-37-51-587,51 98 689,-3 1-1,-18-16-688,39 53 427,16 12-424,1 0-1,-1 0 1,1 1 0,0-1 0,-1 0 0,1 0 0,-1 0 0,1 1-1,0-1 1,-1 0 0,1 1 0,0-1 0,-1 0 0,1 1-1,0-1 1,0 0 0,-1 1 0,1-1 0,0 1 0,0-1-1,0 0 1,-1 1 0,1-1 0,0 1 0,0-1 0,0 1-1,0-1 1,0 1 0,0-1-3,0 50-186,1-31 247,-1 34-43,3-1-1,3 19-17,-5-57-29,-2-13 9,1 1 1,0-1 0,0 0 0,0 0 0,-1 1 0,1-1 0,0 0 0,0 1 0,1-1 0,-1 0 0,0 0 0,0 1 0,1-1 0,-1 0 0,1 0 0,-1 0 0,1 1 0,-1-1 0,1 0 0,0 0 0,-1 0 0,1 0 0,1 1 19,-2-2-165,0 0 21,0-6-99,-3-5 179,-1 0 0,0 1 0,0-1 0,-1 1 0,-1 0 0,-3-6 64,-17-34 29,8-1 13,10 28 168,0 0-1,-11-19-209,18 41 75,1 1 8,0 0 0,0 0-51,0 0-56,257 0-1049,-258 23 833,-3-16 266,0 0-1,0 0 1,-1-1 0,0 1-1,0-1 1,0 0 0,-1-1-1,0 1 1,0-1 0,-1 0-26,-7 6 158,-1-1 1,0 0-1,0-1 1,-12 4-159,26-13-165,1 0-532,0 0-1090,5 0-2830,11 0 2570,-11 0 510,30 0-5277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9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52 133 6883,'0'0'1908,"0"0"-358,0 0-70,0 0-242,0 0-403,0 18 40,-1-1-741,-1 6 332,2 0-1,0 0 1,2 0-1,0 0 1,5 14-466,-7-32 44,2 0 1,-1 0-1,0 1 0,1-1 1,0 0-1,0 0 1,1-1-1,0 1 0,-1 0 1,1-1-1,1 1 0,-1-1 1,1 0-1,-1 0 1,1-1-1,0 1 0,1-1 1,-1 0-1,1 0 0,-1 0 1,1 0-1,0-1 1,0 0-1,0 0 0,0 0 1,0-1-1,0 0 0,1 0 1,1 0-45,0 0-47,0 0 1,0 0 0,0-1-1,0 0 1,0 0-1,0 0 1,0-1-1,0-1 1,0 1-1,0-1 1,0 0 0,-1 0-1,1-1 1,-1 0-1,1 0 1,-1-1-1,0 0 1,0 0-1,-1 0 1,1 0 0,-1-1-1,0 0 1,0 0-1,0-1 1,-1 1-1,0-1 1,0 0 0,-1 0-1,1-1 1,-1 1-1,-1-1 1,2-2 46,0-3-34,0 0 1,-1 0-1,0-1 1,-1 1-1,0-1 1,-1 1-1,-1-12 34,1 17 20,-2 0 0,1-1 0,-1 1 0,0 0 0,0-1-1,-1 1 1,0 0 0,-1 0 0,1 0 0,-1 0 0,0 1 0,-1-1 0,-3-4-20,-2 1 151,0 1 1,0-1-1,-1 2 0,0 0 1,0 0-1,-1 1 1,0 0-1,0 0 1,-10-3-152,12 7 120,1-1 1,-1 2 0,1-1 0,-1 1 0,0 0 0,0 1 0,0 0-1,0 1 1,0 0 0,-1 0 0,1 0 0,0 2 0,0-1 0,-5 2-121,9-1 7,0 0 0,1 0 0,-1 1 0,1-1 0,-1 1 0,1 0 0,0 0 0,0 1 0,0-1 0,0 1 0,1 0 0,-1 0 0,1 0 0,0 0 0,0 1 0,1-1 0,-1 1 0,0 2-7,-1 3-498,0-1 0,0 1 0,2 0 0,-1 0 0,1 1 0,0-1 0,1 0 0,0 10 498,1-19-265,0 0-1,0 0 1,-1 0 0,1 0 0,0 0-1,0 0 1,0 0 0,1 0 0,-1 0 0,0 0-1,0 0 1,1 1 0,-1-1 0,0 0-1,1 0 1,-1-1 0,1 1 0,-1 0 0,1 0-1,0 0 1,-1 0 0,1 0 0,0 0-1,0-1 1,-1 1 0,1 0 0,0-1 0,0 1-1,0-1 1,0 1 0,0-1 0,0 1 0,0-1-1,0 1 266,30 3-7235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9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4178,'0'0'2385,"0"0"-640,0 0-273,0 0 225,0 0-736,31 159-241,-25-128-176,1-4 49,0-6-161,-7-2-144,3-4-272,1-3-16,-1-9-208,4 0-849,-4-3-784,4 0-1120,0-9-1521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19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53 6883,'0'0'2236,"0"0"-377,0 0-431,0 0-132,0 0-637,-8-1-18,17-4-317,-1 1-1,1 0 1,0 1 0,-1 0 0,2 0 0,6 0-324,18-7 951,-24 6-791,0 1-1,0 0 0,0 1 1,0 0-1,1 1 0,-1 0 1,0 0-1,4 1-159,-11 0 8,1 1-1,0-1 1,0 1 0,0 0-1,-1 0 1,1 0 0,0 1-1,-1-1 1,1 1 0,-1 0-1,0 0 1,1 0 0,-1 0-1,0 1 1,0-1 0,0 1-1,-1 0 1,1 0 0,-1 0-1,1 0 1,-1 0 0,1 4-8,10 21 145,-1 0 0,-2 1 1,-1 1-1,-1 0 1,2 18-146,20 71 108,-26-110 1154,-1-3-4970,-5-13-7357,-13-15 5009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0 135 7652,'0'0'2321,"0"0"-369,0 0-463,0 0-288,0 0-593,0 0 32,133-15-144,-96-7-175,-7 1-321,-2 0-321,-5-1-863,1 4-1377,-3 3-2049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1.6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2524 2945,'0'0'5384,"0"0"-2775,0 0-1317,0 0-204,0 0-456,26 1-445,82 3-88,-101-4-84,0 0 0,0-1 0,1 0 0,-1 0-1,0-1 1,0 1 0,0-2 0,0 1 0,-1-1 0,1 0 0,-1 0 0,1-1 0,-1 0 0,0 0 0,-1-1 0,1 1 0,-1-1-1,2-2-14,14-12 113,29-24 142,-3-2-1,-1-2 1,-3-2-1,-1-2 0,-3-2 1,-3-2-1,-1-1 1,-3-1-1,-3-2 1,-3-1-1,8-28-254,-17 32 249,-3-1-1,-2-1 1,-2 0 0,-1-33-249,-2-47 739,-7-49-739,-3 142 191,-2 0 0,-1 1 1,-3 0-1,-1 0 0,-3 1 0,-5-11-191,-8-14 400,-3 2 1,-3 1-1,-21-30-400,-12-2 248,-4 2 0,-5 4 0,-3 3 0,-13-5-248,53 57 83,35 34-59,-1 0-1,0 0 0,1 0 0,-1 0 0,0 0 0,0 1 1,0-1-1,0 1 0,0 0 0,0 0 0,-1 0 0,1 0 0,0 0-23,2 1 121,1 0 1,0 0-52,0 0-46,0 0-3,0 0 22,0 0-1,0 0-15,0 3 8,2 51-32,3-1 0,6 21-3,-3-19 18,-2 0 0,-1 23-18,-5-44-216,0-33 51,0-1 42,-9-5-176,-2-11 236,-1 0 0,2-1 0,0 0-1,1 0 1,1-1 0,-3-10 63,-7-25 209,-9-40-209,22 73 61,1 11 13,2 0-1,-1 0 1,2 0-1,-1 0 1,1 0 0,0 0-1,1 0 1,0 0 0,1 0-1,0-5-73,0 13-2,0 0-1,0 0 1,0 0-1,1 1 1,-1-1-1,0 0 1,0 0-1,1 1 1,-1-1-1,0 1 1,1-1-1,-1 1 1,1-1-1,-1 1 1,1 0-1,-1 0 1,1 0-1,-1 0 3,36-4 9,-31 4 3,52-3-153,0 3 0,7 3 141,-63-3-13,0 0 0,0 0 0,0 0 0,0 1 0,-1-1 0,1 1 0,0-1 0,0 1 0,-1 0 0,1 0 0,0-1 0,-1 1 0,1 0 1,-1 1-1,1-1 0,-1 0 0,0 0 0,1 1 0,-1-1 0,0 0 0,0 1 0,0-1 0,0 1 0,0 0 0,0-1 0,-1 1 1,1 0-1,0 0 0,-1-1 0,1 1 0,-1 0 0,0 0 0,0 0 0,1 0 0,-1-1 0,0 1 0,-1 0 0,1 0 0,0 1 13,-1 4 13,0-1-1,0 0 0,-1 0 1,1 0-1,-1 0 1,-1-1-1,1 1 0,-1 0 1,0-1-1,0 0 0,-2 3-12,-10 9 75,1-2 1,-2 0-1,0-1 0,-1 0 0,0-1 0,-3 0-75,4-1-2084,11 8-6506,5-8 133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2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93 311 8420,'0'0'1862,"0"0"-157,0 0-419,0 0-38,0 0-490,1 26-227,8 84 200,-7-102-616,0-1 0,0 0 1,1 1-1,0-1 0,1 0 1,0 0-1,0-1 0,0 1 1,1-1-1,-1 0 0,2 0 0,-1 0 1,1-1-1,0 1 0,0-2 1,0 1-1,0-1 0,1 0 0,0 0 1,0 0-1,0-1 0,0 0 1,1-1-1,-1 0 0,1 0 0,0 0 1,-1-1-1,2 0-115,4 1 18,1-1 1,-1-1-1,1 0 0,-1 0 1,1-1-1,-1-1 0,1-1 1,-1 0-1,0 0 0,0-1 1,0-1-1,-1 0 0,0-1 1,2-1-19,-6 2-41,-1 0 0,0 0 0,0 0 1,0-1-1,-1 0 0,1-1 0,-1 0 0,-1 1 0,1-2 1,-1 1-1,-1-1 0,1 0 0,-1 0 0,-1 0 1,0 0-1,0 0 0,0-1 0,-1 0 0,0 1 1,-1-1-1,1-9 41,0-2-7,-2 0 0,0 0 0,-1 0-1,-1 0 1,-4-18 7,3 27 18,0 0 0,-1 0 0,-1 0 0,0 0 0,0 0 0,-1 1 0,0 0 0,-1 0 0,0 1 0,-6-6-18,4 4 96,-1 0-1,0 1 1,-1 0 0,0 1 0,0 0 0,-1 1 0,0 0-1,-1 1 1,0 0 0,0 1 0,0 0 0,-1 1-1,1 1 1,-1 0 0,0 1 0,-1 0 0,1 1-1,0 1 1,-1 0 0,1 1 0,-1 1 0,1 0 0,-7 2-96,13-1 16,0 0 0,0 1 1,0 0-1,1 0 0,-1 1 1,1 0-1,0 0 0,0 1 1,0 0-1,1 0 1,-1 1-1,1 0 0,0 0 1,1 0-1,0 0 0,0 1 1,0 0-1,1 0 0,0 1 1,-1 1-17,-2 6-54,0 0 1,1 1-1,1 0 1,0 0-1,1 0 0,0 0 1,2 1-1,0 0 1,0 11 53,2-20-306,0-1 1,0 0 0,1 0-1,0 1 1,0-1 0,0 0-1,1 0 1,0 0 0,2 5 305,-1-9-465,-1 1 0,1-1 0,0 1 1,0-1-1,0 0 0,0 0 1,1 0-1,-1 0 0,1-1 1,-1 1-1,1-1 0,0 0 1,0 0-1,0 0 0,0-1 0,3 1 465,43 12-6680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2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2065,'0'0'4130,"0"0"-2513,0 0 223,0 0 546,0 0-177,34 155-657,-31-103-271,1 0-417,-1-9-288,4-9-303,0-7-177,0-2-96,-4-10-240,0-3-721,1-9-992,-1-3-1424,0 0-1458,-3-18-2192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2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47 5394,'0'0'2684,"0"0"-760,0 0-489,0 0 129,0 0-252,-5 0-399,-3 0-780,1 0 431,10-1 221,51-3 1140,13-13-1293,-49 11-598,-1 1 1,1 1 0,1 0-1,-1 1 1,15 1-35,-32 2 5,1 1 0,-1 0 0,1-1 0,-1 1 0,0 0 0,0 0 0,1 0-1,-1 0 1,0 0 0,0 0 0,0 0 0,0 1 0,0-1 0,0 0 0,0 1 0,-1-1 0,1 0 0,0 1-1,-1-1 1,1 1 0,-1-1 0,0 1 0,1-1 0,-1 2-5,10 47 161,-9-46-141,24 220 560,0 5-141,-24-226-2549,-1-6 435,-3-11-816,-9-27-2152,-10 8-696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23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17 105 3282,'0'0'3796,"0"0"-872,0 0-630,0 0-181,0 0-621,-5-1-511,-7-3-474,21-2-113,42-12 204,-6 3-82,110-45 1895,-179 68-11676,-2 11-2506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2.5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0 205 6051,'0'0'2142,"0"0"-13,0 0-112,0 0-475,0 0-488,0 0-353,2 3 97,2 6-407,0 0 1,-1 1-1,1-1 0,-2 1 0,0 0 0,0-1 0,-1 1 1,1 8-392,-3 88 1304,0-50-872,-9 161 78,9-251-638,-3-42 26,3-1 0,4 0 0,3 1 0,8-26 102,-7 62 102,-1-1 0,-2 0 1,-1-26-103,-3 66 114,0 1 22,0 0-56,0 0 22,0 0-41,0 0-16,0 0 22,0 0 107,79-1 131,-1 4 0,1 3 0,74 16-305,-80-4-82,-45-10-9,0-2-1,1 0 0,-1-2 0,24 0 92,-51-4-80,-1 0 35,0 0-14,0 0-82,0 0 0,-21-2-708,10-4 847,0-1 0,0 0 0,0-1-1,1 0 1,1 0 0,-1-1 0,1-1-1,1 0 1,0 0 0,0 0 0,1-1 0,-4-8 2,10 87 816,1 157 230,-3-236-918,-2-24-83,2 0 0,1-1 0,2 1 0,2-1-45,-1-26 31,-1 61-31,0 0 0,0 0 0,0-1 0,0 1 0,1 0 0,-1-1 0,0 1 0,1 0 1,-1 0-1,0-1 0,1 1 0,0 0 0,-1 0 0,1 0 0,0 0 0,0 0 1,-1 0-1,1 0 0,0 0 0,0 0 0,0 0 0,0 0 0,0 0 0,0 1 1,1-1-1,-1 1 0,0-1 0,3 0 0,-1 0 1,1 0-1,-1 0 0,1 0 1,-1 1-1,1 0 0,0-1 1,-1 1-1,1 1 0,2-1 0,3 1-4,-1 1 1,1 0-1,-1 0 0,0 0 1,0 1-1,0 0 0,0 1 1,-1 0-1,2 1 4,-1 1-57,-1 0 1,1 0 0,-1 1-1,-1 0 1,1 1-1,-1 0 1,3 5 56,-8-11-11,0 0-1,1-1 1,-1 1 0,-1 0 0,1 0-1,0-1 1,0 1 0,-1 0-1,1 0 1,-1 0 0,1 0 0,-1 0-1,0 0 1,0 0 0,0 0-1,0 0 1,0 0 0,0 0 0,-1 0-1,1 0 1,-1 0 0,1 0-1,-1 0 1,0 0 0,1-1 0,-1 1-1,0 0 1,0 0 0,-1-1-1,1 1 1,0-1 0,0 1 0,-1-1-1,1 1 1,-1-1 0,1 0-1,-1 0 1,0 0 0,-1 1 11,-24 11 243,0-1 0,0-2 0,-1-1 0,-1-1 1,0-1-1,0-2 0,-13 1-243,71-6 612,-16 1-598,0 0 0,0-1 0,0-1 0,0 0 0,0-1 0,0-1 0,3 0-14,-9 0 1,-4 3-10,-1-1 1,0 0-1,0 1 0,1-1 0,-1 0 0,0 0 0,0 0 0,0 0 0,0 0 0,0-1 1,0 1-1,-1 0 0,1-1 0,0 0 0,-1 1 0,1-1 0,0-1 9,-2 3-85,0 0-19,0 0-35,0 0 19,-28-1-3229,-41 4-6015,26 10 2001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3.0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6963,'0'0'3375,"0"0"-1054,0 0-419,0 0-456,0 0-523,19 3-248,124 8 4111,75-6-4786,-145-5-1903,-15-1-3670,-23 1-3142,-68 0 2883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3.4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73 0 4466,'0'0'3145,"0"0"-992,0 0-320,0 0-309,0 0-169,3 18-21,5 12-522,0-1 1,2 1-1,1-1 0,13 24-812,-11-30 273,-5-9-236,1 1 1,-2 0 0,0 0 0,0 0 0,-2 1 0,0 0 0,0 0 0,-2 0-1,0 1 1,0 10-38,-6-26-107,1 0 0,-1 0 0,0-1 0,0 1 1,0-1-1,0 1 0,0-1 0,0 0 0,0 0 0,0-1 0,-2 1 107,1 0-99,-14 0 84,-19 0 390,-1-1 0,1-2 0,-4-2-375,75 7 392,-1-2-1,1 0 1,0-3 0,-1-1-1,18-4-391,1-2 631,-1-2-1,0-3 1,8-5-631,-58 19-188,1 0-1,-1-1 1,-1 1 0,1-1 0,0 1 0,0-1 0,0 1 0,-1-1 0,1 1-1,-1-1 1,1 0 0,-1 1 0,0-1 0,0 0 0,0 1 0,0-1 0,0 0-1,0 1 1,0-2 188,3-22-4957,12-4-3871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7.2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41 8132,'0'0'1686,"0"0"243,0 0-136,0 0-433,0 0-632,-8 0 129,423 6 1875,-415-7-2750,-1-1 0,1 1 0,-1-1 1,1 1-1,-1-1 0,1 1 0,-1 0 1,0-1-1,0 1 0,0 0 0,1 0 0,-1 0 1,0 0-1,0 0 0,-2-1 18,-4-7 122,-6-7-299,8 16 608,3 11 804,-8 78-832,6-63-11,0 1 1,1 24-393,3-50 77,0-1 30,0 0-9,0-29 393,0-70-491,0 99 14,0 0-52,7 0 29,1 0 0,-1 1 0,0 0-1,0 1 1,0-1 0,0 1 0,0 1 0,0-1-1,-1 1 1,1 1 0,-1-1 0,0 1 0,0 0-1,0 0 1,0 1 0,-1 0 0,0 0 0,0 0-1,0 0 1,0 2 9,-4-6-50,-1-1 52,-21 6-7,11-2-606,1 0-1,0 0 1,-1 1 0,2 0-1,-1 0 1,1 1 0,0 0 0,-1 1 611,-9 14-6166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5.6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32 116 1457,'0'0'1032,"0"0"187,0 0 147,0 0 32,0 0 43,-3-1 69,-2-2-853,-10-2 3085,15 5-2328,-7 0 963,5 0-1202,6 0 1692,275 16-1974,-82-2-809,24-7-76,-221-7 53,0 0 128,0 0-42,0 0-88,0 0-86,0 0 3,0 0 27,0 0-46,0 0 49,0 0-9,0 0 27,0 0 37,0 0-77,0 0-26,0 0 47,0 0-16,0 0 41,0 0 36,0 0-28,0 0-73,0 0-26,0 0-1,0 0 28,0 0 60,0 0 9,0 0 21,0 0-96,-41 0-897,-437-18 993,440 17 8,33 1 153,27 0-52,670 15 267,-691-16-475,-1 0 0,0 0 0,0 0 0,0 0 0,0 0 0,0 0 0,-1 0 0,1 0 0,0 0 0,0 0-1,-1 0 1,1 0 0,0 0 0,-1 0 0,1 0 0,-1 0 0,0 0 0,1 0 0,-1 0 0,1 1 0,-2-2 43,-17-13-15,-1 0 0,0 2 1,-1 0-1,0 1 0,-1 2 1,-1 0-1,1 1 0,-1 1 1,-1 1-1,0 1 15,55 10 976,56 10-815,6 16 12,-92-29-180,0-1 0,0 1 0,-1 0-1,1-1 1,0 1 0,-1 0 0,1-1 0,0 1 0,-1 0 0,1 0-1,-1-1 1,1 1 0,-1 0 0,0 0 0,1 0 0,-1 0-1,0 0 1,1 0 0,-1 0 0,0 0 0,0-1 0,0 1 0,0 0-1,0 0 1,0 0 0,0 0 0,0 0 0,-1 0 0,1 0 0,0 0-1,0 0 1,-1 0 7,-12 30-8,5-21 51,0-1 1,-1 0-1,0-1 1,0 1 0,-1-2-1,0 0 1,0 0 0,-3 1-44,-16 8 199,-2-1 0,-12 4-199,42-19 26,1 0 1,-1 0 0,1 1 0,-1-1-1,1 0 1,-1 0 0,0 0 0,1 1-1,-1-1 1,1 0 0,-1 0 0,0 0 0,1 0-1,-1 0 1,1 0 0,-1 0 0,0 0-1,1-1 1,-1 1 0,1 0 0,-1 0-1,1 0 1,-1-1 0,0 1 0,1 0 0,-1-1-1,1 1 1,0 0 0,-1-1 0,1 1-1,-1-1 1,1 1 0,-1-1 0,1 1-1,-1-1-26,-3-26 136,14-31-349,-3 35 251,2 0 1,10-19-39,-18 41 195,-1 1-62,0 0-87,0 0-12,0 0-79,0 0-22,0 36-64,0 19 51,0-54 78,0-1 31,0 0 86,0 0 21,0 0-61,0 0-19,0 0-112,0 0 2,0 0 22,0 0 5,0 0-39,0 0-156,-31-5-5356,1 0 215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48.4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0 134 5282,'0'0'2772,"0"0"-1024,0 0-548,0 0-287,0 0-684,6-1-119,61-8 2355,1 4 0,0 2 1,65 6-2466,-10 0 274,-123-3-306,1 0 0,-1 0-1,1-1 1,-1 1 0,1 0 0,-1 0 0,1 0 0,-1 0 0,0 0 0,1 0 0,-1-1 0,1 1-1,-1 0 1,0 0 0,1 0 0,-1-1 0,0 1 0,1 0 0,-1-1 0,0 1 0,1 0 0,-1-1-1,0 1 1,0 0 0,1-1 0,-1 1 0,0-1 0,0 1 0,0-1 0,1 1 0,-1 0 0,0-1-1,0 1 33,-1-23-492,-19-37 378,10 31 24,7 237 2905,3-352-2826,0 143 9,1 0-1,0 0 1,-1 1-1,1-1 1,0 0-1,0 1 1,-1-1-1,1 1 1,0-1-1,0 1 1,0-1-1,0 1 1,0 0-1,0-1 1,-1 1-1,1 0 1,0 0-1,0 0 1,0 0-1,0 0 1,0 0-1,0 0 1,0 0-1,0 0 1,0 0-1,0 0 1,0 1-1,0-1 1,0 0 2,0 0-13,2 1 12,-1-1-1,1 0 1,-1 1 0,0-1-1,1 1 1,-1 0 0,1 0 0,-1 0-1,0 0 1,0 0 0,1 1-1,-1-1 1,0 1 0,0-1-1,0 1 1,-1 0 0,1 0 0,0 0-1,-1 0 1,1 0 0,-1 0-1,1 0 1,-1 0 0,0 1-1,0-1 1,0 0 0,-1 1 0,1-1-1,0 1 1,-1-1 0,1 1-1,-1-1 1,0 1 0,0-1-1,0 1 1,0-1 0,-1 2 1,0-3-29,0 0 0,-1-1 0,1 1 0,-1 0 0,1 0 0,0-1 0,-1 1 0,0-1 0,1 1 0,-1-1 1,1 0-1,-1 1 0,0-1 0,1 0 0,-2 0 29,0 0-137,-29 3-2037,4-2-2986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50.5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38 4914,'0'0'5699,"0"0"-3616,0 0-151,0 0-246,30 5-549,6 3-927,-9-1-94,1-2 1,-1-1-1,1-1 1,0-2-1,15-1-116,-23-1 70,-1-2-1,0 0 1,0-1 0,0 0-1,0-2 1,-1 0-1,0-1 1,0-1 0,-1-1-1,14-9-69,-30 18 29,-1 0-1,0 0 0,1-1 0,-1 1 1,1 0-1,-1 0 0,1 0 1,-1 0-1,1 0 0,-1 0 0,0 0 1,1 0-1,-1 0 0,1 0 1,-1 0-1,1 0 0,-1 0 0,1 0 1,-1 0-1,1 0 0,-1 1 0,0-1 1,1 0-1,-1 0 0,1 0 1,-1 1-1,0-1 0,1 0 0,-1 1 1,0-1-1,1 0 0,-1 1 1,0-1-1,1 0 0,-1 1 0,0-1 1,0 1-1,0-1 0,1 0 0,-1 1 1,0-1-1,0 1 0,0-1 1,0 1-1,0-1 0,0 1 0,0-1 1,0 0-1,0 1-28,4 31 84,-3-22 111,15 134 1037,-6 0-1,-6 1 1,-13 117-1232,-39 175 1025,48-434-1022,-6 30 24,5-32-31,1 0 0,0-1 0,-1 1 0,1-1 0,0 1 0,-1-1 0,1 1-1,-1-1 1,1 1 0,-1-1 0,1 1 0,-1-1 0,1 1 0,-1-1 0,1 0 0,-1 1 0,0-1 0,1 0 0,-1 0 0,0 1 0,1-1 0,-1 0 0,0 0 0,1 0 0,-1 0 0,0 0 0,1 0-1,-1 0 1,0 0 0,1 0 0,-1 0 0,0 0 0,1 0 0,-1 0 0,0-1 0,1 1 0,-1 0 0,0-1 0,1 1 0,-1 0 0,1-1 0,-1 1 0,1-1 0,-1 1 0,1 0 0,-1-1 0,1 0 4,-12-9-122,2 0 1,0-2-1,0 1 1,1-1 0,0-1-1,1 1 1,0-1 0,0-4 121,-14-19-185,-2-6 244,2-2-1,-8-21-58,23 48 62,8 70 778,8-24-797,2 0 0,1 0 0,1-1 0,1-1 0,1 0 0,5 4-43,35 67 151,-54-94-121,0-2-18,-1-1 0,0 1 0,0 0 0,1-1-1,-1 1 1,1-1 0,-1 1 0,1-1 0,0 1-1,0-1 1,-1 1 0,1-1 0,0 0 0,0 1-1,1-1 1,-1 0 0,0 0 0,0 0 0,0 0-1,1 1-11,-7-29-200,-45-76-67,40 86 306,0 0-1,2-1 1,0 0-1,0 0 1,2 0-1,0-1 0,2 0 1,0 0-1,1 0 1,0-9-39,4 40 16,1 0 0,1-1 0,0 1 0,1-1 0,0 1 0,0-1 0,1-1 0,1 1 0,2 2-16,16 37 45,-12-17 4,-8-19-41,2 0 0,-1 0 0,2 0-1,0-1 1,0 0 0,6 6-8,-12-18-3,0-1 0,0 1-1,0 0 1,0-1 0,0 1 0,0-1-1,0 1 1,0-1 0,0 1-1,1-1 1,-1 0 0,0 0 0,0 1-1,1-1 1,-1 0 0,0 0-1,0 0 1,0-1 0,1 1 0,-1 0-1,0 0 1,0-1 0,0 1-1,2-1 4,26-12 66,-18 3-57,1 0 0,-1 0 0,0-1 0,-1 0 0,-1-1 0,0 0 1,0-1-1,6-12-9,6-15 31,-2 0 1,5-18-32,-16 28 107,-8 30-106,0 0 1,0 0-1,0 0 0,0-1 0,0 1 0,-1 0 1,1 0-1,0-1 0,0 1 0,0 0 1,0 0-1,0 0 0,0-1 0,0 1 0,0 0 1,0 0-1,0 0 0,-1 0 0,1-1 0,0 1 1,0 0-1,0 0 0,0 0 0,-1 0 1,1 0-1,0-1 0,0 1 0,0 0 0,-1 0 1,1 0-1,0 0 0,0 0 0,0 0 0,-1 0 1,1 0-1,0 0 0,0 0 0,0 0 1,-1 0-1,1 0 0,0 0 0,0 0 0,0 0 1,-1 0-1,1 0 0,0 0 0,0 0 0,0 0 1,-1 0-1,1 0 0,0 1 0,0-1-1,-40 30 5,25-17-41,-27 22 45,6-4 43,-1-1 0,-1-2-1,-2-1 1,-6 1-52,37-25 807,6-3-3034,4 1-5088,-1-1-40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55.3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2494 2689,'0'0'4234,"0"0"-2137,0 0-509,0 0-30,0 0-192,0 0-473,-11 7 728,10-5 2492,31-1-2744,-11 0-1119,-1-1 0,1-1 0,-1 0 0,1-1-1,-1-1 1,1-1 0,14-5-250,2-6 31,-1-2-1,-1 0 0,-1-3 1,0 0-1,-1-2 0,-2-2 1,0 0-1,-2-2 0,-1-1 1,-1-1-1,-1-1 0,-1-1 1,8-17-31,-8 9 15,-2-1 1,-1-1-1,-2-1 1,-2 0 0,-2-1-1,-2-1 1,-1 0-1,-3 0 1,-1-1-1,-2 0 1,-2-17-16,-4-314 80,-1 344-69,-2 0 0,-1 0 0,-2 1 0,-1-1 0,-1 2 0,-2-1-11,-26-61-17,-14-20 17,10 25-33,-75-156 671,-85-123-638,193 347 223,7 16-191,0-1 0,1 1 0,-1 0 1,0 0-1,0 0 0,0 0 0,0 0 1,0 0-1,-1 0 0,1 0 1,-1 0-1,1 0 0,-1 1 0,0-1 1,-1 0-33,3 2 40,0 0 8,0 0 53,0 0-107,-1-1 1,1 1-1,0 0 0,0 0 0,0 0 1,0 0-1,-1 0 0,1 0 0,0 0 1,0 0-1,0 0 0,0 0 0,-1 0 1,1 0-1,0 0 0,0 0 0,0 0 1,0 0-1,-1 0 0,1 0 0,0 0 1,0 0-1,0 0 0,-1 0 0,1 0 1,0 0-1,0 0 0,0 0 0,0 0 1,0 1-1,-1-1 0,1 0 0,0 0 1,0 0-1,0 0 0,0 0 0,0 0 1,0 1-1,-1-1 0,1 0 0,0 0 1,0 0-1,0 0 0,0 1 0,0-1 1,0 0-1,0 0 0,0 0 0,0 0 1,0 1-1,0-1 0,0 0 6,-19 323-111,15-275-23,0-336-1574,4 115 2498,1 244-693,-2 91 67,-1-138-131,-1 0 1,0 0-1,-2 0 0,-1-1 0,-5 14-33,12-46-154,0 1 1,-1 0 0,0-1-1,0 1 1,-1-7 153,-1-15-28,19-236 199,-17 265-126,0 1 75,0 0-35,0 0 6,1 6 45,1 4-140,0 0-1,0 0 1,1-1-1,1 1 1,0-1 0,0 0-1,1 0 1,0-1-1,0 1 1,1-1-1,0 0 1,0 0 0,1-1-1,0 0 1,1 0-1,4 3 5,19 13-64,1-1 0,1-1-1,26 11 65,8 5-341,-65-36 294,-1-1 1,0 1 0,1 0 0,-1 0 0,0-1 0,0 1 0,0 0 0,0 0 0,0 0 0,0 1 0,0-1 0,0 0 0,0 0 0,0 0 0,0 1 0,-1-1 0,1 1 46,-1-2-14,0 1 1,0 0-1,0-1 1,0 1 0,0-1-1,-1 1 1,1 0-1,0-1 1,0 1 0,-1-1-1,1 1 1,0 0-1,0-1 1,-1 1 0,1-1-1,-1 1 1,1-1 0,0 0-1,-1 1 1,1-1-1,-1 1 1,1-1 0,-1 0-1,1 1 1,-1-1-1,0 0 1,1 1 13,-9 2-9,1 1 0,-1-1 1,1-1-1,-1 0 0,-3 1 9,-5 1 28,-129 31 241,-40 11 1324,184-46-1371,24-13-190,286-213-136,-296 216 120,-11 9 45,-1 1 163,0 0 16,-9 1-164,0 0-1,-1 0 1,1 1-1,0 0 1,0 1-1,0 0 0,-3 2-75,-24 16-2759,34-19 2010,1-1-1,-1 1 1,0 0 0,1-1-1,-1 1 1,1 0-1,-1 0 1,1 0-1,0 0 1,0 0 0,0 0-1,0 0 1,0 2 749,0 8-10320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00.1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1 5651,'0'0'3004,"0"0"-1278,0 0 69,0 0 142,0 0-712,0 0-369,0 0-5,-16 1 934,11 2 1670,5 7-3280,1 0-1,0-1 1,0 1 0,1 0 0,0 0-1,1-1 1,0 1 0,0-1 0,1 0-1,0 0 1,1 0 0,0-1 0,0 1-1,1-1 1,0-1 0,1 1 0,-1-1-1,3 1-174,41 45 255,19 12-255,-20-20 652,30 37-652,-65-65 70,0 1 1,-1 0-1,0 1 0,-2 1 1,0 0-1,7 21-70,-3 8 63,-2 1 0,-2 0 0,-2 0 0,-2 1 0,-3 0 0,-2 0 0,-2 1 0,-4 21-63,-1-38 26,-1-1 0,-2-1 0,-2 1 1,0-2-1,-3 1 0,0-1 0,-8 10-26,-7 22 60,-175 408 404,195-454-449,0-1 1,-1 0-1,-1-1 0,-1 1 0,0-2 1,-1 0-1,-8 8-15,16-75-1097,4 5 496,-2 22 452,2-1-1,1 1 1,1 0 0,1-1 0,1 1 0,1-1 149,4 4 8,-9 39 189,-1 11-224,1-28 28,0 66 158,-7 40-159,5-87 34,-1 0-1,-1 0 1,0 0-1,-1-1 1,-2 0 0,0 0-1,-8 15-33,15-32-6,-1 0 0,1 0 0,0 0 0,-1 0 0,1-1 0,-1 1-1,1 0 1,-1-1 0,1 1 0,-1 0 0,0-1 0,1 1 0,-1 0 0,0-1-1,0 1 1,1-1 0,-1 0 0,0 1 0,0-1 0,-1 1 6,-7-10-121,-1-32 1,9 35 134,-9-62-132,4 0 1,3 0 0,4-37 117,0 37-27,-1 68 0,-1 0 26,0 0 0,1 1 0,-1-1 0,1 0 0,-1 1 0,1-1 0,-1 0 0,1 1 0,-1-1 0,1 1 0,-1-1 0,1 1 0,-1-1 0,1 1 0,0 0 0,-1-1 0,1 1 0,0-1 0,0 1 0,-1 0 0,1-1 0,0 1 0,0 0 0,0-1 0,0 1 0,0 0 1,-1 2 0,-90 320 176,88-316-179,6-59-365,4 35 332,2-1 0,0 1 0,1 1 0,1 0 0,0 1 0,9-10 36,38-57 210,-57 81-180,-1 4 2,-2 14-23,0 1 0,0-1 0,-2 1 0,0-1 0,-1 0 0,0-1 0,-5 8-9,-56 114 198,61-128-200,1-3-38,-7 14 102,11-21-67,0 0-1,0 0 1,1 0-1,-1-1 1,0 1-1,0 0 1,0 0-1,1 0 1,-1 0-1,0 0 1,0 0-1,0 0 1,1 0-1,-1 0 1,0 0-1,0 0 1,0 0 0,1 0-1,-1 0 1,0 0-1,0 0 1,0 0-1,1 0 1,-1 0-1,0 0 1,0 0-1,0 0 1,1 0-1,-1 0 1,0 0-1,0 1 1,0-1-1,0 0 1,1 0-1,-1 0 1,0 0-1,0 0 1,0 1-1,0-1 1,0 0-1,1 0 1,-1 0 0,0 1-1,0-1 1,0 0-1,0 0 1,0 0-1,0 1 1,0-1-1,0 0 1,0 0-1,0 0 1,0 1-1,0-1 1,0 0-1,0 0 1,0 0-1,0 1 1,0-1-1,0 0 1,0 0-1,0 0 1,0 1-1,0-1 6,204-77-82,-127 49 180,-71 27-114,-5 1-50,-1 0 31,-7-13 83,-93-59-174,52 39-33,1-2 1,0-4 158,37 33 167,7 7 86,13 17 80,3-6-268,1 0 0,1-1 0,0-1 0,0 0 0,1-1 0,0 0 0,1-2 0,0 0 0,0-1 1,4 1-66,-14-2-569,-11-3-1095,-12 0-4715,-10-2-4357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36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208 1 4786,'0'0'1233,"0"0"-83,0 0 114,0 0-178,0 0-347,0 0 51,0 0 173,0 0 5369,-1 0-3628,-1 7-2283,-3 79 246,-3 0 0,-10 41-667,-2 8 467,-20 135 408,12-92 409,-2 120-1284,19-162 424,5-130-6642,-13-6 1446,13 0 2324,-7 0-2571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37.8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48 160 7267,'0'0'2255,"0"0"-735,0 0 60,0 0 170,0 0-648,-8 0-419,-23 0 16,23 0 5,8 0-66,0 0-51,4 0-99,200-10 579,-1-8 1,33-15-1068,41-4-164,-213 30 87,54-6-206,70-19 283,-155 23 446,-33 9-225,0 0-42,0 0-48,0 0-49,0 0-79,0 0-19,0 0-19,0 0-111,0 0-191,0 0-191,-6 0-1870,-41 0-4725,12 0-926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38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31 384,'0'0'4207,"0"0"-1966,0 0-560,0 0 171,0 0-131,-4 0-209,32-1 3800,144-8-4760,-29-2-773,-137 7-1362,-5 2-1674,-1-1-3682,0 3 1990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39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74 1777,'0'0'6099,"0"0"-3191,0 0-1108,0 0 231,0 0-724,19 0-784,565-19 1697,-443 9-2179,121-13 83,-226 13-63,-30 7 41,0 1 0,0 0 0,0 1 1,0 0-1,0 0 0,0 0 0,3 0-102,-9 1-250,0 0-244,0 0-434,0 0-647,-15 0-3607,11 0 3956,-24 0-3587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39.8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7876,'0'0'2225,"0"0"-865,0 0 737,0 0-720,0 0-737,0 0-80,190 46 65,-132-46-241,-4 0-240,-16 0-96,-18 0-48,-10 0-272,-6 0-449,-4 0-655,0 0-1041,-4 0-753,-19 0-303,-8 0-1233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0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6643,'0'0'1603,"0"0"-82,0 35 616,0 224 1049,0 433-294,-1-698-7397,-4-11 1489,5-27-3075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2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0 602 656,'0'0'3450,"0"0"-1433,0 0-278,0 0 115,0 0-370,0 0-236,0 0-10,0 0-101,1 0 5070,26 0-6166,1304 18-81,-1098-18-435,-233 0 435,0 0-27,0 0-31,0 0 10,0 0-24,0 0-51,0 0 93,0 0 49,-21-2 24,16-2 6,0 0-1,0 0 1,0 0 0,0 0 0,1-1 0,0 0 0,0 0-1,0 0 1,1 0 0,-1-1 0,0-2-9,-32-67 79,34 71-71,-19-52 268,3 0 1,2-1 0,0-12-277,11 52 606,6 36 67,2 14-653,1 62 166,5 0 0,8 24-186,7 68 135,-21-151-110,21 174 513,-19-188-440,-3-26 112,-2-38 224,0 27-368,-4-95-79,-9-32 13,3 32-14,3-34 14,7-329 345,0 472-324,0 1-2,0 0-30,0 0 30,0 0-1,0 0-10,0 0-29,0 0 2,0 0-7,0 0-39,0 0 15,12 7-33,66 65 87,-14-12-8,2-2 1,3-3-1,2-3 0,13 4 4,-28-28-65,-42-22-23,1 1-1,-1 0 0,-1 1 0,0 1 0,0 0 0,0 0 1,-1 1-1,-1 1 0,5 5 89,-15-13-44,1 0-1,-1 1 1,0-1-1,-1 1 1,1-1-1,0 1 1,-1-1-1,0 1 1,0-1-1,0 1 1,0 0-1,-1-1 1,1 1-1,-1-1 1,0 1-1,0-1 1,0 0-1,-1 1 1,1-1-1,-1 0 1,1 0-1,-1 0 1,0 0-1,0 0 1,-1 0-1,1-1 1,-1 1-1,-1 0 45,-51 42-22,-2-2 0,-50 26 22,61-41 28,1 2 0,2 1 0,0 3 0,3 1 0,-26 29-28,53-50 49,10-12-40,1 0 0,-1 1 0,1-1 0,0 0 0,0 1 0,0-1 0,0 1 0,0 0 0,1-1 0,-1 1 0,1 0 0,0 0 0,0 0-1,0 0 1,0 0 0,0 1-9,1-4-37,2 1-8637,13 1 3864,12-2-1654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3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18 796 2017,'0'0'4607,"0"0"-2723,0 0-257,0 0 118,0 0-510,-2-18-328,-7-324 2887,10-93 1312,19 1070-4545,-24-136-1036,4-499 172,-1 0 0,0 0 0,0 0-1,1 0 1,-1 0 0,0 0 0,1 0 0,-1 0 0,0 0 0,1-1 0,-1 1 0,0 0-1,1 0 1,-1-1 0,0 1 0,1 0 0,-1-1 0,0 1 0,1-1 0,-1 1-1,1-1 1,-1 1 0,1-1 0,-1 1 0,1-1 0,-1 0 303,-5-25-6403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6.1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1384 5923,'0'0'1035,"0"0"-205,0 0 522,0 0 276,0 0-431,-8-3 266,4 0-996,6 2 2030,577 26 366,8-1-2829,-519-23 15,-25 1-7,0-2-1,0-1 0,-1-3 0,1-1 0,-1-2 0,36-12-41,-77 19 6,1 0 1,-1-1-1,0 1 0,0-1 1,1 1-1,-1-1 1,0 1-1,0-1 0,1 0 1,-1 0-1,0 0 0,0 0 1,0 1-1,0-1 0,0 0 1,-1-1-1,2 0-6,-2 0 26,1 0 0,-1 0-1,0 0 1,0 0 0,0 0 0,0 0-1,0 0 1,0 0 0,0 0 0,-1 0-1,1 0 1,-1 0 0,0-1-26,-4-15 57,-87-313 22,60 237 241,-3 1 0,-25-43-320,39 90 105,1 0-1,3-2 1,2 0 0,2-1-1,-2-23-104,14 65 34,-15-62 265,14 63-220,0 0-1,0 1 1,0-1 0,-1 1 0,0-1-1,0 1 1,0 0 0,-1 0 0,1 1 0,-4-4-79,2 5 53,4 3-24,1 0 14,0 0-46,0 0-21,0 0-24,0 0 24,0 0 8,0 0-2,0 0-4,0 0 12,0 0-36,0 0 89,21 0-30,8 1 24,1 2-1,-1 2 1,6 1-37,62 9 10,162 2 17,239 25 48,-448-33-72,0 2 1,33 13-4,31 8 1,-113-32-13,0 0 0,-1 1 0,1-1 0,0 0 0,-1 0 0,1 1 0,0-1 0,0 0 0,-1 0 0,1 0 0,0 0 0,0 0 0,-1 0 0,1 0 0,0 0 0,0 0 0,-1-1 0,1 1 0,0 0 0,-1 0 0,1-1 0,0 1 0,-1 0 0,1-1 0,0 1 0,-1-1 0,1 1 0,-1-1 0,1 1 0,-1-1 0,1 1 0,-1-1 0,1 0 12,-1-26-596,-2 10 699,-6-62-45,-4 1 0,-18-61-58,19 91 212,8 167 341,3 585 629,0-703-1140,0-1-10,0 0-2,0 0 42,0 0 24,0 0 10,0 0-7,0-19-5,-1-180-330,3-220 15,18 238 275,-20 181-52,0 0 36,0 0-36,24 1 68,-15 3-58,0 1 1,0 0-1,-1 0 1,0 1 0,0 0-1,0 1 1,-1 0-1,5 5-12,15 13 70,213 157 145,-74-59-334,-155-115-19,-1 1-1,1 1 0,-2 0 0,1 0 1,-2 1-1,1 0 0,1 4 139,-8-13-38,0 1 0,-1 0 1,1 0-1,-1 0 0,1 0 0,-1 0 1,0 0-1,0 0 0,0 0 0,-1 0 1,1 1-1,-1-1 0,1 0 1,-1 0-1,0 1 0,0-1 0,-1 0 1,1 1-1,-1-1 0,0 0 0,0 0 1,0 0-1,0 0 0,0 0 0,0 0 1,-1 0-1,0 0 0,1 0 0,-1 0 1,0-1-1,-1 1 0,1-1 0,-1 1 38,-13 10-28,0-1-1,-1-1 0,0 0 0,0-1 0,-1-1 1,-3 0 28,-120 44 96,54-22 90,41-15 29,30-12-123,0 1 1,1 1-1,-1 1 0,1 0 1,1 1-1,-1 0 1,-11 10-93,25-18-102,1 0-351,0 0-703,41-6-6266,10-12-709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7.1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116 471 3490,'0'0'1662,"0"0"344,0 0 150,0 0-273,0 0-231,-7-23 2640,-7-16-3286,2-1-1,2-1 0,-3-29-1005,-12-47 127,13 79-58,7 23 75,0 1 0,1-1 0,1 0 1,1 0-1,-1-13-144,3 27 181,0 1 75,0 0-109,0 0-46,0 8-42,5 21 6,1 0 1,2 0-1,3 6-65,12 49 186,3 63 293,1 81-479,-7-54 700,-19-163-638,0 0-34,0 0 1,1 0 0,0 0-1,0 0 1,2 0 0,-1 0-1,1-1 1,1 0 0,3 7-29,-8-16-54,1 0-1,-1-1 1,0 1 0,1-1 0,-1 1 0,1-1-1,-1 1 1,0-1 0,1 1 0,-1-1 0,1 0-1,-1 1 1,1-1 0,-1 0 0,1 1 0,-1-1-1,1 0 1,0 0 0,-1 1 0,1-1 0,-1 0-1,1 0 1,0 0 0,-1 0 0,1 0 0,0 0-1,-1 0 1,1 0 0,-1 0 0,1 0-1,0 0 1,-1 0 0,1 0 0,-1-1 0,1 1-1,0 0 1,-1 0 0,1-1 0,-1 1 0,1 0-1,-1-1 1,1 1 0,-1-1 0,1 1 0,-1 0-1,1-1 1,-1 1 0,0-1 0,1 1 0,-1-1-1,0 1 1,1-1 0,-1 0 0,0 1 0,0-1-1,1 0 55,11-34-2054,-3-9-1271,-2-1 0,-3 0 1,-1-7 3324,-1-32 4568,-2 84-2900,0 0-123,0 0-41,0 0-223,246-6 2358,116-22-3639,-256 13 10,-101 13-2137,-6 1 482,-16-1-635,-26 2-1299,-28 5-3477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9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 3810,'0'0'2193,"0"0"-291,0 0-272,0 0-397,0 0-406,2-1-336,-1 0 0,1 0 0,0 0 0,0 0 0,-1 1 0,1-1 0,0 1 1,0-1-1,0 1 0,0 0 0,0 0 0,0-1-491,4 9 250,-1 1-1,0-1 1,-1 1 0,1-1 0,-2 1-1,1 0 1,-1 1 0,1 5-250,13 79 767,-16-91-723,6 82 457,-3-1-1,-3 1 0,-5 4-500,3-48 145,-3-2-61,-1 0 0,-1 0 0,-6 14-84,3-18-57,2 1 0,2 0 0,1 0 0,2 6 57,1-40-14,1 0 0,0 0 0,0 0 0,0 0 0,0 0 0,0 0 0,0 1 0,1-1 0,-1 0-1,1 0 1,-1 0 0,1 0 0,0 0 0,0 0 0,0 0 0,0-1 0,0 1 0,0 0 0,1 0 14,1 0 8,0-1 1,1 0-1,-1 0 0,1-1 1,-1 1-1,0-1 1,1 1-1,-1-1 1,1 0-1,-1 0 0,3-1-8,-3 1-1,198 2 41,260-7-173,-297-10-126,-163 14 246,0 1 0,1 0 0,-1-1-1,0 1 1,0-1 0,0 1 0,0-1 0,0 0 0,0 1-1,0-1 1,0 0 0,0 0 0,0 0 0,0 0-1,0 1 1,-1-1 0,1 0 0,0-1 0,-1 1 0,1 0-1,-1 0 1,1 0 0,-1 0 0,1 0 0,-1 0-1,0-1 1,0 1 0,1 0 0,-1 0 0,0-1 0,0 1-1,0 0 1,-1-1 13,1-58-656,-1 37 536,1-406 555,0 429-339,0 0-24,0 0-51,0 32-106,3 628 1072,-3-659-1016,0-1-1,0 0-34,0 0 14,0 0 12,-3-8-34,-8-46 56,2 0 0,3 0-1,2-1 1,2 0 0,4-12 16,-1 12-17,-2-1-1,-3 1 1,-1 0-1,-4 1 1,-4-13 17,8 47-16,2 11 7,1-1 1,-1 0-1,-1 1 1,0 0-1,-2-4 9,6 12-42,0 1 90,0 0 45,0 0-26,0 0 18,0 0 3,5 1 51,15 9-25,-2-1 1,1 2-1,-1 1 0,-1 0 0,0 1 1,-1 1-1,0 0 0,3 6-114,23 18 121,283 230 362,-285-236-495,-15-13-40,-1 1-1,0 1 1,-1 2 0,3 5 52,-25-27-30,0 1 0,0-1 0,0 0 0,-1 1 0,1-1 0,0 1 0,-1-1 0,1 1 0,-1-1 0,1 1 0,-1-1 0,0 1 0,0-1 0,0 1 0,0 0 0,0-1 0,0 1 0,0-1 0,0 1 0,0 0 0,-1-1 0,1 1 0,-1-1 0,1 1 0,-1-1 0,0 0 0,1 1 0,-1-1 0,0 1 0,0-1 0,0 0 0,0 0 0,0 0 0,0 1 0,-1-1 0,1 0 0,0 0 0,-1 0 30,-7 6-40,0-1 1,-1 0 0,1 0 0,-1-1-1,-2 1 40,2-2-40,-37 19 57,-1-3 0,-1-2 0,-21 3-17,-155 34 480,221-54-475,4-1-149,0 0-389,0 0-769,14-3-4594,16-12 973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49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47 501 7940,'0'0'1694,"0"0"93,0 0 46,0 0-571,0 0-531,-1-18-64,-21-326 2839,21 322-3094,-1 0 0,-1 1 1,-1-1-1,-1 1 1,-3-9-413,10 42 218,-1 1 1,-1-1-1,0 1 0,-1 7-218,2 55 63,17 30 111,5-2 1,9 17-175,6 28 206,-27-101-102,-2-6-80,1-1 0,5 7-24,-12-117-14871,-3 45 10283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0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0 1 3105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0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1980 3105,'84'-50'1945,"-83"50"-1902,-1-1 0,1 1 1,-1 0-1,1 0 0,0 0 0,-1-1 0,1 1 0,-1 0 0,1-1 0,-1 1 0,1-1 0,-1 1 0,1 0 0,-1-1 0,0 1 1,1-1-1,-1 1 0,1-1 0,-1 1 0,0-1 0,0 0 0,1 1 0,-1-1 0,0 1 0,0-1 0,0 0 0,0 1 0,0-1 1,1 1-1,-1-1 0,0 0 0,0 1 0,-1-1 0,1 0 0,0 1 0,0-1 0,0 1 0,0-1 0,0 0 0,-1 1-43,1-3 2676,6 2 3669,603-14-4374,-554 11-1722,-1-1 0,0-3 0,-1-3 0,21-7-249,-56 14 289,-1-3 1081,-16 5-1319,0 1-1,-1-1 1,1 1-1,0-1 1,-1 0-1,1 1 1,-1-1-1,0 0 1,0 0-1,0 1 1,0-1-1,0 0 1,0 1-1,0-1-50,2-331-177,-7-421 487,-3 624-219,-1-50 376,9-134 173,0 311-642,-1 0-1,1 0 0,-1 0 1,0 0-1,0 0 1,0 0-1,0 0 0,0 0 1,0 0-1,-1 0 1,0 1-1,1-1 0,-1 1 1,0-1-1,0 1 1,-2-2 2,1 1-4,1 0 1,-1 0 0,1 0-1,0 0 1,0-1-1,0 1 1,0-1 0,1 1-1,-1-2 4,2 4-24,0 1-1,-1-1 1,1 0-1,0 0 0,-1 0 1,1 1-1,0-1 1,-1 0-1,1 1 0,-1-1 1,0 0-1,1 1 1,-1-1-1,1 1 1,-1-1-1,0 1 0,1-1 1,-1 1-1,0-1 1,0 1-1,1 0 1,-1 0-1,0-1 0,0 1 1,0 0-1,1 0 1,-2 0 24,-28 4-1569,-30 24-5174,53-24 5007,-22 14-9939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4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1953,'0'0'5277,"0"0"-3113,0 0-433,0 0-296,0 0-682,0 0-134,28 0 373,377 0 2911,741 0-1760,-1145 41-1887,9 32 12,-5-38-100,-1 0-1,0 20-167,-2 234 429,-1 203-373,-13-312 108,0 34 67,12-174 25,-2 0 0,-2 0 0,-9 35-256,8-42 117,1 0 0,2 0-1,1 0 1,2 3-117,-1-6 75,-35-28-1729,-43-2 752,-48-1 722,0 5 0,-27 9 180,151-12 15,1-1 1,-1 0-1,0 1 0,1-1 0,-1 0 1,1 1-1,-1 0 0,1-1 1,-1 1-1,1 0 0,-1 0 1,1 0-1,0 0 0,-1 1-15,3 4 220,16-3-139,293 2 159,50 3 72,-264 3-257,-53-4-213,1-3 0,9-2 158,-53-2-70,0 0-7,0 0 10,-10 0-168,-30 3 15,0 1 0,0 2-1,-24 8 221,-24 3-46,-412 74 524,649-88-793,-29-4 321,142 3-41,-249-2-16,-6 0-21,0 0 0,-1 0 0,1 1 0,-1-1 0,1 2 0,-1-1 0,1 0 0,-1 1 0,0 1 0,0-1 0,5 3 72,-11-5-171,-13 13-989,-46 7 868,-1-3 0,-1-3 1,-41 5 291,5-1 232,63-13-14,23-3-136,-1 0 1,0 0-1,1 1 0,0 0 1,0 1-1,0 0 1,-2 2-83,13-6 6,0 0 1,-1 0 0,1 0-1,0 0 1,0 0-1,0 0 1,0 0 0,-1 0-1,1 0 1,0 0 0,0 0-1,0 0 1,0 0-1,0 0 1,-1 0 0,1 0-1,0 1 1,0-1 0,0 0-1,0 0 1,0 0-1,0 0 1,-1 0 0,1 0-1,0 1 1,0-1 0,0 0-1,0 0 1,0 0-1,0 0 1,0 0 0,0 1-1,0-1 1,0 0 0,0 0-1,0 0 1,0 0 0,0 1-1,0-1 1,0 0-1,0 0 1,0 0 0,0 0-1,0 1 1,0-1 0,0 0-1,0 0 1,0 0-1,0 0 1,0 1 0,0-1-1,0 0 1,1 0 0,-1 0-1,0 0 1,0 0-1,0 0 1,0 1 0,0-1-1,0 0 1,1 0-7,15 4 140,29-3-56,-41-1-45,38 0 22,55-2-119,0 4 0,-1 5 0,0 4 0,34 10 58,-127-20-15,28 9-327,-31-10 332,0 1-1,1-1 0,-1 0 0,1 0 1,-1 1-1,0-1 0,1 0 1,-1 1-1,0-1 0,1 1 0,-1-1 1,0 0-1,0 1 0,1-1 0,-1 1 1,0-1-1,0 1 0,0-1 0,0 0 1,1 1-1,-1-1 0,0 1 1,0-1-1,0 1 0,0-1 0,0 1 1,0-1-1,0 1 0,-1-1 0,1 1 1,0-1-1,0 1 0,0-1 0,0 1 1,0-1-1,-1 1 0,1-1 1,0 0-1,-1 1 0,1-1 0,0 1 1,0-1-1,-1 0 0,1 1 0,-1-1 1,1 0-1,0 0 0,-1 1 0,1-1 1,-1 0-1,1 0 0,-1 0 0,1 1 1,0-1-1,-1 0 0,1 0 1,-1 0-1,1 0 0,-1 0 11,-13 8-152,-1 0-1,1-1 0,-1-1 1,-1-1-1,1 0 1,-15 3 152,-105 14-316,88-15 299,-52 6 16,32-6 683,1 4 0,-50 15-682,116-26 6,-1 1 0,1-1 1,0 1-1,1-1 1,-1 0-1,0 1 0,0-1 1,0 1-1,0-1 0,0 0 1,0 1-1,0-1 0,1 0 1,-1 1-1,0-1 0,0 0 1,0 1-1,1-1 0,-1 0 1,0 1-1,1-1 0,-1 0 1,0 0-1,0 1 0,1-1 1,-1 0-1,0 0 0,1 0 1,-1 1-1,1-1 1,-1 0-1,0 0 0,1 0 1,-1 0-1,1 0 0,-1 0 1,1 0-7,14 6 43,1-2 1,0 0 0,0 0 0,0-2 0,1 0 0,2-1-44,105 1 292,-76-3-282,190 1-1205,-329 14-2468,57-13-1145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6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564 7 4930,'0'0'1905,"0"0"-662,0 0 225,0 0-78,0 0-606,-6-1 2729,-15-1-1042,20 2-2490,1 0-23,0 0-14,0 0-64,0 0 13,-8-3-225,1 2 2165,2 16-928,-27 210 2596,-3 223-3501,28-346 670,-10 38-670,3-33 626,4 18-626,-8 97 406,12-184-310,-2-38-4191,-10 0 3574,-332 0-23,349 0 910,1 0-12,0 0-7,0 0-120,13 0 83,483 12-1143,-463-12-605,-61 0-1654,-11 0-2377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6.7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6195,'0'0'1352,"0"0"327,0 0 337,0 0-428,0 0-300,1 5-127,0-3-1063,1 1 1,-1 0-1,0-1 1,1 0-1,0 1 0,0-1 1,-1 0-1,1 0 1,1 0-1,-1 0 0,0 0 1,0-1-1,1 1 1,-1-1-1,1 1 0,-1-1 1,1 0-1,-1 0 1,1 0-1,0 0 0,0 0 1,-1-1-1,2 1-98,83 13 1185,-66-12-925,201 18 1375,51-8-1635,227-12 101,-227-2-30,-259 3-57,-1-1 0,1 0 0,0-2 0,-1 1 0,1-2 0,-1 0 0,1 0 0,-1-1 0,0-1 0,-1 0 0,1-1 0,8-5-14,-21 11-23,-1 0 1,1 0-1,0 0 1,0 0-1,0-1 1,-1 1 0,1 0-1,0 0 1,0 0-1,-1 0 1,1 0-1,0 0 1,0 0 0,0 0-1,-1-1 1,1 1-1,0 0 1,0 0-1,0 0 1,0 0 0,-1-1-1,1 1 1,0 0-1,0 0 1,0 0-1,0-1 1,0 1-1,0 0 1,0 0 0,0-1-1,0 1 1,0 0-1,0 0 1,-1-1-1,1 1 1,0 0 0,0 0-1,1 0 1,-1-1-1,0 1 1,0 0-1,0 0 1,0-1 0,0 1-1,0 0 1,0 0-1,0 0 1,0-1-1,0 1 1,1 0 0,-1 0-1,0 0 1,0-1-1,0 1 1,0 0-1,1 0 1,-1 0-1,0 0 1,0 0 0,0-1-1,1 1 1,-1 0-1,0 0 1,0 0-1,0 0 1,1 0 0,-1 0 22,-19-2-2088,19 2 2162,-71 1-7949,31 1 1250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7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4386,'0'0'1062,"0"0"85,0 0 211,0 0-125,0 0 87,-13 10 6742,14-9-7995,1 0 0,-1 0 0,1 0 0,-1 0 0,1 0-1,0 0 1,-1 0 0,1-1 0,0 1 0,-1-1-1,1 1 1,0-1 0,0 1 0,0-1 0,-1 0-1,1 0 1,0 0 0,0 0 0,1-1-67,4 2 166,130 7 934,69-6-1100,-120-2 34,-61 4-1055,-25-4 864,1 0 0,-1 0 0,0 0 0,1 0-1,-1 0 1,1 1 0,-1-1 0,0 0 0,1 0 0,-1 0 0,0 0 0,1 1 0,-1-1 0,0 0 0,1 0-1,-1 1 1,0-1 0,0 0 0,1 1 0,-1-1 0,0 0 0,0 1 0,0-1 0,0 0 0,1 1 0,-1-1 0,0 0-1,0 1 1,0-1 0,0 1 0,0-1 0,0 0 0,0 1 0,0-1 0,0 0 0,0 1 0,0-1 0,0 1-1,0-1 1,0 0 0,0 1 0,0-1 0,-1 0 0,1 1 0,0-1 0,0 1 0,0-1 0,-1 0 0,1 0-1,0 1 1,0-1 0,-1 0 0,1 1 0,0-1 0,-1 0 0,1 0 0,0 0 0,-1 1 0,1-1 0,0 0 0,-1 0-1,1 0 1,0 0 0,-1 0 157,-21 12-4685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2:57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2817,'0'0'1009,"0"0"-206,0 0 307,0 0-155,0 0 152,10 0 606,49 0 2023,0 3 0,26 6-3736,53 8 447,1-6-1,0-6 1,39-8-447,31 3 872,171 0 137,-389 1-2310,0 0 1,0 1 0,1 0 0,-1 0-1,-7 4 1301,-9 2-3455,-9 1-2169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06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 6211,'0'0'1558,"0"0"77,0 0-335,0 0-447,0 0-186,0 0 107,0 0 130,-26 16 5713,19-10-8685,6-6 1709,1 1 0,0 0 0,0 0 0,0-1-1,0 1 1,0 0 0,0 0 0,1-1 0,-1 1 0,0 0 0,0 0 0,0-1 0,1 1-1,-1 0 1,0-1 0,1 1 0,-1 0 0,1-1 0,-1 1 0,1-1 0,-1 1-1,1 0 360,15 1-2532,-8-3 3102,-7 1-335,-1 0-9,20 0-2771,-13 0 27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09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 1713,'0'0'1438,"0"0"-1089,0 0-274,0 0-235,-5 0-246,-26 0 385,30 0 477,0 0-733,-4 3 12486,4 1-10799,-1 481 2705,5 515-2123,5-803-1580,0 80 171,2 139-463,-9-414-123,-1-1 0,1 0 1,-1 0-1,1 1 0,-1-1 0,1 0 0,0 0 0,-1 0 0,1 0 0,0 0 0,0 0 0,0 0 0,0 0 0,0 0 0,0 0 0,0 0 0,0 0 0,1-1 0,-1 1 0,0-1 1,0 1-1,0-1 0,1 1 0,-1-1 0,0 1 0,1-1 0,-1 0 0,0 0 0,1 0 0,-1 0 0,0 0 0,1 0 0,-1 0 3,64-1 58,-42 0-88,60 2 10,-10 0-6,1-2 0,69-12 26,158-23 43,-47 8-33,367-26-67,-399 40-43,-10-2 37,409-16-453,-63 19-23,-271 5 475,746 5-1723,-528 5 1624,69 10-779,343-9 172,-470-6 521,25-15 294,345 15 1201,-816 3-1206,-1 0 115,0 0 85,0 0-45,0 0-73,0 0-84,0 0-60,0 0 1,0 0 53,0 0 78,0-34 431,-2 14-507,-1 1-1,-1 0 1,0-1-1,-2 2 1,0-1-1,-1 0 1,-9-14-34,-7-24 61,-17-57 1041,4-2 0,-17-108-1102,49 193 248,2 0 0,0 0 0,3-16-248,-1 10 923,0 37-875,0 0 56,0 0 75,0 0-21,0 0-9,0 0-42,0 0-70,0 0-34,0 0 37,0 0 5,0 0-61,0 0-67,0 0-202,0 0-182,-64 0-6944,3 0 434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2.5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34 347 9620,'0'0'1542,"0"0"-82,0 0-454,0 0-379,0 0-438,-1-28 11,1-15-61,0-19 1598,-7-55-1737,-19 20 3676,30 326-2262,13 32-1414,-12-172 855,-4 24-855,-1-83 156,0-29-113,0-1-233,0 0-495,0-11-3202,-4-21-1110,-2-14-3602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3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387 0 1665,'0'0'3804,"0"0"-1848,0 0-588,0 0-103,0 0-443,14 14-430,1 3-288,-9-8-43,1-1 0,1-1 0,-1 1 0,1-1 0,1-1-1,8 6-60,-30-12 4334,-30 2-3164,-19 0-1218,42-2 190,0 0 0,0 2-1,1 0 1,-1 2 0,1 0 0,-1 1 0,-14 6-142,23-7 66,1 1 1,0 0-1,1 1 1,-1 0-1,1 1 1,0 0-1,1 0 1,0 0-1,0 1 1,0 1-1,1-1 1,1 1-1,-1 1 1,-2 5-67,0 1 90,1 1 0,1 0 1,1 0-1,0 1 0,1-1 1,1 1-1,-2 15-90,1 15 268,3 1 0,1 15-268,1-56 23,0 1-1,1-1 0,0 1 1,0-1-1,1 1 0,0-1 1,1 0-1,-1 0 0,2 0 0,-1 0 1,1 0-1,0-1 0,1 0 1,0 0-1,0 0 0,0 0 1,1-1-1,0 0 0,0 0 1,0 0-1,1-1 0,0 0 1,0 0-1,1-1 0,-1 0 1,1 0-1,0-1 0,2 1-22,14 4 7,1-1 0,1 0 0,-1-3 0,1 0 0,0-1 0,0-1 0,0-2 0,18-2-7,-35 2-16,-1-1 1,0 0 0,0 0-1,0-1 1,0 0 0,0 0-1,0-1 1,0 0 0,-1-1-1,1 1 1,-1-2-1,0 1 1,4-3 15,-7 3-5,0 0 0,0 0-1,0 0 1,-1-1 0,1 1 0,-1-1 0,0 0-1,-1 0 1,1 0 0,-1 0 0,0 0-1,0-1 1,0 1 0,-1-1 0,0 1-1,0-1 1,0 1 0,-1-1 0,0-5 5,0 4-29,0 0-1,0 1-1,0-1 1,0 0-1,-1 1 1,0-1 0,0 0-1,-1 1 1,0-2 30,0 5 3,1 1 0,-1 0 0,1 0 0,-1-1 1,0 1-1,0 1 0,1-1 0,-2 0 0,1 0 0,0 1 0,0-1 1,0 1-1,-1-1 0,1 1 0,-1 0 0,1 0 0,-1 0 0,1 1 1,-1-1-1,0 0 0,1 1 0,-3 0-3,-11-3 122,-1 1-1,0 1 1,1 0 0,-1 2-1,0 0 1,1 0 0,-1 2-1,1 0 1,-3 1-122,10-1 74,0 0 1,0 0 0,1 0-1,-1 1 1,1 1 0,-1-1-1,1 2 1,1-1 0,-1 1-1,1 0 1,0 0 0,0 1-1,1 0 1,0 0-1,0 0 1,-3 6-75,6-7-65,1 0 0,0 1 1,0-1-1,0 0 0,1 1 0,0-1 0,0 1 1,1 0-1,0-1 65,3 29-2348,-2-33 1980,-1-1 0,1 1 1,-1-1-1,1 0 0,-1 1 0,1-1 0,0 1 0,0-1 0,0 0 0,0 0 0,0 1 0,0-1 0,0 0 1,0 0-1,0 0 0,1 0 368,20 7-8033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5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2421 270 6851,'0'0'1921,"0"0"-59,0 0-26,0 0-233,0 0-584,0 0-507,-17-9 5670,10 7-6100,0 0 0,1 0 0,-1-1 1,1 0-1,0 0 0,-1 0 0,1-1 0,0 0-82,-15-8 13,-70-34-70,-5-3 88,-41-12-31,103 48-6,-2 1 0,1 2 0,-1 2 0,0 1 0,-1 1 0,-1 2 6,-115-2 28,-1 6 0,0 6 0,1 8 0,-40 12-28,141-15 8,1 1-1,1 3 1,1 2 0,0 3-1,1 1 1,1 2-1,1 3 1,2 1-1,0 2 1,2 3-1,2 1 1,-15 16-8,41-34-9,0 1 0,1 0-1,1 1 1,0 0 0,1 1 0,1 0 0,1 1-1,1 0 1,0 0 0,2 1 0,0 0 0,1 0 0,0 4 9,-3 36-404,1-1 0,4 1 0,3 35 404,0-72-360,0-69-94,-1-21 167,3 1 0,6-29 287,-4 5 112,-4 74 11,0 15-61,0 1-1,0 13-77,-1 11 112,-1-1 0,-1 1 0,-2-1 0,0 1 0,-9 21-96,-13 30 664,-7 9-664,14-43 108,-11 31-200,33-90 4,0 1 0,-2-1 0,0 0-1,-1 1 1,-2-7 88,0-16-185,5-12 108,-1 40 77,0-1 1,-1 1-1,-1 0 0,1-1 1,-2 1-1,0-2 0,1 14 22,1 0-22,0 0 0,0 0 1,0 1-1,0-1 0,0 0 1,0 0-1,0 0 0,0 0 0,0 1 1,0-1-1,0 0 0,0 0 0,0 0 1,-1 0-1,1 1 0,0-1 1,0 0-1,0 0 0,0 0 0,0 0 1,0 0-1,-1 1 0,1-1 1,0 0-1,0 0 0,0 0 0,0 0 1,0 0-1,-1 0 0,1 0 0,0 0 1,0 0-1,0 0 0,-1 0 1,1 0-1,0 0 0,0 0 0,0 0 1,0 0-1,-1 0 0,1 0 0,0 0 1,0 0-1,0 0 0,-1 0 1,1 0-1,0 0 0,0 0 0,0 0 1,0 0-1,-1 0 0,1 0 0,0-1 1,0 1-1,0 0 0,0 0 1,0 0-1,-1 0 0,1 0 0,0-1 1,0 1-1,0 0 0,0 0 1,0 0-1,0-1 0,-3 52 224,4 48-224,0-26 37,5-38-60,-6-33 28,1-1 0,-1 1 0,0-1 1,1 1-1,-1 0 0,1-1 0,0 1 0,0-1 0,0 0 1,-1 1-1,1-1 0,0 0 0,1 1 0,-1-1 0,0 0 0,0 0 1,0 0-1,1 0 0,0 1-5,3-1 19,0 0 0,1-1 0,-1 1 0,0-1 0,0 0 1,1 0-1,-1-1 0,0 0 0,0 1 0,0-2 0,0 1 0,1-1 0,-2 1 0,1-1 1,0-1-1,0 1 0,-1-1 0,1 0 0,-1 0 0,0 0 0,0 0 0,0-1 0,0 0 0,-1 1 1,4-5-20,-7 7 0,0 1 1,0-1 0,0 1 0,1-1-1,-1 1 1,0-1 0,0 0 0,0 1 0,0-1-1,0 1 1,0-1 0,0 1 0,0-1 0,0 0-1,-1 1 1,1-1 0,0 1 0,0-1 0,0 1-1,-1-1 1,1 1 0,0-1 0,0 1 0,-1-1-1,1 1 1,0-1 0,-1 1 0,1 0 0,-1-1-1,1 1 1,-1-1 0,1 1 0,-1 0-1,-26-15-11,-39-3-78,60 16 72,-8-1-7,0 1 1,0 0 0,0 0-1,-4 2 24,17 0-114,1 0-583,0 0-1402,4 0-2714,15 0-3674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6.7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108 142 4066,'0'0'1441,"0"0"-105,0 0-178,0 0-115,0 0-245,0 0 61,0 12 280,-1 12-546,-1 0 76,1 0 0,1 0 0,1-1 0,1 1 0,5 20-669,-6-38 57,1 1 1,0-1 0,0 0-1,1 1 1,0-1 0,0-1 0,0 1-1,1 0 1,-1-1 0,1 1-1,1-1 1,-1 0 0,1-1-1,0 1 1,0-1 0,0 0 0,0 0-1,1-1 1,0 1 0,0-1-1,0 0 1,0-1 0,0 0 0,4 2-58,-1-1 4,-1-1 0,1 0 0,0 0 1,0-1-1,-1 0 0,1 0 0,0-1 1,0 0-1,0 0 0,0-1 0,0-1 1,-1 1-1,1-1 0,-1-1 1,1 0-1,-1 0 0,0 0 0,0-1 1,0-1-1,0 1 0,-1-1 0,0 0 1,0-1-1,0 0 0,0 0 1,-1 0-1,0-1 0,-1 0 0,1 0 1,-1-1-5,2-4-9,-1 1 0,-1-1 0,0 0 0,0-1 0,-2 1 0,1-1 0,-2 0 0,1 0 0,-2 0 0,0 0 0,0 0 0,-1 0 0,-1 0 0,0 0 0,-1 0 0,-1-2 9,1 9 13,0-1 0,-1 0 0,0 1 1,0 0-1,-1 0 0,0 0 0,0 0 1,0 1-1,-1-1 0,0 1 0,0 0 1,0 0-1,-1 1 0,1 0 0,-1 0 1,0 0-1,-4-2-13,-9-4 179,-1 0 0,1 2 0,-2 0 0,1 1 0,-6-1-179,17 5 43,0 1 0,1 0 0,-1 1 0,0-1 0,0 2-1,0-1 1,0 1 0,0 1 0,0 0 0,0 0 0,0 0 0,0 1 0,1 1 0,-1 0 0,1 0 0,-1 0-1,1 1 1,0 0 0,1 1 0,-1 0 0,1 0 0,-1 0 0,2 1 0,-3 2-43,1-1-101,1 1-1,-1 0 1,1 1 0,1-1 0,-1 1-1,2 0 1,-1 1 0,1 0 0,1-1-1,0 2 1,0-1 0,1 0-1,0 1 1,1-1 0,0 1 0,0 0-1,1 0 1,1 0 0,0 0 0,1 0-1,0-1 1,1 10 101,0-16-339,-1 0 0,1-1 0,0 1 0,0 0 0,0 0 0,0-1 0,0 0 0,1 1 0,0-1 0,0 0 0,-1 0 0,2 0 0,-1-1 0,0 1 0,1-1 0,-1 1 1,1-1 338,35 20-4888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7.1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0 6307,'0'0'3196,"0"0"-1374,0 0-499,0 0 195,0 0-698,-1 26-412,-8 202 718,4-173-738,0-1-2935,5-53-510,2-1-1543,9 0-1592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7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1 176,'0'0'5320,"0"0"-2679,0 0-696,0 0-70,0 0-485,-5 0-381,1 0 1025,14 0-617,39 0 30,71 0-841,-118 0-595,1 1 0,0-1 1,0 1-1,0 0 1,0 0-1,-1 0 0,1 0 1,0 0-1,-1 1 0,1-1 1,-1 1-1,1 0 0,-1-1 1,0 1-1,0 0 0,0 0 1,0 1-1,0-1 1,0 0-1,0 1 0,-1-1 1,1 1-1,-1 0 0,0-1 1,0 1-1,0 0 0,0 0 1,0-1-1,-1 1 0,1 0 1,-1 0-1,0 1-11,4 17 130,-2 1-1,-1 0 1,0 0-1,-2 5-129,1-7 85,0 236 1030,0-256-1185,0 0-146,0 0-213,0 0-548,-39-1-10249,17-4 4924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18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8244,'0'0'3095,"0"0"-660,0 0-306,0 0-259,0 0-1032,11-1-416,74-2 346,166-11 1385,-240 12-1741,-16 1-1989,-16 0-3554,4 1-1819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21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2873 526 784,'0'0'6657,"0"0"-4382,0 0-511,0 0-198,0 0-491,-4 0-427,0-1 0,0 1 0,0-1 0,0 1 0,0-1 0,0 0 0,0-1 0,-2 0-648,-38-33 1098,6 3-775,-2 2 0,-1 1 0,0 3 0,-46-22-323,-165-57-90,-199-53 90,398 143-31,-1 3 1,0 2 0,-1 3 0,-24 0 30,-40 3-168,-60 8 168,114 1-70,1 3 0,1 2 0,0 4 0,-37 12 70,-11 11-132,0 5 0,-2 8 132,85-38-29,1 2 0,1 0 0,0 2 0,1 1-1,0 1 1,2 2 0,0 0 0,1 1 0,2 1 0,0 1-1,1 1 1,1 0 0,1 1 0,-4 11 29,-29 61-248,-32 89 248,72-167-90,10-18 85,0-1 1,0 0-1,0 0 1,-1 0-1,1 0 0,0 0 1,0 0-1,0 0 1,0 0-1,0 0 1,0 0-1,0 0 0,0 0 1,-1 0-1,1 0 1,0 0-1,0 0 1,0 0-1,0 0 0,0 0 1,0 0-1,-1 0 1,1 0-1,0 0 1,0 0-1,0 0 0,0 0 1,0 0-1,0 0 1,0 0-1,0 0 1,-1 0-1,1-1 0,0 1 1,0 0-1,0 0 1,0 0-1,0 0 1,0 0-1,0 0 0,0 0 1,0 0-1,0 0 1,0-1-1,0 1 1,0 0-1,0 0 0,0 0 1,0 0-1,0 0 1,-1 0-1,1 0 1,0-1-1,1 1 0,-1 0 1,0 0-1,0 0 1,0 0-1,0 0 1,0 0-1,0 0 0,0-1 1,0 1-1,0 0 1,0 0-1,0 0 5,2-42-659,0 16 640,-2-166-98,0 192 178,0 0 11,0 0 11,0 0 37,0 0-86,0 0-39,-4 9 24,-19 56 49,5-16 181,-11 47-249,29-95 1,0-1 0,-1 1 0,1 0 1,0 0-1,0 0 0,-1 0 0,1 0 0,0 0 0,0-1 0,0 1 0,0 0 0,0 0 0,0 0 0,0 0 0,1 0 0,-1 0 0,0-1 0,0 1 0,1 0 0,-1 0 0,0 0 0,1-1 0,-1 1 1,1 0-1,-1 0 0,1-1 0,0 1 0,-1 0 0,1-1 0,0 1 0,-1-1 0,1 1 0,0-1 0,0 1-1,32 1-27,-18-3 117,-7 2-60,0-1 1,-1 0-1,1 0 0,0-1 0,-1 0 1,1-1-1,-1 0 0,1 0 1,-1 0-1,0-1 0,0 0 0,0 0 1,0-1-1,-1 0 0,1 0 1,-1-1-1,2-1-30,-7 5 2,0 0 0,-1 0 0,1-1-1,0 1 1,-1 0 0,1 0 0,-1 0 0,1 0 0,-1-1 0,1 1 0,-1 0 0,0-1-1,0 1 1,0 0 0,0 0 0,0-1 0,0 1 0,0 0 0,0-1 0,0 1-1,-1 0 1,1 0 0,0-1 0,-1 1 0,1 0 0,-1 0 0,0 0 0,1 0-1,-1 0 1,0-1 0,1 1 0,-1 0 0,0 0 0,0 1 0,0-1-2,-32-32-21,-45-27-61,78 59 103,0 1-72,-1 0-68,1 0 0,0 0 0,-1 0 0,1 0 0,0 0 0,-1 1-1,1-1 1,0 0 0,-1 0 0,1 0 0,0 0 0,0 0 0,-1 1 0,1-1-1,0 0 1,-1 0 0,1 1 0,0-1 0,0 0 0,0 0 0,-1 1 0,1-1-1,0 0 1,0 0 0,0 1 0,-1-1 0,1 0 0,0 1 0,0-1 0,0 0 0,0 1-1,0-1 1,0 0 0,0 1 0,0-1 0,0 0 0,0 1 0,0-1 0,0 1-1,0-1 1,0 0 0,0 1 0,0-1 0,0 0 0,1 0 0,-1 1 119,0 3-1257,0 17-5365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22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86 3362,'0'0'816,"0"0"86,0 0 253,0 0-323,0 0-290,0-5 646,0 8 713,-1 31-1083,2-1 0,2 1 0,0 0 0,3-1 0,4 15-818,-8-40 40,0 0 1,1 0-1,0 0 1,0-1-1,0 1 0,1-1 1,0 0-1,1 0 1,0 0-1,0 0 1,0-1-1,1 0 1,0 0-1,0-1 1,0 1-1,1-1 1,-1-1-1,1 1 0,1-1 1,-1 0-1,0-1 1,1 0-1,0 0 1,0 0-1,7 0-40,-5-1 35,0 0-1,0-1 1,1 0-1,-1-1 1,0 0-1,1-1 1,-1 0-1,0-1 1,7-2-35,-11 2 12,1 0 1,-1-1-1,1 0 1,-1 0-1,0-1 1,-1 1-1,1-1 1,0-1-1,-1 1 1,0-1-1,0 0 1,-1 0-1,1-1 1,2-4-13,1-2-22,-1 0 1,0-1-1,-1 0 1,0-1-1,-1 1 1,0-1-1,-2 0 1,1 0-1,-2 0 1,0 0-1,0-1 1,-2 1-1,1-1 1,-2 1-1,0 0 1,-1-5 21,1 13 14,0 0 0,-1 0 1,1 0-1,-1 1 0,0-1 1,0 0-1,-1 1 1,0-1-1,0 1 0,0 0 1,0 0-1,-1 0 0,0 0 1,0 1-1,0-1 0,-1 1 1,0 0-1,1 1 1,-1-1-1,0 1 0,-1 0 1,1 0-1,-1 0-14,-7-3 95,-1 1 0,1 0 0,-1 1 0,0 1 0,0 0-1,0 1 1,-1 0 0,1 1 0,-5 1-95,4 0 4,0 1 1,1 0-1,-1 1 0,1 0 0,0 1 0,0 1 1,0 0-1,-4 3-4,11-4-6,0 0 1,1 0 0,-1 1-1,1 0 1,0 1-1,1-1 1,-1 1-1,1 0 1,-1 1 0,2-1-1,-1 1 1,1 0-1,-1 0 1,2 1-1,-1-1 1,1 1-1,-2 3 6,2 1 25,0 1 0,1-1-1,0 0 1,0 1 0,1-1-1,1 1 1,0 0-1,1-1 1,1 11-25,-2-21 41,1 1 0,-1-1 0,0 0 0,1 1 0,-1-1 1,1 1-1,0-1 0,-1 0 0,1 0 0,0 1 0,0-1 0,0 0 0,0 0 0,0 0 1,0 0-1,0 0 0,0 0 0,0 0 0,1 1-41,9 9-2360,-8 2-5436,-3-6 1404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22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1 3217,'0'0'6611,"0"0"-5570,0 0 704,0 0-48,0 0-1265,-51 189-144,51-152 32,0-7 64,-3 1-48,3-4-80,-4-5-63,4-1-145,0-6-96,0-2-145,0-1-591,0-6-1489,0-3-1217,17-3-976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23.3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4 4434,'0'0'2214,"0"0"-343,0 0-129,0 0-475,0 0-323,-9-2 205,5 1-572,6 1 2414,279 0-1956,-279 0-1043,-2 0-56,0 0-5,0 0 40,0 0 7,0 0 14,-3 56 73,-2 1 0,-3-1 1,-3 5-66,0-5 537,3 0 1,3 1 0,2 5-538,3-7 782,0-55-769,0 0-42,0 0-62,0 0-34,0 0-414,0 0-504,0 0-814,0 0-1153,0-1-1221,0-4-846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23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8932,'0'0'1275,"0"0"430,0 0-278,0 0-725,0 0-315,26 1 53,198 7 430,-112-8 549,-105 6 3090,-5 6-6228,-3 13-7978,-2-16 1848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33.6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220 281 3570,'0'0'2628,"0"0"-822,0 0-224,0 0-179,0 0-512,0 0-443,3-15-194,5-18 99,2 0 0,1 0 0,2 2 1,1-1-1,11-16-353,5-7 880,-29 54-680,-2 12 11,0-3-219,-1-1 0,0 1 1,-1-1-1,0 0 0,0 0 0,0 0 0,-1 0 0,0 0 1,0-1-1,-1 0 0,-2 2 8,-66 74 106,49-56-67,-51 49 58,-17 9-97,66-61-9,26-23-2,0 1 1,0-1-1,-1 0 0,1 0 0,0 0 1,0 1-1,0-1 0,0 0 1,-1 0-1,1 1 0,0-1 1,0 0-1,0 1 0,0-1 1,0 0-1,0 0 0,-1 1 0,1-1 1,0 0-1,0 1 0,0-1 1,0 0-1,0 1 0,0-1 1,0 0-1,1 1 0,-1-1 1,0 0-1,0 0 0,0 1 1,0-1-1,0 0 0,0 1 0,0-1 1,1 0-1,-1 0 0,0 1 1,0-1-1,0 0 0,1 0 1,-1 0-1,0 1 0,0-1 1,1 0-1,-1 0 0,0 0 1,0 0-1,1 1 0,-1-1 0,0 0 1,1 0 10,29 11-216,61 4 244,-49-9-69,27 11-39,-1 2 0,35 15 80,-103-34 6,1 1 0,-1-1 0,0 0 0,1 0-1,-1 0 1,0 0 0,1 0 0,-1 0 0,0 0 0,1 0 0,-1 0 0,0 0-1,0 0 1,1 0 0,-1 0 0,0 0 0,1 0 0,-1 0 0,0 0-1,1 0 1,-1 0 0,0-1 0,1 1 0,-1 0 0,0 0 0,0 0 0,1-1-1,-1 1 1,0 0 0,0 0 0,1 0 0,-1-1 0,0 1 0,0 0-1,0 0 1,0-1 0,1 1 0,-1 0 0,0-1 0,0 1 0,0 0 0,0-1-1,0 1 1,0 0 0,0-1 0,0 1-6,0-16 9,0 12 27,0-145 167,0 148-160,0-1-1,1 1 1,-1 0 0,0 0 0,0 0 0,0 0 0,0 0 0,0 0-1,0 0 1,-1 0 0,1 0 0,0 0 0,0 0 0,-1 0 0,1 0-1,-1 0 1,1 0 0,-1 0 0,1 0 0,-1 0 0,0 0 0,1 1-1,-1-1 1,0 0 0,0 0 0,1 1 0,-1-1 0,0 0 0,0 1-1,0-1 1,0 1-43,0 7 232,-12 73 453,-4 0 0,-3-1 0,-3-1 0,-19 37-685,40-110-601,-2 6 655,3-5-9765,1-6 1275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33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0 8948,'0'0'688,"0"0"449,0 0 496,-28 159-673,25-113-111,-4 0 159,4-4 32,-4-5-335,4 0-305,-1-13-256,4-2-144,0-10-144,0-6-544,0-6-913,0 0-992,0-3-625,4-31-1264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34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1 107 560,'0'0'7345,"0"0"-5125,0 0-1279,0 0-172,0 0-345,24-12-115,5-5-160,3-1 191,0 1 0,1 1 0,25-6-340,-57 21 52,0 0 0,0 1 0,0-1-1,0 1 1,0 0 0,1-1 0,-1 1 0,0 0 0,0-1 0,0 1 0,0 0-1,1 0 1,-1 0 0,0 0 0,0 0 0,0 1 0,0-1 0,1 0-1,-1 0 1,0 1 0,0-1 0,0 1 0,0-1 0,0 1 0,0-1 0,0 1-1,0 0 1,0 0 0,0-1 0,0 1 0,0 0 0,-1 0 0,1 0 0,0 0-52,0 3 84,1-1 0,-2 1 0,1 0 0,0 0 0,-1 0 0,1-1 0,-1 1 0,0 0 0,-1 1-84,1 7 78,2 42 283,-3 1 0,-2-1 0,-3 1-1,-2-1 1,-8 26-361,13-70-21,-5 21-151,1 0 1,1 0-1,2 0 1,0 12 171,-3-43-6680,-2-2 2603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34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1 122 4674,'0'0'6531,"0"0"-5426,0 0 415,0 0 81,0 0-753,0 0-351,207-12-369,-170 0-128,-10 3 0,-3-3-368,-7-1-833,0-5-848,-3-3-1296,-4-4-1362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3:35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3954,'0'0'4455,"0"0"-2795,0 0-452,0 0 78,0 0-93,7 26-132,4 9-695,4 15 497,-2 2 0,-2 3-863,-1 0 649,-4-12-125,2 0 0,2-1 0,2-1-1,2 0 1,11 23-524,-9-31 176,-1 1 0,-2 1 0,1 6-176,-25-66-848,7 18 752,1-1 1,0 0 0,0 1 0,0-1 0,1 0-1,0 0 1,0-8 95,1 6-78,0 0 0,1-1 0,1 1 0,-1 0 0,2 0 0,-1-1 0,1 1 0,2-2 78,-2 7-10,0 0 0,0 1 1,1-1-1,0 1 0,0-1 1,1 1-1,-1 0 0,1 0 1,0 0-1,0 1 0,0-1 1,0 1-1,0 0 0,1 0 1,0 1-1,2-2 10,1 0-25,0 0 0,1 0 0,0 1-1,-1 0 1,1 0 0,0 1 0,0 1 0,1-1 0,-1 2 0,0-1-1,0 1 1,1 0 0,-1 1 0,7 1 25,-15-1-10,0 0 0,0 0 0,0 0-1,-1 0 1,1 0 0,0 0 0,0 0 0,-1 0 0,1 0 0,0 0-1,-1 0 1,1 0 0,-1 1 0,1-1 0,-1 0 0,0 0 0,0 1-1,1-1 1,-1 0 0,0 1 0,0-1 0,0 0 10,0 36-94,-1-28 77,1-2 8,1 1 8,-1 1 0,0-1 0,0 0 0,-1 0-1,0 0 1,-1 1 0,0-1 0,0 0-1,-1-1 1,-3 8 1,5-13 9,-18 44 1,18-45 1,1 1 0,-1-1 0,1 0 0,-1 0 0,1 0 0,0 1 0,0-1-1,0 0 1,0 0 0,0 1 0,0-1 0,0 0 0,0 0 0,0 0 0,0 1 0,0-1 0,1 0 0,-1 0 0,1 0 0,-1 1 0,1-1 0,-1 0 0,1 0 0,0 0 0,-1 0 0,1 0 0,0 0 0,0 0 0,0-1 0,0 1 0,0 0 0,0 0-1,0 0 1,0-1 0,0 1 0,0-1 0,0 1-11,28 3 431,0-1-1,-1-1 1,1-2 0,0-1-1,28-4-430,-47 4 185,1 0 1,0-1-1,-1-1 0,1 0 0,-1 0 0,0-1 0,8-4-185,-13 6-45,-1 0 0,0-1 1,0 0-1,-1 0 0,1 0 0,-1 0 0,1-1 0,1-2 45,-3 4-334,0-1 0,0 0-1,0 0 1,-1 0-1,0-1 1,1 1-1,-1 0 1,0 0 0,0-1-1,-1 1 1,1 0-1,-1-3 335,1-21-7248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07.8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58 263 9925,'0'0'1862,"0"0"-147,0 0 1,0 0-358,0 0-790,0 0-403,-1 0-157,1 0 0,0 0 0,0 1 1,-1-1-1,1 0 0,0 0 0,0 0 0,-1 0 0,1 0 0,0 0 0,-1 0 0,1 0 0,0 0 0,0 0 0,-1 0 0,1 0 0,0 0 1,-1 0-1,1 0 0,0 0 0,0 0 0,-1-1 0,1 1 0,0 0 0,0 0 0,-1 0 0,1 0 0,0-1 0,0 1 0,0 0 0,-1 0 0,1 0 1,0-1-1,0 1 0,0 0 0,0 0 0,-1-1 0,1 1 0,0 0 0,0 0-8,1-6 95,1 1 0,-1 0-1,1 0 1,0 0 0,1 0 0,-1 0-1,1 0 1,0 1 0,0-1 0,4-2-95,8-16 343,13-39 149,-24 48-420,1 1 0,1 0 0,1 0 0,-1 1 0,2 0 0,0 0 0,0 0-1,6-4-71,-13 15 203,-1 1-155,0 0-128,0 22-96,-1-10 171,-1 0 0,0-1 0,0 1 0,-1 0 0,-1-1 0,0 1 0,-1-1 0,0 0 0,0-1-1,-1 1 1,-2 2 5,-21 30 14,-2-1-1,-4 1-13,2-2-22,32-40 13,0 0 0,0 1 0,0-1 0,0 0 0,0 0 0,0 1 0,1-1-1,-1 0 1,0 1 0,1-1 0,-1 0 0,1 1 0,-1-1 0,1 1 0,0-1 0,0 1-1,0-1 1,0 1 0,0-1 0,0 1 0,0-1 0,0 1 0,0-1 0,1 1-1,-1-1 1,1 1 0,-1-1 0,1 0 0,0 1 0,-1-1 0,1 0 0,0 1-1,0-1 1,0 0 0,0 0 0,0 0 0,0 0 0,0 0 0,0 0 0,0 0-1,1 0 1,-1 0 0,0 0 0,1-1 0,-1 1 0,1-1 0,0 1 9,10 4-20,0 0 1,1-1-1,0 0 1,0-1-1,3 0 20,1 0 4,79 24-4,46 11 194,-140-37-172,0-1-1,-1 1 1,1-1-1,0 0 1,-1 1-1,1-1 1,0 0-1,0 0 1,-1 0-1,1 0 1,0-1-1,-1 1 1,1 0-1,0-1 0,-1 1 1,1-1-1,0 0 1,-1 1-1,1-1 1,-1 0-1,1 0 1,-1 0-1,0 0 1,1 0-1,-1 0 1,0 0-1,0-1 1,1 1-1,-1 0 1,0-1-1,0 1-21,1-6 59,0 1-1,0 0 1,0-1-1,-1 1 1,0-1-1,0 0 1,-1 1-1,0-3-58,1-167 2126,-1 175-1880,0 1-155,0 0 23,0 0-68,0 11-54,-14 504 2313,-5-518-7097,17 1 4012,1 0 0,0 0 0,0 0 0,0 0 0,0 0 0,0-1 0,0 1 0,1 0 0,-1-1 0,1 1 0,0 0 0,-1-1 0,1 1 780,0-19-9720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0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86 3185,'0'0'2017,"0"0"-189,0 0-33,0 0-39,0 0-201,0 0 137,-27-3 4476,27 3-5197,6 18 408,12 7-906,0 0 1,2-1-1,19 17-473,-11-11 480,24 33-480,-36-40 102,-12-16-41,0 0 1,0 0-1,1-1 0,0 0 0,0 0 0,1 0 1,4 2-62,-10-7 2,0-1 0,1 0 0,-1 0 0,0 0 1,1 0-1,-1 0 0,0 0 0,1 0 0,-1 0 0,1 0 1,-1 0-1,0 0 0,1 0 0,-1 0 0,0-1 0,1 1 1,-1 0-1,1 0 0,-1 0 0,0 0 0,0-1 0,1 1 1,-1 0-1,0 0 0,1-1 0,-1 1 0,0 0 0,0 0 1,1-1-1,-1 1 0,0 0 0,0-1 0,0 1 1,1 0-1,-1-1 0,0 1 0,0-1-2,11-24 180,6-38 152,-15 54-313,5-17-12,4-17 107,-1-1 0,-2 0 1,-2-1-1,0-33-114,-6 77 264,0 1-120,0 11-213,-2 25 135,-3 1 0,0-1 1,-2 0-1,-4 5-66,0 6 109,2 1 0,1 13-109,1-11 194,-30-37-5044,9-3-656,-2-5-5019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15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0 335 10389,'0'0'2142,"0"0"-202,0 0 114,0 0-408,0 0-824,0 0-353,0 0 73,2 3-145,52 55 1099,-17-19-502,-1 2 1,18 30-995,-11 0 701,-2 2 0,11 34-701,29 55 284,-69-146-148,-6-18 358,-3-32-65,-4-160-349,6-288 16,0 434-70,2 1 0,11-37-26,0-1 383,-12 110-7778,-2-7 4844,9 24-4468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16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 2449,'0'0'4226,"0"0"-2769,0 0-459,0 0 119,0 0-530,-11 0-6,8 4 4948,4 133-3272,6 1 0,16 77-2257,-12-136 1114,-4 1 0,-2 51-1114,-4-127 406,-2-22-365,-3-35-136,-12-26 22,-3-12-80,3 0 0,5-1 1,3-3 152,1-130 112,7 224-51,0 1 54,0 0-70,28 0 30,15 3-91,0 2-1,-1 1 1,1 3-1,-1 1 1,-1 2 0,0 2-1,38 19 17,-74-31-17,0 1 0,1 0 1,-1 0-1,0 0 0,-1 0 0,1 1 0,-1 0 0,1 0 0,-1 0 1,0 1-1,0-1 0,-1 1 0,0 0 0,0 0 0,1 2 17,-2-3-18,-1 0 0,0 0-1,1 0 1,-2 0 0,1 0 0,0 0 0,-1 0-1,0 0 1,0 1 0,0-1 0,0 0-1,-1 0 1,0 0 0,0 0 0,0 0 0,0 0-1,-1 0 1,1 0 0,-1-1 0,0 1-1,0 0 1,0-1 0,-1 1 18,-8 10-47,-1 0 1,0-1 0,-1 0-1,0-1 1,-1-1-1,0 0 1,-1-1-1,-2 1 47,-11 6-38,-1-1-1,0-2 1,-1-1-1,-5 0 39,34-12 2,-1-1-1,1 0 1,-1 0-1,0 1 0,1-1 1,-1 1-1,1-1 0,-1 1 1,1 0-1,0 0 1,-1 0-1,1-1 0,0 1 1,0 0-1,-1 1 1,1-1-1,0 0 0,0 0 1,0 0-1,0 1 1,0-1-1,1 0 0,-1 1 1,0-1-1,0 1 1,1-1-1,-1 1 0,1-1 1,0 1-1,-1 0 1,1-1-1,0 1 0,0-1 1,0 1-1,0 0 0,0-1 1,0 1-1,1-1 1,-1 1-1,0-1 0,1 1 1,0-1-1,-1 1 1,1-1-1,0 1 0,-1-1-1,5 7-1,-1-1-1,1 0 1,0-1 0,0 1-1,1-1 1,0 0-1,0-1 1,1 1-1,-1-1 1,1 0-1,5 2 2,85 44 191,-95-50-187,14 7 89,77 31 452,-86-39 946,-4 0-2422,-3 1-5253,0-14-1270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19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201 159 6115,'0'0'1798,"0"0"88,0 0 398,0 0-446,0 0-627,0 0-269,-14-58 6152,11 38-7087,3 13 4,-1 1 0,0-1 0,0 0 1,-1 0-1,1 1 0,-1-1 1,-1 0-1,1 1 0,-1 0 0,0 0 1,-2-3-12,3 12 23,1 0 0,0 0 0,0 0 0,1 0 0,-1 0 0,1 1 0,-1-1 0,1 0 0,0 0 0,0 0 0,0 1-23,0 16 81,0 0 0,1 0 1,1 0-1,1 0 0,1 0 0,0 0 0,3 3-81,0 4 40,0 1 0,-2-1-1,-1 1 1,-1 0-1,-2 1 1,-1 24-40,0-52 2,0-1-55,0 0 0,0 0-41,0 0 20,0 0 44,0 0 12,0 0 47,0 0 48,0 0 14,0 0-38,0 0 52,0 0-41,0-4 16,-4-35-92,-2 0 1,-1 0 0,-2 0 0,-2 1 0,-10-23 11,21 60 10,0 0 1,0 0-1,0 1 1,0-1-1,-1 0 1,1 0-1,0 0 1,0 1 0,0-1-1,-1 0 1,1 0-1,0 0 1,-1 1-1,1-1 1,-1 0-1,1 1 1,-1-1 0,1 0-1,-1 1 1,1-1-1,-1 1 1,0-1-1,1 1 1,-1-1-1,0 1 1,1-1 0,-1 1-11,-3 22 122,7 45 52,3-28-157,1 0 0,3 0 0,1 0 0,3 4-17,12 40 92,-18-62 152,-3 0-1230,-6-20 943,0 0 0,0 0-1,0 0 1,0 0 0,0 0 0,0-1-1,0 1 1,0 0 0,0-1-1,0 1 1,0 0 0,0-1 0,-1 0-1,1 1 1,0-1 0,0 0 0,-1 1-1,1-1 1,0 0 0,0 0-1,-1 0 1,1 0 43,-62 5-561,0-2-1,-1-3 562,63 0 96,1 0 171,0 0 10,10 0 372,64-4-272,-1-4 1,0-3 0,0-3 0,-2-3-1,32-14-377,-102 31 481,-1 0 25,0 0-49,0 0-183,0 0-100,0 0-126,0 0-69,0 0-30,-39 0-2569,4 0-1227,11 0-1569,-3 0-6629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27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466 486 4466,'0'0'2988,"0"0"-1083,0 0-387,0 0-45,0 0-465,0 0-378,0 0 5,-40-2 7697,36-18-8213,1 0 0,1 0 0,1 0 0,1-20-119,0-7 9,-1 21-19,-2-59-78,-3 0-1,-5-4 89,11 88-2,0 0 0,0-1 0,0 1-1,0 0 1,0-1 0,0 1 0,-1 0 0,1 0-1,0-1 1,-1 1 0,1 0 0,-1 0 0,1-1-1,-1 1 1,0 0 0,0 0 0,1 0 0,-1 0-1,0 0 1,0 0 0,0 0 0,0 0 0,0 1-1,0-1 1,0 0 0,0 0 0,-1 1-1,1-1 1,-1 0 2,2 1-66,0 0-65,0 0 56,0 0 8,0 0 22,0 0 8,0 0 74,0 3 0,5 189 641,27 169-678,9-89 582,-38-182-521,-3-88-73,-1 0 0,0-1-1,1 1 1,-1 0 0,0-1 0,0 1-1,0 0 1,0-1 0,0 1 0,0-1-1,-1 0 1,1 1 0,0-1 0,-1 0-1,1 0 1,-1 0 0,1 0 0,-1 0-1,0 0 1,1 0 0,-1 0 0,0-1-1,-1 1 13,-49 17-173,45-16 102,-28 5 40,0-1 0,0-2 0,0-1 0,-4-1 31,-123-2-30,138-1 30,470 7 272,-418-6-277,0-1 1,1-2-1,-1 0 0,10-4 5,-34 6 38,-4 1 20,0 0 52,0 0-9,0 0-18,0 0-59,0 0-30,0 0 6,0-20-8854,0 0 1135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28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38 4674,'0'0'1585,"0"0"-273,0 0-394,0 0-168,0 0 93,13-1 184,-6 0-832,2 0 105,-1 0 1,0 1-1,1 0 0,-1 0 0,1 1 0,-1 0 0,1 1 0,-1-1 0,0 2 0,7 1-300,-13-3 125,22 11 1244,-23-10-975,-16-6-492,-66-34 101,52 32 71,0 1-1,0 1 1,-1 2 0,1 1-1,-14 1-73,36 0 14,0 1 1,0-1-1,1 1 0,-1 1 1,1-1-1,-1 1 0,1 0 0,-1 1 1,1-1-1,0 1 0,0 0 1,0 1-1,1 0 0,-1 0 0,-1 1-14,-1 3 40,-1 0-1,2 1 0,-1 0 0,1 0 1,0 1-1,1 0 0,0 0 0,-3 8-39,-2 9 154,1 0 0,2 0 0,0 1 0,2 0 0,1 0 0,1 0 0,1 3-154,-2 41 530,4 0-1,5 47-529,-3-110 20,1 0-1,0 0 1,1 0 0,0-1-1,0 1 1,1-1-1,0 0 1,0 0-1,1 0 1,0-1-1,1 1 1,-1-1-1,2 0 1,-1-1-1,0 0 1,1 0-1,0 0 1,1-1-1,-1 0 1,1 0 0,0-1-1,0 0 1,1 0-20,11 5 16,0-1 0,1-1 0,0-1 0,0 0 1,0-2-1,1-1 0,-1 0 0,1-1 0,2-2-16,-7 0 1,0 0 0,0-2 0,0 0 0,0-1 0,0 0 0,0-2 0,-1 0 0,7-3-1,-14 4-8,0-1 1,0 0-1,-1 0 0,1-1 0,-1 0 0,-1 0 1,1-1-1,-1 0 0,0 0 0,-1-1 0,0 1 0,0-2 1,0 1-1,-1-1 0,0-1 8,0-2-70,-1 1-1,-1 0 1,1-1 0,-2 0-1,0 0 1,0 0 0,-1 0-1,-1 0 1,0 0 0,-1-4 70,1 7-89,0 6 88,0 1 1,-1-1-1,1 1 1,-1-1-1,0 0 1,0 1 0,0 0-1,0-1 1,0 1-1,0-1 1,-1 1-1,1 0 1,-1 0 0,1 0-1,-1 0 1,0 0-1,0 0 1,0 0-1,0 1 1,0-1 0,0 1-1,-1-1 1,1 1-1,0 0 1,-1 0-1,1 0 1,-1 0-1,1 0 1,-1 1 0,0-1-1,-1 1 1,-12-3 84,0 0-1,0 2 1,-1 0 0,-11 1-84,22 0 15,-14 0 97,0 1-1,0 1 1,0 1 0,1 1 0,-1 1-1,1 0 1,-1 1 0,-8 5-112,21-8 47,1 0 0,0 0-1,0 0 1,0 1 0,0 0 0,0 0-1,1 0 1,0 1 0,0 0 0,0 0 0,1 0-1,-1 0 1,1 1 0,0 0 0,1-1-1,-1 2 1,1-1 0,1 0 0,-1 1-1,1-1 1,0 1 0,0 0 0,1-1 0,0 1-1,0 0 1,1 3-47,-2 24 237,1-24-137,0 0 0,1 1 0,0-1 0,1 0 0,0 0 1,0 1-1,1-1 0,1 1-100,-3-11 80,0 1 0,1 0 0,-1 0 0,1 0 0,-1 0 0,1 0 0,0-1 0,-1 1 0,1 0 0,0-1 0,-1 1 0,1 0 0,0-1 0,0 1 0,0-1 0,0 1 1,-1-1-1,1 1 0,0-1 0,0 0 0,0 1 0,0-1 0,0 0 0,0 0 0,0 0 0,0 0 0,0 0 0,0 0 0,0 0 0,0 0 0,1 0-80,-2 0-384,0 0-806,0 0-1126,-2 0-2630,-6 0-4541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5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7155,'0'0'4829,"0"0"-1795,0 0-823,0 0-669,0 0 267,0 0-931,8 2-278,41 5 61,0-2 1,0-2-1,0-2 1,33-5-662,24 2 609,-72 2-468,-33 0-135,-1 0-38,0 0-72,0 0-195,0 0-328,0 0-438,-5 0-5274,-7 0-1371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58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10 184 1105,'0'0'7168,"0"0"-4292,0 0-920,0 0-468,0 0-354,0 40 83,0 131-11,0-132-773,-1 3 271,2-1 1,1 0-1,6 23-704,-6-54 86,1 1-1,0-1 0,0 0 0,1 0 1,1 0-1,0 0 0,0-1 0,0 1 1,1-1-1,1-1 0,0 1 0,0-1 1,0 0-1,3 1-85,-2-3 18,1 0 1,-1-1-1,1 0 1,0-1-1,0 0 0,0 0 1,0-1-1,1 0 1,0 0-1,-1-1 0,1-1 1,0 0-1,4 0-18,-5 0 3,0 0-1,0-1 0,0-1 1,0 1-1,0-1 0,0-1 1,0 0-1,0 0 0,-1-1 1,1 0-1,-1 0 0,1-1 1,-1 0-1,6-5-2,-1-2-51,-1 0 0,-1-1 0,0 0 0,0-1 1,-2 0-1,1-1 0,-2 0 0,0 0 0,0-1 0,-1 0 0,-1-1 0,-1 1 0,0-1 0,-1 0 0,-1-2 51,6-34-234,-2 0-1,-2 0 1,-3-1-1,-2-3 235,0 42-21,-1 1 0,0-1 0,0 1-1,-1 0 1,-1-1 0,0 1 0,-1 0 0,-3-7 21,2 12 26,1-1 1,-1 1-1,0 0 1,-1 0-1,0 1 1,0-1 0,-1 1-1,0 1 1,0-1-1,0 1 1,-1 1-1,-4-3-26,-4-2 87,-1 1 0,-1 1 0,0 0 0,0 1-1,0 1 1,-1 1 0,1 1 0,-1 0 0,0 2-1,-1 0 1,1 1 0,0 1 0,0 1 0,-1 0-1,0 2-86,15-2 4,0 1 0,0 0 0,0 0 0,0 0 0,0 1 0,0-1 0,1 1 0,-1 1 0,1-1 0,0 0-1,0 1 1,0 0 0,0 0 0,1 0 0,-1 1 0,1-1 0,0 1 0,1-1 0,-1 1 0,1 0 0,0 0-1,0 0 1,-1 4-4,-3 10-121,1 0 0,1 0 0,0 0-1,2 1 1,0-1 0,1 5 121,-1 10-546,1 64-2182,7-34-2501,11-3-4116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4:59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0 9428,'0'0'1425,"0"0"0,0 0 479,0 0-1023,0 0 79,0 156 97,0-86 319,0-9-399,0 0-289,-13-12-320,-1-3-160,0-6-208,-3-4 0,7-11-768,4-10-1073,-1-12-1808,7-3-3203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1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64 2449,'0'0'1142,"0"0"35,0 0 301,0 0 88,0 0 13,-20-2 2957,21 1 3809,101 2-7245,158-4-246,-207-1-1178,-1-2 0,-1-2-1,51-15 325,-71 13-608,-31 10 588,0 0 0,0-1 1,0 1-1,0 0 0,-1 0 1,1 0-1,0 0 0,0 0 1,0 0-1,0 0 0,0 0 1,0 0-1,0 0 0,0-1 1,0 1-1,0 0 1,0 0-1,0 0 0,-1 0 1,1 0-1,0 0 0,0 0 1,0-1-1,0 1 0,0 0 1,0 0-1,0 0 0,0 0 1,0 0-1,0 0 0,0-1 1,0 1-1,0 0 0,0 0 1,1 0-1,-1 0 1,0 0-1,0 0 0,0 0 1,0-1-1,0 1 0,0 0 1,0 0-1,0 0 0,0 0 1,0 0-1,0 0 0,0 0 1,1 0-1,-1 0 0,0 0 1,0-1-1,0 1 1,0 0-1,0 0 0,0 0 1,1 0-1,-1 0 0,0 0 1,0 0-1,0 0 0,0 0 1,0 0-1,0 0 0,1 0 20,-49-2-1716,36 2 1861,-438 12-1898,441-12 1878,9-1-93,-1 1 0,1 0 0,-1 0-1,1 0 1,-1 0 0,1 0 0,-1-1 0,1 1 0,-1 0 0,0 0 0,1 0-1,-1 1 1,1-1 0,-1 0 0,1 0 0,-1 0 0,1 0 0,-1 0 0,1 1-1,-1-1 1,1 0 0,-1 0 0,1 1 0,-1-1 0,1 0 0,-1 1 0,1-1 0,0 0-1,-1 1 1,1-1 0,-1 1 0,1-1 0,0 1 0,0-1 0,-1 1 0,1-1-32,24 4 402,117 4 759,72-9-1161,-68 0-117,-143 4 134,0 0 0,0 1 0,0 0 0,-1-1 0,1 1 0,-1 0 0,0 0 0,0 0 1,-1 0-1,1 0 0,-1 0 0,1 1-17,1 26 72,-1-1 1,-1 1 0,-2-1-1,-1 0 1,-1 0-1,-2 0 1,0 0-1,-3-1 1,0 0 0,-9 18-73,-16 35 160,-32 79 1683,-9 50-1843,71-197 86,0-3-14,0 2 1,1-1-1,1 0 1,0 1-1,0 7-72,2-19-82,0-1-185,0 0-320,0 0-512,-3-27-4680,2-7-242,1 0-2223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1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53 9748,'0'0'2642,"0"0"-431,0 0-132,0 0-521,0 0-758,6 0-258,60 1 555,-19 0-821,0-1 0,0-2 0,0-3 0,34-7-276,-20 2 49,-47 9 137,-1-1 1,1 0-1,-1-2 1,0 1-1,9-5-186,-20 5 437,-10 1-4555,-2 2-1693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2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11973,'0'0'3119,"0"0"-496,0 0-598,0 0-590,0 0-600,25 4-315,79 8 243,88-3-763,-124-8 114,-13 0 407,31-4-521,-85 3-581,8-1 1829,-7 0-3360,-1-1-3377,-1-5-2765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3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4 260 8100,'0'0'2139,"0"0"-146,0 0 51,0 0-627,0 0-321,0 30 17,-1 11-716,-1-9-10,2 1 1,1 0-1,2-1 1,4 20-388,-3-31 174,1 1 0,1-2 0,1 1 0,0 0-1,2-1 1,9 16-174,-14-29 8,-1-1 0,1 0 0,0 1 0,1-1 0,0-1 0,-1 1-1,2-1 1,-1 0 0,1 0 0,-1 0 0,1-1 0,1 0 0,-1 0 0,0-1-1,1 0 1,0 0 0,0 0 0,0-1 0,0 0 0,0 0 0,5 0-8,-2-1-2,0 0 0,0 0 0,0-1 1,0-1-1,-1 0 0,1 0 0,0-1 0,0 0 1,-1-1-1,0 0 0,1 0 0,-1-1 1,0 0-1,0-1 0,-1 1 0,0-2 0,0 1 1,0-2-1,0 1 0,-1-1 0,1 0 2,10-13-48,0-1 0,-1-1 0,-1 0 0,-1-1 0,-2-1 0,0 0 0,-1-1-1,-1 0 1,2-14 48,-3 5-158,-1 0-1,-2 0 0,-2-1 0,-1 0 0,-1-1 0,-3 1 1,-1-5 158,1 34 11,0 0 1,-1 0-1,0 0 1,0 0-1,-1 0 1,0 0-1,0 0 1,0 0 0,0 1-1,-1-1 1,0 1-1,0 0 1,-1 0-1,1 0 1,-1 0-1,-4-2-11,1 0 38,0 1 0,-1 0-1,0 1 1,0 0-1,-1 0 1,0 1-1,1 0 1,-2 0 0,1 1-1,0 0-37,-24-5 136,0 2 0,0 1 0,-1 2 0,0 1 0,-17 2-136,46 0 4,0 1 0,-1-1 0,1 1-1,0 0 1,0 0 0,0 0 0,0 1 0,0 0 0,0 0-1,1 0 1,-1 1 0,0-1 0,1 1 0,0 0-1,0 0 1,-1 1-4,-1 2 32,1 0 1,-1 1-1,1 0 0,0 0 1,0 0-1,1 0 0,0 1 0,0 0 1,-2 5-33,1 1-255,1 1 0,0 0 1,0 0-1,2 0 0,-1 5 255,2-5-1157,0 0-1,1 0 1,1-1-1,2 15 1158,-2-25-551,0-1-1,0 1 0,0-1 0,0 1 1,0-1-1,1 0 0,-1 0 1,1 0-1,0 0 0,1 1 552,30 28-8462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3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10165,'0'0'1312,"0"0"705,0 0 96,17 186-448,-17-128-705,0 0-207,0-3 15,-11-3-384,-6-6-352,0-3-32,4-10-208,-1-5-944,7-16-1137,4-9-1857,3-3-2609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3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9877,'0'0'2932,"0"0"-1657,0 0-339,0 0 201,0 0-524,26 11-330,86 29 27,-102-37-230,1 0 0,-1-1 0,1 0 1,-1-1-1,1 0 0,-1-1 1,1 0-1,7-2-80,-10 2 185,1-1 1,-1 1-1,0 0 1,0 1 0,1 0-1,-1 0-185,-5 0 39,0 1 0,0-1 0,0 1 0,-1 0 0,1-1-1,0 1 1,-1 1 0,0-1 0,1 0 0,-1 0 0,0 1 0,0-1 0,0 1 0,-1 0 0,1 0-1,-1-1 1,1 1 0,-1 0 0,0 0 0,0 0 0,0 1 0,0-1 0,-1 0 0,1 1-39,2 17 100,0-1 1,0 0-1,-2 8-100,-1-21 46,1 95 749,-5 0 0,-4 0 0,-10 35-795,13-102 59,-1 0-271,3 1-1,0 9 213,3-45-151,0 1 0,-1-1 1,1 0-1,0 0 0,0 0 0,0 0 0,-1 0 0,1 0 0,0 1 0,0-1 0,0 0 0,-1 0 0,1 0 0,0 0 1,0 0-1,-1 0 0,1 0 0,0 0 0,0 0 0,-1 0 0,1 0 0,0 0 0,0 0 0,-1 0 0,1 0 0,0 0 1,0 0-1,0 0 0,-1-1 0,1 1 0,0 0 0,0 0 0,0 0 0,-1 0 0,1 0 0,0-1 0,0 1 0,0 0 0,0 0 1,-1 0-1,1-1 0,0 1 0,0 0 0,0 0 0,0 0 0,0-1 0,0 1 0,0 0 151,-12-13-5092,-1-17-4046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4.2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9284,'0'0'4466,"0"0"-2443,0 0-191,0 0-71,0 0-608,37 2-644,123 6-178,-131-6-257,7 0 26,-1-1 1,0-1-1,0-2 0,17-4-100,-33 1 248,-1 1-1070,-3 3-8619,3 1 439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4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 14711,'0'0'1392,"0"0"-79,0 0 624,0 0-593,0 0-991,238 0-241,-157-6 32,-13-6-144,-20 3 64,-21 3-32,-14 6 416,-9 0-336,-1 0-96,-3 0-16,0 0-672,4 0-1297,6 0-2929,3 0-3810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4.9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1 300 10645,'0'0'1667,"0"0"468,0 0 26,0 0-513,0 0-276,29 23-60,97 81-207,-91-71-754,-1 1 1,-2 2-1,-2 1 1,-1 1-1,-2 2 1,20 39-352,-30-50 86,65 109 163,-82-138-254,0 1 1,0-1-1,0 1 1,0-1 0,0 1-1,1-1 1,-1 1-1,0-1 1,0 0 0,0 1-1,1-1 1,-1 1-1,0-1 1,0 0 0,1 1-1,-1-1 1,0 0-1,1 1 1,-1-1 0,1 0-1,-1 1 1,0-1-1,1 0 1,-1 0 0,1 1-1,-1-1 1,0 0-1,1 0 1,-1 0 0,1 0-1,-1 0 1,1 0-1,-1 0 1,1 0 0,-1 0-1,1 0 1,-1 0-1,1 0 1,-1 0 0,1 0-1,-1 0 1,0 0-1,1 0 1,-1-1 0,1 1-1,-1 0 1,1 0-1,-1-1 1,0 1 0,1 0-1,-1 0 1,0-1-1,1 1 1,-1 0 0,0-1-1,1 1 1,-1-1-1,0 1 1,0 0 0,1-1 4,9-30-211,3-37 70,-4 0 0,-2-1 0,-3-9 141,-4-214-113,-2 129 131,1 123 21,2-36-14,1 68 23,-1 6-77,-1 2-177,0 39-5914,0 2 344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5.7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1 151 4594,'0'0'3564,"0"0"-2136,0 0 204,0 0 151,0 0-671,0 3-376,0 3-499,1 1-1,-1 0 0,1-1 1,1 1-1,-1-1 0,1 1 1,0-1-1,1 0 0,0 0 0,0 0 1,0 0-1,2 2-236,7 16 494,10 25 322,39 95 512,-54-125-1203,-2 1-1,0-1 1,-1 1 0,0 0-1,-2 0 1,0 12-125,-2-31 19,0-1-67,-1-4-94,-3-13 99,0 1 0,-2 1 0,0-1 0,0 1 0,-2 0 0,-5-8 43,-20-46-89,22 41 118,1 0-1,1-1 0,1 0 1,2 0-1,1 0 0,1-1 0,2 0 1,1 0-1,1 0 0,3-15-28,-2 41 1,0 0-1,0 1 1,1-1-1,0 0 1,-1 1-1,1-1 1,1 1-1,-1-1 1,0 1-1,1 0 1,0 0-1,-1 0 1,1 0-1,1 1 1,-1-1-1,0 1 1,0 0-1,1 0 1,0 0-1,-1 0 1,1 0-1,0 1 1,0 0-1,0 0 1,0 0-1,0 0 1,0 0-1,1 1 0,19-3 24,0 0 0,0 2 0,1 0 0,6 3-24,-21-2 26,-2 0-20,1 1 0,0 1 0,0 0 0,-1 0 0,1 0-1,-1 1 1,0 0 0,0 1 0,0 0 0,0 0 0,0 1-1,3 3-5,-5-5-31,-1 1 0,0 1-1,-1-1 1,1 1-1,-1 0 1,0 0-1,0 0 1,0 0 0,-1 1-1,0 0 1,0 0-1,0-1 1,-1 2-1,0-1 1,0 0-1,0 0 1,0 6 31,-1-4-46,-1-1 0,1 1 0,-1-1 0,-1 1 0,1-1 0,-1 0 0,-1 1 0,1-1 0,-1 0 0,0 0 0,-1 0 0,0 0 0,0 0 0,-1-1 0,1 1 0,-1-1 0,-1 0 0,1 0 0,-1 0 0,0-1 0,0 1 0,-1-1 0,0-1 0,-5 4 46,-9 7-44,-2-2 1,-18 9 43,-32 21-33,69-40 35,-1 0 1,0 1 0,1-1 0,-1 1 0,1 0 0,0 0 0,0 1 0,1-1-1,-1 0 1,1 1 0,0 0 0,0-1 0,1 1 0,-1 0 0,1 0 0,0 0 0,1 0-1,-1 0 1,1 0 0,0 0 0,0 0 0,0 0 0,1 0 0,0 0 0,0 0 0,0 0-1,0 0 1,1 0 0,0-1 0,0 1 0,0-1 0,1 1 0,-1-1 0,1 0-1,0 0 1,0 0 0,4 4-3,14 5 200,0 0-1,1-2 0,0 0 0,1-1 1,0-2-1,0 0 0,1-1 1,0-2-1,0 0 0,11 0-199,-1-2 1433,-33-2-969,8 2-9025,6 0 1205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6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129 336 9588,'0'0'1076,"0"0"-169,0 0 387,8-32-419,24-104-638,-28 119 133,-2 0 0,1-1 0,-2 1 0,0-1 0,-1 1 0,-2-5-370,1-19 4463,0 92-3190,-1-29-1092,2 1 1,0-1-1,1 0 0,1 0 0,1 0 0,1-1 0,1 1 0,1-1 0,1 0 0,5 11-181,10 11 113,-14-30-133,0 0-1,-1 1 0,-1-1 1,0 1-1,-1 1 0,-1-1 1,0 1-1,-1 0 0,-1 0 1,1 10 20,-3-22-40,-1 0 1,0 0-1,0 0 1,0-1-1,-1 1 1,1 0 0,-1-1-1,1 1 1,-1-1-1,0 1 1,0-1-1,0 0 1,0 0-1,0 0 1,0 0-1,-1 0 1,1 0-1,-1-1 1,1 1-1,-1-1 1,0 1 0,0-1 39,-66 27-389,43-21 492,0-2-1,0-1 1,0-1-1,0-1 0,-23-2-102,80 1 377,14-1-207,0-1 0,0-2-1,26-6-169,9-5 147,-39 8 173,0-2 0,-1-1 0,28-11-320,-68 20 32,1 0 0,-1 0 0,1 0 0,-1 0 0,0-1 0,1 1 0,-1 0-1,1 0 1,-1 0 0,0 0 0,1 0 0,-1-1 0,1 1 0,-1 0 0,0 0-1,1-1 1,-1 1 0,0 0 0,1-1 0,-1 1 0,0 0 0,0-1 0,1 1 0,-1 0-1,0-1 1,0 1 0,1-1 0,-1 1 0,0 0 0,0-1 0,0 1 0,0-1-32,-12-5-1267,-22 2-3307,11 4-2331,2 0-6221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7.6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7972,'0'0'3094,"0"0"-623,0 0-65,0 0-565,0 0-622,3-1-296,44-3-40,-1 1-1,1 3 0,12 2-882,53 0 827,-79-2-602,-11 1-68,1-2 0,-1 0 1,1-1-1,-1-2 0,0 0 1,1-1-158,-7-3-2505,-23 5 296,-34 5-2239,21-1 1148,-8-1-2196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8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10773,'0'0'1361,"0"0"383,0 0 265,0 26-360,0 448 2294,0-376-1710,0-97-1977,0-1-61,0 0-46,0 0-82,0 0-382,0 0-717,2-12-5507,6-9-350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8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89 311 11781,'0'0'1249,"0"0"50,0 0 507,0 0-674,0 0-804,12-18-243,43-66 1396,-3-3-1,11-35-1480,-66 153 153,-5-4-191,-2-1 0,-1 0 0,-1 0 0,-2-1 0,-8 13 38,-90 123 119,78-116-139,26-34 28,3-4-19,0 0 0,0 0 0,0 0 0,1 1 0,0-1 1,-2 7 10,6-12-11,-1 1 1,1-1 0,-1 0 0,1 1-1,0-1 1,0 1 0,0-1 0,0 1 0,0-1-1,0 1 1,1-1 0,-1 0 0,1 1 0,0-1-1,0 0 1,0 1 0,0-1 0,0 0-1,0 0 1,0 0 0,1 0 0,-1 0 0,1 0-1,0 0 1,-1 0 0,2 0 10,16 12 4,0 0 0,0-1 1,1-2-1,1 0 0,0-1 0,1-1 1,2 0-5,54 25 106,-54-21-90,-13-7 10,0 0 0,1 0 1,0-1-1,0 0 0,1-1 0,-1 0 0,1-1 0,0-1 0,0 0 1,6 0-27,-18-2 16,0-1 1,0 1 0,0-1 0,0 1 0,1-1 0,-1 0-1,0 1 1,0-1 0,0 0 0,0 0 0,0 1 0,0-1 0,-1 0-1,1 0 1,0 0 0,0 0 0,-1 0 0,1 0 0,0-1 0,-1 1-1,1 0 1,-1 0 0,0 0 0,1-1 0,-1 1-17,10-37 99,-8 31-67,11-68 1045,-2-1 0,-4 0 0,-4-73-1077,-3 682 308,0-295-4442,4-239-335,13-4-2977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9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0 107 11749,'0'0'2860,"0"0"-1342,0 0 777,0 0-588,0 0-1072,16 0-248,91-1 1080,0-6 1,100-18-1468,-31-14 1251,-168 38-1192,-7 1-155,-1 0-417,-2-2 55,1 1 0,0-1-1,-1 1 1,1-1 0,-1 1-1,0 0 1,1 0-1,-1-1 1,0 1 0,0 0-1,0 1 1,0-1 0,0 0-1,0 0 1,0 1 0,0-1-1,0 1 1,0 0 0,0 0-1,0 0 1,-1 0 458,-9-3-2151,-34-9-5177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09.6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4578,'0'0'6440,"0"0"-3809,0 0-462,0 0-227,0 0-1040,18 0-240,571 0 4631,-589 0-5736,0 0-584,0 0-758,0 0-2690,7 0 439,10 0-2988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0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126 294 2625,'0'0'7430,"0"0"-5677,0 0-929,0 0 756,-1 34-452,0 113-149,2-132-703,1 0 0,0 0 0,1 0 0,1 0 0,0-1 0,1 1 0,0-1 0,1 0-1,1-1 1,0 1 0,1-1 0,6 7-276,-8-12 112,1 3 95,0-1 0,1 0-1,0 0 1,1 0-1,0-2 1,0 1 0,1-1-1,0 0 1,1-1-1,0 0 1,0-1 0,6 2-207,-1-1 183,1-1 1,-1-1 0,1-1-1,1 0 1,-1-1 0,0-1-1,1-1 1,13-1-184,-7 1 112,0-2-1,0 0 1,0-2 0,0 0 0,3-3-112,-17 3 8,-1 0 0,0 0 0,-1-1 0,1-1 0,-1 1 0,1-1 0,-1-1 0,-1 1 1,1-1-1,-1-1 0,0 0 0,0 1 0,-1-2 0,2-3-8,5-7 1,-2-1 0,0-1 0,-1 0 0,-1 0-1,-1-1 1,-1 0 0,-1 0 0,0 0 0,-2-1 0,0-9-1,4-41-254,-3 0 0,-4-35 254,0 94-47,-2 0-1,1 0 1,-2 1-1,0-1 1,0 0 0,-1 1-1,-4-10 48,4 16 0,0 0 0,0 0 0,-1 0 0,1 0 1,-1 1-1,-1-1 0,1 1 0,-1 0 0,0 0 0,0 1 0,-1 0 0,1 0 0,-1 0 0,0 0 0,-1 0 0,-8-3 6,-1 0 0,-1 0 0,1 1 0,-1 2 0,0-1-1,-1 2 1,1 0 0,-14 0-6,-11 1 10,-1 2 1,0 2-1,-2 2-10,25-1 21,1 1 0,0 1-1,0 0 1,1 2 0,-1 0 0,1 1 0,1 0 0,0 2 0,0 0-1,-11 9-20,2 1 93,1 1-1,1 0 1,1 2-1,0 1 0,2 0 1,-1 5-93,15-19 31,0 0 0,1 1 0,0 0 0,1 0 0,0 0 0,1 1 0,0-1 0,1 1 0,-1 4-31,0 12 113,1-1 1,1 1-1,2 15-113,0-42 44,0 1 1,0-1 0,0 1-1,0-1 1,1 1-1,-1-1 1,0 1-1,1-1 1,-1 1 0,1-1-1,0 0 1,-1 1-1,1-1 1,0 0 0,0 1-1,0-1 1,0 0-1,0 0 1,0 0-1,0 0 1,0 0 0,0 0-1,1 0 1,-1 0-1,0 0 1,1-1 0,0 2-45,13 8 356,-14-9-218,4 5-3086,-17 1-1375,-16 2-2675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4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0 171 6115,'0'0'4050,"0"0"-1572,0 0-485,0 0 48,33 16-291,-4-3-1385,-5-3-131,-1 1-1,0 1 0,-1 1 0,0 1 0,-1 1 0,-1 1 0,0 1 0,8 9-233,2 8 365,0 1-1,-3 1 0,-1 2 0,8 17-363,78 161 874,-66-123-422,-35-70-314,-9-16-114,1 0-1,0 0 1,1 0 0,0-1 0,0 0 0,0 0 0,1 0 0,-1 0 0,3 1-25,-6-6 2,-1-1 0,1 1 0,0-1 0,-1 1 0,1-1 0,0 1 1,0-1-1,-1 1 0,1-1 0,0 0 0,0 1 0,0-1 1,-1 0-1,1 0 0,0 0 0,0 0 0,0 1 0,0-1 0,0 0 1,0-1-1,-1 1 0,1 0 0,0 0 0,0 0 0,0 0 1,0-1-1,-1 1 0,1 0 0,0-1 0,0 1 0,0-1 0,-1 1 1,1-1-1,0 1 0,-1-1 0,1 1 0,0-1 0,-1 0 1,1 1-1,-1-1 0,1 0 0,-1 1 0,1-1 0,-1 0 1,1-1-4,13-40 89,-13 35-86,16-72 114,-4-2-1,-3 1 1,-2-34-116,-5-248 357,-4 206 159,1 155-455,0 1-85,0 0-27,0 0-130,0 0-209,5 25-2291,9 37-8780,15 34 11461,-6-34-7091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5.1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5 179 8884,'0'0'2161,"0"0"-317,0 0-110,0 0-267,0 0-421,5 24 77,1 2-812,34 121 1037,-18-65-316,-3 1-1,0 24-1031,-92-271-288,63 131 335,1-1 0,1 0 1,2 0-1,1-1 0,2 0 1,1 0-1,2 0 0,3-11-47,-3 41 4,1-1 0,0 0 0,0 0 0,0 0 0,1 1-1,0-1 1,0 0 0,0 1 0,1 0 0,0-1-1,0 1 1,0 1 0,1-1 0,0 0 0,0 1-1,0-1 1,0 1-4,4-2-3,1-1-1,-1 2 1,1-1-1,0 1 1,0 0-1,1 1 0,-1 0 1,1 1-1,6-2 4,13-1-31,-1 1 0,2 1-1,-1 2 1,0 1 0,0 1 0,15 2 31,-41-2-9,0 1 0,0-1 0,0 1 0,-1-1 1,1 1-1,0 0 0,-1 0 0,1 0 0,-1 0 1,1 1-1,-1-1 0,0 1 0,1 0 0,-1-1 1,0 1-1,0 0 0,0 0 0,0 0 0,0 0 1,1 3 8,-1 0-22,1 0 1,-1 0 0,1 1 0,-1-1 0,-1 1 0,1-1 0,-1 1 0,0 0 0,0-1 0,-1 4 21,1 3-8,-1 0 1,-1-1-1,0 1 1,0 0-1,-1 0 1,-1 0 0,0-1-1,0 0 1,-1 1-1,-3 3 8,-2 1 16,-1-1 1,0-1-1,-1 0 0,0 0 0,-2-1 0,1-1 0,-6 4-16,-30 23 102,-26 15-102,-3 2 113,73-52-90,0 0-1,1-1 0,-1 1 0,1 1 0,0-1 1,0 0-1,0 1 0,1-1 0,-1 1 1,1 0-1,0 0 0,-1 5-22,2-7 12,1-1 0,-1 1 0,0 0 1,1 0-1,0-1 0,0 1 0,-1 0 0,2 0 0,-1 0 0,0 0 0,0-1 1,1 1-1,0 0 0,0 0 0,-1-1 0,2 1 0,-1 0 0,0-1 0,0 1 0,1-1 1,-1 0-1,1 1 0,0-1 0,1 2-12,4 1 24,1 0 1,-1 0-1,1-1 1,0 0-1,0 0 1,0-1-1,0 0 1,1 0-1,-1-1 0,7 1-24,94 10 341,-84-11-280,35 2 118,-34-3-68,0 0-1,-1 2 1,1 2-1,12 3-110,-37-8 52,0 0 0,0 1-1,0-1 1,0 1 0,0-1 0,0 1-1,0 0 1,-1-1 0,1 1 0,0 0-1,0-1 1,0 1 0,-1 0 0,1 0-1,0 0 1,-1 0 0,1 0-1,-1 0 1,1 0 0,-1 0-52,11 11-2084,5-9-4169,1-3-470,5 0-2860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5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109 452 3730,'0'0'5194,"0"0"-3140,0 0-762,0 0 415,0 0-541,-1-25-315,1-7-562,-1-21 1468,-2-1-1,-6-25-1756,-34-122 3409,40 194-2051,1 15-767,0 15-453,3-5-14,0 0 0,2-1 1,0 1-1,1 0 0,1-1 1,0 0-1,1 0 0,6 11-124,16 26 722,31 48-722,-9-19 194,-27-45-108,-17-31-126,0 0 1,-1 1-1,-1 0 0,1 0 1,-1 0-1,0 0 0,-1 1 1,0-1-1,-1 1 1,1 0-1,-2 0 0,1 0 40,-3-7-28,1-1-1,-1 1 0,1-1 0,-1 1 1,1-1-1,-1 1 0,0-1 0,0 0 1,0 0-1,0 1 0,0-1 0,0 0 1,0 0-1,0 0 0,-1 0 0,1 0 1,0 0-1,-1 0 0,1-1 0,0 1 1,-1 0-1,1-1 0,-1 1 0,1-1 1,-1 0-1,0 1 29,-49 10-144,43-10 110,-34 7-4,2-1 70,-1-1 0,-37 0-32,76-6 168,2 0-13,0 0-32,20 0-86,53-4 221,0-3 0,0-4 0,40-11-258,38-7 336,-138 27 821,-6 0-3970,-17 0-6189,-4 2 1822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11573,'0'0'2340,"0"0"-262,0 0-53,0 0-749,0 0-623,24 0 102,-21 0-730,54-1 899,0-2 0,22-5-924,161-40 1849,-225 43-4468,-20-1-397,-29-5-1955,24 9 4196,-42-15-4486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6.4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3153,'0'0'8220,"0"0"-4802,0 0-1567,0 0-197,0 0-394,24 0-377,68 1-241,223-3 2485,-272-6-2198,-38 6-1591,-1 0-2520,-2 1-3347,-1-6-4665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7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32 284 2385,'0'0'3346,"0"0"-1420,0 0-133,0 0 125,0 0-101,0 0-1679,1 0 0,-1 0 1,1 0-1,-1 0 0,0 0 0,1 0 1,-1 0-1,0 0 0,1 0 1,-1 1-1,1-1 0,-1 0 1,0 0-1,1 0 0,-1 0 0,0 0 1,1 1-1,-1-1 0,0 0 1,1 0-1,-1 1 0,0-1 1,0 0-1,1 0 0,-1 1 0,0-1 1,0 0-1,1 1 0,-1-1 1,0 0-1,0 1-138,11 36 2294,-1 1 1,0 17-2295,-10-196 605,-1 110-601,-1 13 21,2-1-1,0 1 1,1 0 0,2-13-25,-2 26 3,0 0 1,0 0 0,1 0-1,0 0 1,0 1 0,0-1-1,0 0 1,1 1 0,-1 0-1,1-1 1,0 1 0,1 0-1,-1 1 1,1-1-1,0 0 1,0 1 0,0 0-1,3-2-3,7-4 17,-1 1-1,1 1 1,1 0-1,-1 1 0,1 1 1,1 0-1,-1 1 1,0 0-1,1 1 0,0 1 1,0 1-1,0 0 1,-1 1-1,9 1-16,-18 0 0,-1 1-1,0-1 1,0 1 0,0 0-1,-1 0 1,1 1 0,0-1-1,-1 1 1,0 0 0,1 0-1,-1 1 1,0-1 0,-1 1-1,1 0 1,-1 0 0,1 0-1,-1 0 1,0 1 0,-1-1-1,1 1 1,-1 0 0,0 0-1,0 0 1,5 13-1,0 0 0,-1 0 0,-1 0 0,-1 1 0,2 18 1,-1 7 42,-2 0 0,-2 0 0,-2 0 0,-6 44-42,3-69 47,-1-1 0,-1-1 0,-1 1 0,0-1 0,-1 0 0,-1-1 0,-1 1 0,0-2 0,-1 0 0,-11 13-47,-18 16 293,-1-2 0,-36 28-293,53-49 136,0-1-1,-1-1 1,-1-2 0,-1 0 0,-1-2-1,0-1 1,-23 8-136,101-15 886,70-6-387,240-7-49,-345 6-382,-13 0 5,1 0-1,-1 0 0,1 0 1,-1 0-1,1 0 0,-1 0 1,1-1-1,-1 1 0,1-1 1,-1 0-1,0 0 0,1 0 1,-1 0-1,1 0-72,2-5-7044,-1-1 3408,8-9-1113,8-4-2072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8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172 438 4834,'0'0'3949,"0"0"-2146,0 0-223,0 0 311,0 0-712,0-4-48,0 9-808,-1 17 293,2 0 1,1 0-1,1 0 0,0-1 0,2 2-616,-2-12 154,0-1 0,1-1 0,0 1 0,1-1 0,0 1 0,0-1-1,1 0 1,0-1 0,1 0 0,0 0 0,0 0 0,4 3-154,4 0 53,0 0 0,0-1 0,1-1 0,0 0-1,1-1 1,-1-1 0,2 0 0,-1-2 0,1 0 0,0 0 0,0-2 0,0 0 0,0-2 0,1 0 0,-1 0 0,0-2-1,1 0 1,7-3-53,-15 2 15,-1-1 0,1 0 0,-1-1 0,0 0 0,0-1 0,0 0 0,-1 0 0,0-1 0,0 0 0,0-1 0,-1 0 0,0 0 0,0-1-1,0 0 1,-1 0 0,-1 0 0,4-6-15,1-2-19,-1 0-1,-1-1 0,0 0 1,-1-1-1,-1 0 1,0 0-1,-2 0 0,0-1 1,1-12 19,0-11-198,-2 0 0,-2-22 198,-1 51-39,-2 1-1,0 0 0,0 0 0,-1 1 1,-1-1-1,0 0 0,0 1 1,-1-1-1,0 1 0,-1 0 0,-2-2 40,-2-1-12,-1 1-1,0 0 1,-1 0-1,0 1 1,-1 0-1,0 1 1,-1 0-1,-1 1 0,1 0 1,-2 2-1,1-1 1,-4 1 12,-2-1 19,-2 0 0,1 2 0,-1 1 0,0 1 1,0 1-1,-1 0 0,1 2 0,-18 0-19,12 2 53,1 0 0,0 1-1,-1 2 1,1 1 0,-11 4-53,25-5 33,1 1 1,-1 1 0,1 0-1,0 1 1,0 0-1,1 1 1,-1 1 0,2-1-1,-1 2 1,1-1-1,0 1 1,0 2-34,-2 2 38,1 0 1,1 1 0,0 0-1,1 1 1,0 0-1,1 0 1,1 1-1,1 0 1,0 0-1,-3 15-38,3-4 104,2-1 0,1 1 0,1-1 0,1 1 0,2 0-1,2 15-103,-2-33 17,0 0 0,1 0-1,1-1 1,-1 1-1,1-1 1,1 1-1,0-1 1,0 0 0,0 0-1,1-1 1,0 0-1,1 1 1,0-2 0,0 1-1,0-1 1,1 0-1,0 0-16,14 11 304,2-1 0,0-1-1,0-1 1,24 10-304,-44-23-13,1 0-1,-1 1 1,0-1-1,0 0 1,0-1-1,1 1 1,-1-1-1,0 1 1,1-1-1,-1 0 1,0 0-1,4-1 14,1-1-1261,0 0 0,0 0 0,0-1 0,0 0 0,-1-1 1,1 0-1,-1 0 1261,-5 3-189,40-20-6884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8.9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3426,'0'0'7638,"0"0"-4581,0 0-1045,0 0-89,0 0-989,9 0-675,447 9 4735,-467-15-9872,9-4-1956,2 4 50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19.6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347 411 8996,'0'0'1542,"0"0"123,0 0 224,0 0-745,0 0-578,-7-13-51,-1-5-217,1 0 0,1-1 0,0 0 0,1 0 0,1-1 0,1 1 0,1-2-298,-2-42 1421,-3 1-1,-10-35-1420,10 75 1011,3 30-277,2 41-299,2-42-534,1 44 300,3-1-1,1 1 1,3-1-1,2 0 1,2-1-1,2 0 1,4 4-201,-15-45 4,3 7-14,0 0 0,-1 0 0,0 0 1,-2 1-1,1 0 0,-2 0 1,0 0-1,-1 0 0,-1 0 0,-1 13 10,0-27-12,0 0 0,1-1-1,-1 1 1,0 0 0,-1 0-1,1 0 1,0-1 0,0 1-1,-1-1 1,1 1 0,-1-1-1,1 1 1,-1-1 0,0 0-1,1 0 1,-1 0 0,0 0-1,0 0 1,0 0 0,0 0-1,-1 0 13,-48 12-198,43-11 167,-69 8 50,0-2-1,-42-4-18,269-3 479,263-7 1099,-356 5-1004,-56 1-510,1-16-13094,7 5 7057,-6 8 5388,13-16-3617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0.0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96 3009,'0'0'2215,"0"0"127,0 0-55,0 0-57,0 0-82,12-17-364,38-53-540,-41 61-323,-5 12-570,-4 14-213,0-14 26,0 21 228,0 29 1756,-6 42-2148,4-76 85,-1-1-1,-1 1 1,-1-1-1,-1 0 1,0 0-1,-1-1 1,-1 0-85,4-9-279,-14 27-34,17-34-56,0 1-1,1-1 1,-1 0-1,0 0 1,0 1-1,0-1 1,0 0-1,0 0 0,0 0 1,0 0-1,0 0 1,-1 0-1,1 0 1,0 0-1,-1-1 1,1 1-1,0 0 0,-2-1 370,2 0-6141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0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106 237 2753,'0'0'5776,"0"0"-3415,0 0-213,0 0-187,0 0-953,1-7-495,3-6-359,0 0 0,1 1 0,1 0 1,0 0-1,0 0 0,1 1 1,1-1-1,7-7-154,-5 6 403,-1 1-1,-1-1 1,0 0-1,-1-1 1,0 0-1,-1 0 1,1-6-403,-12 35 116,-1 0 0,-1 0-1,0-1 1,-1 0 0,0-1-1,-1 1 1,-4 3-116,-85 102-135,71-87 186,18-23-10,-19 29-250,27-37 190,1 1 0,-1-1 0,0 1 0,1 0 0,-1-1 0,1 1 0,0 0 0,-1-1-1,1 1 1,0 0 0,0 0 0,0-1 0,0 1 0,1 0 0,-1-1 0,0 1 0,1 0-1,-1-1 1,1 1 0,0 0 0,-1-1 0,1 1 0,0-1 0,0 1 0,0-1-1,0 0 20,5 5-4,0 0 0,0 0-1,1-1 1,0 0 0,0-1-1,0 1 1,1-2 0,7 4 4,71 27 11,-71-28-12,165 55 20,-168-58 95,1-1 0,-1 1 0,1-2 0,9 1-114,-21-2 59,-1 0 64,0 0 61,0-4 75,0-343 1928,16 633-1939,2 6 121,-16-290-4570,-4-2-1923,2 0-2317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1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1 110 6931,'0'0'3530,"0"0"-694,0 0-107,0 0-563,0 0-1088,3 0-518,75-4 343,0-4 0,-1-4-1,72-19-902,-136 24-703,-13 0-2273,-26-7-1623,-23 2 106,-16-3-1288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1.5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123 233 9300,'-102'-188'2121,"82"150"78,20 38 420,6 0-983,479 0 4564,-484 0-5533,-1 0-67,0 0-114,0 0-46,0 0-176,1-3-1345,-9 0-10390,-2 3-60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2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9604,'0'0'2223,"0"0"-46,0 0-400,0 0-283,0 0-531,0 0-422,6 1-127,311 15 4371,80-16-4785,-170-1 1,-227 1-476,0 0-317,0 0-259,0 0-374,0 0-525,0 0-577,-4 0-1687,-7 0 2821,7 0 213,-26 0-3177,-6 0 1055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2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393 1 4226,'0'0'1665,"0"0"-158,0 0 307,0 0-93,0 0-430,-1 7-58,0 35 10,1 0 0,2 0 0,3-1 0,0 1 0,3-1-1,10 29-1242,5 5 346,3-1 0,4-1-1,10 15-345,-38-85 0,-1 0-1,1-1 0,-1 1 0,0 0 0,0 0 0,0 0 1,0 0-1,-1 0 0,1 0 0,-1 0 0,0 0 1,0 0-1,0 0 0,0 0 0,0 0 0,-1 0 0,1 0 1,-1 0-1,-1 2 1,1-2-14,-1-1 1,0 0 0,1 1-1,-1-1 1,0 0-1,0 0 1,0 0 0,-1 0-1,1-1 1,0 1-1,-1-1 1,1 1 0,-1-1-1,1 0 1,-1 0-1,0 0 1,0 0 13,-15 4-97,0-2 1,0 0 0,0-2-1,0 0 1,0 0 0,-1-2 96,10 1-35,-359 6 734,358-5 46,18 1-199,23 1-359,64-3 146,-1-4 1,80-15-334,201-31 124,-337 45-123,60 1 79,-96 4 19,-2 0 24,0 0-54,0 0-50,5-6-2276,13 5-5783,-12 2 4848,22-1-5116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3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96 291 7475,'0'0'2396,"0"0"-195,0 0 147,0 0-523,0 0-806,-9 0-183,5 0-766,7 0 94,87-5 256,0-4 0,-1-4 0,0-3 0,82-28-420,-146 37-15,13-3-203,-1-2 1,24-12 217,-66 23-2991,-23-3 1508,-57-1-2494,6 1 396,0-3 1,1-3-1,-26-10 3581,89 17 1,-167-48 2020,63 6 7218,118 45-7174,1 0-547,6 0-523,704 0 3767,-710 0-4887,0 0-318,5 0-4583,16 0 167,8 0-3499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4.1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5 132 6771,'0'0'1788,"0"0"-551,0 0 591,0 0 245,0 0-816,-5-15 34,11 19-1088,-1 0 1,1 0-1,-1 1 1,0 0-1,-1 0 1,1 0-1,1 3-203,3 2 283,38 48 1078,-2 3-1,35 61-1360,28 41 139,-104-158-135,33 40-49,-34-42 31,-1-1 1,0 1 0,0-1 0,1 0 0,-1 0 0,1 0 0,0-1 0,0 1 0,0-1 0,-1 1 0,1-1 0,1 0 0,-1 0 0,0 0 0,3 0 13,-2-25 24,5-124 55,-9-145-79,-2 115 996,2 174-1066,0 8-256,0 20-1099,0 36-4560,3-17-1720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5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98 1553,'0'0'3217,"0"0"-1651,0 0-66,0 0 258,0 0-158,-1-4-132,-4-12 242,4 12-120,1 4-328,0 5-256,1 35 257,2-1 0,2-1 0,9 38-1263,0-19 189,3 0 0,3-2 1,1 0-1,6 4-189,-23-57 312,-3-14-269,-5-20-118,-13-13-115,-3 1-1,-1 0 1,-12-14 190,9 16-21,2-1-1,2-1 1,-5-19 21,22 54 24,0 0-1,1 0 1,0-1 0,1 1 0,0 0-1,0-1 1,1 1 0,1-1-1,0-1-23,-1 9-2,1 1-1,0-1 0,0 1 0,0-1 0,0 1 0,0 0 0,0 0 1,0-1-1,1 1 0,-1 0 0,0 0 0,1 0 0,-1 0 0,0 0 1,1 1-1,0-1 0,-1 0 0,1 1 0,-1-1 0,1 1 1,0 0-1,-1-1 0,2 1 3,40-7-83,-43 7 82,40-3-6,0 1-1,0 2 1,2 2 7,-27-1-17,0 1 0,0 1 0,0 0 0,0 1-1,0 0 1,-1 1 0,1 1 0,-2 0 0,5 3 17,-13-6-55,0 0 0,-1 0-1,1 1 1,-1-1 0,0 1 0,0 0 0,0 0 0,0 1 0,-1-1 0,0 1-1,0 0 1,0-1 0,0 1 0,-1 1 0,0-1 0,0 0 0,0 0-1,-1 1 1,0-1 0,0 1 0,0-1 0,0 1 0,-1 0 0,0-1-1,0 1 1,-1-1 0,0 1 0,0 0 0,0-1 0,0 1 0,-1-1-1,0 0 1,-2 3 55,-1 2-28,-2-1 0,1-1 0,-1 1 0,-1-1 0,0 0 0,0-1 0,0 0 0,-4 2 28,-81 53 9,73-48-10,-156 88 111,175-101-104,0-1 0,0 1 1,0-1-1,0 1 0,0-1 0,0 1 1,0-1-1,1 1 0,-1 0 1,0-1-1,1 1 0,-1 0 0,0 0 1,1 0-1,-1-1 0,1 1 1,-1 0-1,1 0 0,-1 0 1,1 0-1,0 0 0,-1 0 0,1 0 1,0 0-1,0 0 0,0 0 1,0 0-1,0 0 0,0 0 1,0 0-1,0 0 0,0 0 0,0 0 1,0 0-1,1 0 0,-1 0 1,0 0-1,1 0 0,-1 0 0,1 0 1,-1 0-1,1-1 0,0 1 1,-1 0-1,1 0 0,0 0 1,0 0-7,4 4 46,1-1 0,-1 1 0,1-1 1,0 0-1,1 0 0,0-1-46,25 12 200,1-2 0,0-1 1,1-1-1,0-2 0,1-2 0,0-1 0,0-1 0,0-2 0,36-2-200,-70-1 61,-1 0-42,0 0-406,0 0-426,20-2-6255,4 1 4422,-20-2 2579,1 0 0,0 0 0,-1-1 0,0 1 0,0-1 0,0 0 0,0 0 0,-1 0 0,0-1 0,1 0 0,-2 1 0,1-1 0,0 0 0,-1 0 0,0 0 0,0-1 0,0-3 67,5-17 987,0 0 1,-3-1-1,1-2-987,-3 15 378,19-96 1275,-9 57 1018,2-35-2671,-15 124 3524,1 54-2673,1-11-237,0-60-473,0 0 0,1 0-1,2 0 1,-1-1-1,2 1 1,1-1 0,0 0-1,1 0 1,1 0-1,4 5-140,-12-23-168,1 0-1,-1 0 1,1 0-1,-1 0 1,1 0-1,-1 0 1,0 0-1,1 0 1,-1 0-1,1 0 1,-1 0-1,1 0 1,-1 0-1,1 0 1,-1 0-1,0 0 1,1-1-1,-1 1 1,1 0-1,-1 0 1,0 0-1,1-1 1,-1 1-1,0 0 1,1-1-1,-1 1 1,0 0-1,0-1 1,1 1-1,-1 0 1,0-1-1,0 1 1,1 0-1,-1-1 1,0 1-1,0-1 1,0 1-1,0-1 1,0 1-1,0 0 1,0-1-1,0 1 1,0-1 168,11-21-5368,2-12-3949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5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676 0 9524,'0'0'1361,"0"0"253,0 0 424,0 0-458,0 0-759,0 21-239,0-3-373,-1-1 0,-1 1 1,0-1-1,-2 1 0,0-1 0,0 0 0,-2-1 0,0 1 0,-1-1 1,-1 2-210,-81 129 1743,-13 5-1743,-46 72 1005,84-120-585,-13 18 289,6 3 0,-6 28-709,74-147-11,3-5-184,0-1-629,0 0-1076,0-2-3038,0-1 2243,0-1-202,0-15-7617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6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33 2017,'0'0'4602,"0"0"-2548,0 0-440,0 0 43,0 0-470,-1 4-272,-1 8-438,0 0-1,1 0 1,1-1-1,-1 1 1,2 0-1,0 0 0,1 0 1,0 2-477,27 104 2142,-6-26-916,57 261 887,-76-336-1879,-5-25-130,-7-28-357,-7-3-272,-2 0 0,-9-14 525,-15-33-431,-83-183-76,119 258 529,0 1 0,1-1 0,1 0 0,-1 0-1,2 0 1,0 0 0,0 0 0,1 0 0,0-1-1,1 1 1,1-1 0,-1 1-22,1 9 6,-1 1 0,1-1 0,-1 0 0,1 1 0,0-1 0,0 1 0,-1-1 0,1 1 0,0-1 0,0 1 0,1 0 0,-1-1 0,0 1 0,0 0 0,1 0 0,-1 0 0,0 0 0,1 0 0,-1 0 0,1 0 0,-1 0 0,1 1 0,0-1 0,-1 1 0,1-1 0,0 1-6,52-9-36,-39 8 33,63-6-62,-1 4 0,1 2-1,0 5 1,68 11 65,-126-12-7,0 1 1,0 1-1,0 1 0,-1 0 1,0 2-1,13 6 7,-28-12-12,0 1-1,0-1 1,0 1 0,0-1 0,-1 1-1,1 0 1,-1 0 0,0 1 0,1-1-1,-2 1 1,1-1 0,0 1 0,-1 0-1,1 0 1,-1 0 0,0 1-1,-1-1 1,1 0 0,-1 1 0,0-1-1,0 1 1,0 0 0,0-1 0,-1 1-1,0-1 1,0 1 0,0 0 0,-1-1-1,1 1 1,-1 0 0,0-1 0,-2 5 12,-2 3-22,0 1-1,-1-1 1,-1 0 0,0 0 0,-1 0 0,0-1 0,-1 0 0,0-1-1,0 0 1,-1-1 0,-1 0 0,0 0 22,-34 26 1,-1-2 0,-16 6-1,52-32-6,-25 14 13,-1-2 1,-1-1-1,0-2 0,-2-1 0,1-3 1,-2 0-1,-2-3-7,21-2 96,21-7-95,-1 0-1,0 0 1,1 1-1,-1-1 1,1 0 0,-1 1-1,1-1 1,-1 1 0,0-1-1,1 0 1,0 1-1,-1-1 1,1 1 0,-1 0-1,1-1 1,0 1 0,-1-1-1,1 1 1,0 0 0,-1-1-1,1 1 1,0-1-1,0 1 1,0 0 0,0-1-1,0 1 1,0 0 0,0-1-1,0 1 1,0 0-1,0-1 1,0 1 0,0 0-1,0-1 1,0 1 0,0 0-1,1-1 1,-1 1-1,0-1 0,1 4-3,0-1 1,-1 1-1,1-1 1,1 1-1,-1-1 1,0 0-1,1 0 0,0 0 1,0 1-1,0-2 1,0 1-1,0 0 0,0 0 1,1-1-1,0 1 1,-1-1-1,1 0 1,0 0-1,0 0 0,3 2 3,12 7 16,1-1-1,0-1 1,3 1-16,-10-5 8,32 11 163,1-2 0,0-2 0,1-2 0,0-2 1,0-2-1,4-1-171,-47-5-123,29 5 771,-31-5-729,0 0 0,0 0 0,0 0 0,1 0 0,-1 0 1,0 1-1,0-1 0,0 0 0,-1 1 0,1-1 0,0 1 0,0-1 0,0 1 0,0-1 0,0 1 0,0 0 0,-1 0 1,1-1-1,0 1 0,-1 0 0,1 0 0,0 0 0,-1-1 0,1 2 81,0-3-3610,5-5-2163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47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8 273 9364,'0'0'1940,"0"0"237,0 0 11,0 0-764,0 0-562,24 0-278,27 0-310,89 1 1701,65-12-1975,-205 11 2,46-4 134,0-3-1,-1-1 1,0-2-1,29-12-135,-73 22-12,1-1-1,0 0 0,0 0 1,0 0-1,-1 0 0,1-1 0,-1 1 1,1 0-1,-1-1 0,1 1 1,-1-1-1,0 1 0,1-1 1,-1 0 12,-1 2-62,0-1 1,1 0 0,-1 0 0,0 0 0,0 1-1,0-1 1,0 0 0,0 0 0,0 0 0,0 1 0,0-1-1,0 0 1,0 0 0,0 1 0,0-1 0,0 0-1,-1 0 1,1 0 0,0 1 0,-1-1 0,1 0 0,0 1-1,-1-1 1,1 0 0,-1 1 0,1-1 0,-1 0-1,0 1 1,1-1 0,-1 1 0,1-1 0,-1 1 0,0 0-1,1-1 1,-1 1 0,0 0 0,0-1 0,1 1-1,-1 0 1,0-1 61,-30-10-1541,0 1-1,-1 1 1,0 2-1,-1 1 1,1 2-1,-11 0 1542,-19-4-2201,-124-13-2457,79 9 5447,2-2 4547,120 13 3614,87-3-7911,37 4 1198,-1-7 0,88-17-2237,-213 20 838,-9 0-1793,-7-2-4251,-9-4-877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3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61 410 5250,'0'0'3754,"0"0"-2361,0 0-65,0 0 484,0 0-660,0 0-653,-6-17 96,-3-12-126,1-1 0,1 1 0,1-1 0,0-20-469,-3-173 2518,9 222-2296,0 1-76,0 5-159,-10 564 827,10-569-761,15-1-4740,-3-7-548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3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373 41 6707,'0'0'736,"0"0"358,0 0 387,0 0-358,0 0-565,-35-7 10,-110-21 102,136 26-517,0 0 0,-1 1 0,1 1 1,0-1-1,-1 2 0,1-1 0,-1 1 1,1 0-1,0 1 0,-1 1 0,1-1-153,5 0 92,0 0-1,-1 0 0,1 0 1,0 0-1,0 1 1,1 0-1,-1 0 0,0 0 1,1 0-1,0 0 0,0 1 1,0-1-1,0 1 1,1 0-1,-1 0 0,1 0-91,-3 8 128,1 1 0,0 0 0,1 0 0,1 0 0,0 0-1,0 0 1,2 0 0,-1 1 0,2-1 0,0 0 0,2 8-128,-2-11 50,0-1 0,1 0 0,1 1 0,-1-1 0,2 0 0,-1 0 0,1 0 0,1-1 0,-1 0 0,1 1 0,1-2 1,1 3-51,12 13 183,2-1 0,1-1 0,5 4-183,-12-13 49,-1 0-1,0 1 0,-1 1 0,-1 0 0,0 0 1,-1 2-1,0-1 0,-2 1 0,4 8-48,-11-20 1,0 1-1,0-1 1,0 1-1,-1 0 1,0 0-1,0 0 1,0 0-1,0 0 1,-1 0-1,0 0 1,0 0-1,0 0 1,-1 0-1,0 0 1,0 0-1,0 0 1,0-1-1,-1 1 1,0 0-1,0 0 1,0-1-1,0 1 1,-1-1-1,0 0 1,0 0-1,0 0 1,0 0-1,-1-1 1,1 1-1,-3 1 0,-2 0 0,0 0 1,0 0-1,0-1 1,0-1-1,0 1 1,-1-1-1,1-1 0,-1 0 1,0 0-1,0 0 1,0-1-1,0-1 0,0 0 1,0 0-1,0 0 1,-7-2-1,13 1 0,-1 1 0,1-1 1,0 0-1,-1 0 0,1 0 0,0-1 1,0 1-1,0-1 0,0 0 1,0 0-1,1 0 0,-1 0 0,0 0 1,1 0-1,0-1 0,-1 1 0,1-1 1,0 0-1,0 0 0,0 0 1,1 0-1,-1 0 0,1 0 0,0 0 1,0 0-1,0-1 0,-1 0 0,-1-12 2,1 1 0,0-1-1,0 1 1,2-1 0,0-6-2,0 15 0,1 0 21,0 0 0,1 0 0,-1 0 0,1 0 0,1 1 0,-1-1 0,1 1 0,0 0 0,1-1 0,0 1 0,0 1 0,0-1 0,0 1 0,1-1 0,0 1 0,0 0 0,0 1 0,5-4-21,20-14 103,1 0-1,1 2 1,5-1-103,5-4-22,-18 11-13,-1-1 1,-1-1-1,0-1 0,16-17 35,-32 28-16,0-1-1,-1 0 0,0 0 1,0 0-1,0 0 0,-1-1 1,0 0-1,-1 0 1,1 0-1,-2 0 0,1-1 1,-1 1-1,0-1 0,-1 1 1,0-1-1,0 0 1,-1 0 16,0 3 18,0 1 0,0-1 0,0 0 0,-1 1 0,1-1 1,-2 1-1,1-1 0,0 1 0,-1-1 0,-1-1-18,1 4 19,0 1 0,0 0 0,0 0 0,0 0 0,0 0 0,-1 0 0,1 0 0,0 0-1,-1 1 1,0-1 0,1 1 0,-1 0 0,0 0 0,0 0 0,1 0 0,-1 0 0,0 0 0,0 1 0,0-1 0,0 1-1,-1 0-18,-16-2 50,0 0 0,0 1 0,0 1 0,-1 1 0,-18 3-50,29-2 13,-1 1 0,1 0 1,0 0-1,0 1 0,0 0 0,0 0 0,1 1 1,0 1-1,0 0 0,0 0 0,-7 7-13,9-7-186,1-1-1,1 1 1,-1 1-1,1-1 1,0 1-1,1-1 1,-1 1-1,1 1 1,1-1-1,0 1 1,0-1-1,0 1 1,1 0 0,0 0-1,0 0 1,1 0-1,0 0 1,0 1-1,1-1 1,1 6 186,4 20-4560,20-1-2150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4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9524,'0'0'1233,"0"0"544,0 0 720,0 0-1217,-17 162-831,14-119-145,-1-9-208,1-7-96,-4-2-64,4-10-432,3-3-913,0-12-1664,0 0-1313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4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480 1 3490,'0'0'2809,"0"0"-1987,0 0 135,0 0 191,0 0-543,15 5 14,-14-4 4255,-52-2-4817,22 0 277,-1 1 0,1 2 0,-15 2-334,34-2 96,-1 0-1,1 1 0,0 0 1,0 1-1,1 0 0,-1 0 1,1 1-1,0 1 0,0-1 1,0 1-1,-6 7-95,-3 3 136,1 2 1,1 0-1,1 1 1,1 1-1,1 0 1,0 1-1,1 0 1,2 1-1,0 0 1,1 1-1,1 0 1,2 0-1,0 1 1,1 0-1,1 0 1,2 0-1,0 0 1,2 0-1,1 12-136,-1-30 12,1 1 0,0 0 0,1-1 0,-1 1 0,1-1 0,1 1 0,-1-1 0,1 0 0,0 0 0,0 0 0,1 0 0,0 0 0,0-1 0,0 0 0,1 0 0,-1 0 0,1 0 0,0-1 0,1 0 0,-1 0 0,1 0 0,0-1 0,5 3-12,3 1 21,1-1 0,0-1 0,1 0 0,-1-1 0,1-1 0,-1 0 0,1-2-1,0 1 1,11-2-21,-21 0-10,0 0-1,-1-1 0,1 1 0,-1-2 0,1 1 1,-1 0-1,1-1 0,-1 0 0,0 0 0,1-1 1,-1 1-1,-1-1 0,1 0 0,0-1 1,-1 1-1,1-1 0,-1 0 0,0 0 0,0 0 1,-1 0-1,1-1 0,0-2 11,1-1-25,0-1 0,0 0 0,-1 0-1,-1-1 1,0 1 0,0-1 0,0 0 0,-1 0 0,-1 0 0,0 0 0,0 0-1,-1-2 26,0 9-2,0 1-1,0 0 0,-1 0 0,1-1 0,0 1 1,-1 0-1,0-1 0,1 1 0,-1 0 0,0 0 1,0 0-1,0 0 0,-1 0 0,1 0 0,0 0 0,-1 0 1,1 0-1,-1 1 0,1-1 0,-2 0 3,-1-1 15,0 1-1,0 0 0,0-1 1,0 2-1,-1-1 0,1 0 1,0 1-1,-1 0 0,1 0 1,-3 0-15,-13-1 148,1 1 1,-1 1 0,0 1 0,-12 2-149,26-2 51,-7 0 43,0 2 0,0 0-1,0 0 1,1 1 0,-1 0-1,1 1 1,0 1 0,1 0-1,-1 1 1,1 0 0,-7 6-94,11-8-84,1 0 1,1 0-1,-1 1 1,1-1-1,-1 1 1,2 0 0,-1 1-1,1-1 1,0 1-1,0 0 1,1 0-1,0 0 1,0 1-1,0-1 1,1 1 0,0-1-1,1 1 1,0 0-1,0 6 84,0-13-192,1 1 0,0-1 0,0 0 0,0 0 0,0 0 1,0 0-1,0 1 0,0-1 0,0 0 0,0 0 0,0 0 0,1 0 0,-1 0 0,0 1 0,1-1 0,-1 0 0,1 0 0,-1 0 0,1 0 0,0 0 0,-1 0 0,1-1 0,0 1 0,0 0 0,0 0 0,0 0 1,0-1-1,0 1 0,-1 0 0,2-1 0,-1 1 0,0-1 0,0 1 0,0-1 0,0 0 0,0 1 0,0-1 0,0 0 0,1 0 192,36 7-7697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5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703 92 3986,'0'0'1582,"0"0"256,0 0 464,0 0-466,0 0-601,7-18-72,20-55-151,-28 76-142,-1 5-664,0 1-1,-1-1 0,0 0 0,0 0 0,-4 5-205,-157 241 3177,90-144-2592,28-40-223,-87 130 791,-86 181-1153,217-377 19,-15 32 624,-2-2 0,-22 31-643,40-63 213,1-2-26,0 0-77,0 0-81,0 0-256,0 0-525,0 0-878,0-2-1862,0-5-2517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6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208 0 4882,'0'0'4173,"0"0"-2191,0 0 70,0 0-526,0 0-950,0 3-357,-1 6-42,1 1 0,-2-1 1,1 0-1,-1 0 0,-1 1 1,1-1-1,-2-1 1,1 1-1,-1 0 0,0-1 1,-1 0-1,0 0 0,-3 3-177,-12 14 331,-1-1 0,-1 0 0,-9 5-331,-29 33 194,59-61-206,0 0-1,0 0 1,0 1 0,0-1-1,0 0 1,1 1 0,-1-1-1,0 0 1,1 1 0,0-1-1,-1 1 1,1-1 0,0 1-1,-1-1 1,1 1 0,0-1-1,0 1 1,0 0 0,1-1-1,-1 1 1,0-1 0,0 1-1,1-1 1,-1 0 0,1 1-1,0-1 1,-1 1 0,1-1-1,0 0 1,0 1 0,-1-1-1,1 0 1,0 0 0,0 0-1,1 0 1,-1 0 0,0 0-1,0 0 1,0 0 0,1 0 12,9 7 18,0 0 0,0-1 0,0-1 0,10 5-18,-7-4 58,15 10-40,1-2 1,1-1-1,0-2 0,0-1 0,1-1 1,3-1-19,-33-8-4,0-1 1,0 0 0,0 1 0,0-1-1,0 0 1,0 0 0,0 0 0,0 0-1,0-1 1,0 1 0,0 0 0,0-1-1,0 1 1,0-1 0,-1 0 0,1 0-1,0 0 1,0 0 0,0 0 0,-1 0 0,1 0-1,-1 0 1,1-1 0,0 0 3,1-3 5,0 0 1,0 0 0,-1 0-1,1 0 1,-2-1 0,1 1-1,1-6-5,0-1-9,7-27 493,-3 1 0,-1-1 1,-2-1-1,-2 1 1,-2-31-485,0 69 400,0 6-200,-5 83 54,-3 0 0,-14 57-254,-8 71 490,21-149-295,-2 31-1108,11-96-551,0-2-1047,0-2-1336,0-5-1926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6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0 8180,'0'0'2297,"0"0"-1118,0 0 918,0 0 115,0 36-694,0 256 1662,0-274-3043,-1-1 1,0 1-1,-1 0 0,-1-1 1,0 1-1,-4 8-137,5-15-969,6-9-3150,12-13-2742,-12 8 7178,31-28-6762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6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8836,'0'0'3239,"0"0"-2215,0 0 636,0 0 21,0 0-804,33 5-439,2 1-332,7 1 50,1-2 0,0-2-1,41-2-155,72-12 307,-154 11-296,-1 0-1,0 0 1,1 0-1,-1 0 1,0 0-1,0 1 1,1-1-1,-1 0 1,0 1 0,0-1-1,1 1 1,-1 0-1,0-1 1,0 1-1,0 0 1,0 0-1,0-1 1,0 1-1,0 0 1,0 0-1,0 0 1,-1 0 0,1 0-1,0 1 1,-1-1-1,1 0 1,0 0-1,-1 0 1,0 0-1,1 1 1,-1-1-11,4 45 326,-4-34-245,1 101 600,-5 0 0,-5-1 0,-12 44-681,15-116 193,2 0-1,1 29-192,3-68-34,0-1 1,0 0 0,0 1 0,0-1 0,0 0-1,0 1 1,0-1 0,0 0 0,0 0-1,0 1 1,0-1 0,0 0 0,-1 1 0,1-1-1,0 0 1,0 1 0,0-1 0,0 0-1,0 0 1,-1 1 0,1-1 0,0 0 0,0 0-1,0 1 1,-1-1 0,1 0 0,0 0-1,0 0 1,-1 1 0,1-1 0,0 0 0,0 0-1,-1 0 1,1 0 0,0 0 0,-1 0 0,1 1-1,0-1 1,0 0 0,-1 0 0,1 0 33,-10-12-4879,2-18-339,-5-11-2863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7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89 11861,'0'0'673,"0"0"1280,0 0 128,0 0-1265,214 0-592,-140 0-16,-2 0-208,-15 0-16,-13-6-576,-13-9-465,-14 0-1408,-7-10-1457,4-2-3889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7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0 7267,'0'0'1604,"0"0"-137,0 0 678,0 0-616,0 0-668,6 23 257,24 127 4218,5 87-5336,-16 27 1958,13 106-832,-23-326-981,-1 9-28,-8-51-101,0-2-19,0 0 43,0-10-171,-2-6-43,-1-1 0,0 1 0,-2 0 0,0 0 0,0 0 0,-8-14 174,-2-9-354,-117-285-934,96 235 1312,35 89-16,0-1 0,1 0 0,-1 0 0,1 1 1,-1-1-1,1 0 0,-1 0 0,1 0 0,0 0 0,-1 0 1,1 0-1,0 0 0,0 0 0,0 1 0,0-1 1,0 0-1,0 0 0,0 0 0,0 0 0,0 0 0,0 0 1,0 0-1,1 0 0,-1 0 0,0 0 0,1 0 0,-1 0 1,1 1-1,-1-1 0,1 0 0,-1 0 0,1 0 1,-1 1-1,1-1 0,0 0 0,-1 1 0,1-1 0,0 0 1,1 0-9,2 0 51,0 1 0,1-1 0,0 1 0,-1-1 0,1 1 0,-1 1 0,1-1 0,1 1-51,17 0 70,5-1-70,70 0-10,44 8 10,-111-5-8,-1 2-1,1 1 1,-1 1-1,0 2 1,-1 1-1,21 10 9,-42-16-26,-1 0 1,1 0-1,-1 1 0,1 0 0,-1 0 1,-1 1-1,1 0 0,-1 0 1,0 0-1,-1 1 0,1 0 0,3 6 26,-7-9-16,0 1 0,0-1 0,0 1 0,-1-1 0,0 1 0,1 0 0,-1 0 0,-1-1 0,1 1 0,-1 0 0,0 0 0,0 0 0,0 0 0,-1-1 0,0 1 0,0 0 0,0 0 0,0-1 0,-1 1 0,0 0 0,0-1-1,0 0 1,0 1 0,-2 1 16,-7 9 6,0-1 1,-1 0-1,0-1 0,-1 0 0,-1-1 0,0-1 0,0 0 0,-14 8-6,-20 10 41,-2-2 0,-14 4-41,2-8 24,-9 4 334,69-25-333,0 0 1,0 0 0,0 0 0,0 1 0,0-1 0,1 0 0,-1 1-1,1-1 1,-1 1 0,1-1 0,0 1 0,0 0 0,0-1-1,0 1 1,1 0 0,-1 0 0,1 0 0,0 0 0,0-1 0,0 1-1,0 0 1,0 2-26,0 0 14,0 0 0,1 1-1,-1-1 1,1 0 0,0 0 0,1 0 0,-1 0-1,1 0 1,0 0 0,0 0 0,1-1-1,0 2-13,4 1 21,1-1-1,0 1 1,1-1-1,0-1 0,0 0 1,0 0-1,0 0 1,1-1-1,0-1 0,0 0 1,9 2-21,13 5 58,83 23 237,-65-20 480,33 13-775,-48-19 960,-34-7-730,-1 0-81,0 0-98,0 0-91,0 0-104,0 0-312,0 0-508,16-3-3899,13-11-1150,21-2-3661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08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92 318 4306,'0'0'1233,"0"0"594,0 0 427,0 0-58,0 0-107,-19-1-101,11 0-2157,-49-1 3005,49 0-1018,42 2-882,-1 0-598,106 1 499,0-7-1,93-16-836,-232 22 0,7-1-18,0 0-1,0-1 1,0 1-1,-1-1 0,1 0 1,4-3 18,-9 4-76,-1 0 1,0 0-1,1 0 1,-1 0-1,0 0 0,0 0 1,0-1-1,1 1 0,-1 0 1,-1-1-1,1 1 1,0-1-1,0 1 0,0-1 1,-1 1-1,1-1 1,-1 1-1,1-1 0,-1 0 1,0 1-1,0-1 0,1 0 1,-1 1-1,0-1 1,-1 0-1,1 1 0,0-2 76,-1 0-128,1 1-1,-1 0 1,0 0-1,0 0 1,0 0-1,0-1 1,0 1-1,-1 1 1,1-1-1,0 0 1,-1 0-1,0 0 1,1 1-1,-1-1 1,0 1-1,0-1 0,0 1 1,0 0-1,0 0 1,0 0-1,0 0 1,0 0-1,0 0 1,-1 0-1,0 0 129,-9-4-711,-67-29-3861,-2 3-1,-1 4 1,-4 2 4572,-26-4 205,0 2 4600,98 23-3822,-7-2 3772,21 6-2976,0 0-525,6 0-96,342 19 3508,-143-17-2038,-211-1-3057,1 0 0,-1 1 0,1-1 1,0 1-1,0 0 0,0 1 0,0-1 1,0 1-1,-3 2 429,-26 12-3745,-19-4-4587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4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101 401 6467,'0'0'2812,"0"0"-632,0 0 341,0 0-352,0 0-761,0 0-466,-1 0-900,1 0 0,-1 0 0,1 0 0,0 0 0,-1 0 0,1 0 0,-1 0 0,1 0 0,0 0 0,-1 0 0,1 0 0,0 0 0,-1 0 0,1 0 0,-1-1 0,1 1 0,0 0 0,-1 0 0,1 0 0,0-1 0,-1 1 0,1 0 0,0 0 0,0-1 0,-1 1 0,1 0 0,0 0 0,0-1 0,-1 1 0,1 0 0,0-1 0,0 1 0,0 0 0,0-1 0,-1 1 0,1-1 0,0 1 0,0 0-42,-3-10 93,1-1 1,0 1-1,1 0 1,0 0 0,0-1-1,1 0-93,-2-25 55,-3-6 81,-2-1 1,-2 1 0,-1 1-1,-2 0 1,-16-34-137,25 81 1968,1 21-1632,1 33-407,10 2 359,2 1 0,2-2 0,10 22-288,18 83 779,-28-120-504,-9-33-188,0-1-1,-1 1 0,0 1 1,-1-1-1,0 3-86,3-15 12,-4-2-3225,-1-1-3422,0-16-558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5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418 87 4930,'0'0'1793,"0"0"-294,0 0 153,0 0-425,0 0-360,-18-6 4432,-7-11-4043,-1-1-1259,-3 8 113,-1 1-1,1 1 1,-2 2-1,1 1 0,-1 1 1,0 2-1,0 1 1,-5 1-110,33 0 10,0 1-1,1 0 1,-1-1 0,0 1 0,0 0 0,0 0 0,0 0 0,1 1 0,-1-1 0,1 1 0,-1-1 0,1 1 0,-1 0 0,1 0 0,0 0 0,0 0 0,0 0 0,0 1 0,0-1 0,1 0 0,-1 1 0,1 0 0,-1-1 0,1 1 0,0 0-1,0 0 1,0 0 0,0-1 0,1 1 0,-1 0 0,1 1-10,-3 15 93,0 0 0,1 0-1,1 1 1,1 7-93,0-25 17,1 6 47,0-1 1,1 1-1,0-1 1,0 1-1,0-1 1,1 0-1,0 0 1,1 0-1,-1-1 0,1 1 1,1-1-1,-1 0 1,1 0-1,0 0 1,1 0-1,-1-1 1,7 5-65,13 10 231,1 0 1,1-2-1,18 9-231,101 48 414,-92-49-334,0 2 0,47 34-80,-96-58-18,0-1 0,-1 1 1,1 0-1,-1 0 1,0 1-1,0-1 0,0 1 1,-1 0-1,0 0 1,0 0-1,0 0 0,-1 0 1,1 1-1,-1-1 1,0 1-1,-1 0 0,1 0 1,-1-1-1,-1 1 0,1 0 1,-1 0-1,0 0 1,0 0-1,0 0 0,-1 1 18,0-4-8,0 0 0,0 0-1,-1 0 1,1 0 0,-1 0-1,1-1 1,-1 1 0,0 0-1,0-1 1,0 0 0,0 1-1,0-1 1,-1 0 0,1 0-1,-1 0 1,1-1-1,-1 1 1,0-1 0,0 1-1,0-1 1,0 0 0,0 0-1,0 0 1,0 0 0,-1 0 8,-9 2-59,0-1-1,0 0 1,-1 0 0,1-1 0,-3-1 59,4 0-28,-1 0-1,1-1 1,0 0-1,0-1 1,0 0 0,-5-2 28,11 2-18,0-1 1,0 0 0,1 0 0,-1-1 0,0 1 0,1-1 0,0 0 0,0-1-1,0 1 1,1-1 0,-1 0 0,0-2 17,-3-2-38,1-1 1,1 0-1,0 0 0,0 0 1,1-1-1,0 0 0,1 0 1,0-1-1,0 1 0,2-1 1,-1 0-1,2 1 0,-1-1 1,2 0-1,-1 0 0,2 0 1,1-9 37,-2 16-5,2 0 0,-1 0 0,0 0 1,1 0-1,0 1 0,0-1 0,0 1 1,1-1-1,-1 1 0,1 0 0,0 0 0,0 0 1,1 0-1,-1 1 0,2-2 5,12-9-8,0 0 0,1 1 0,1 0 8,16-12-27,6-5-52,-19 14 27,0-1 0,-1-1-1,-1-1 1,2-2 52,-21 19 7,1-1-1,0 1 1,-1-1 0,0 1-1,1-1 1,-1 1 0,0-1-1,0 1 1,-1-1 0,1 0-1,-1 0 1,1 1 0,-1-1-1,0 0 1,0 0 0,0 0-1,0 1 1,0-1 0,-1 0-1,1 0 1,-1 1 0,0-1-1,0 0 1,0 1 0,0-1-1,0 1 1,-1-1 0,1 1-1,-1-1 1,1 1 0,-1 0-1,0 0 1,0 0 0,0 0-1,0 0 1,0 0 0,-1 1-1,1-1 1,0 1 0,-1-1-1,1 1 1,-1 0-7,-17-5 78,0 0 0,-1 2 0,1 0 0,-1 2 0,0 0 0,0 1 0,0 1 0,1 1 0,-1 1-78,14-1 4,1 1 0,0-1 0,0 1 0,0 0 0,1 1 0,-1 0 0,1-1 0,-1 2 0,1-1 0,0 1 1,0 0-1,0 0 0,0 0 0,1 0 0,0 1 0,0 0 0,-3 4-4,-23 44-1936,27-45 607,0 0 1,0 0 0,1 0 0,0 0 0,0 6 1328,1 15-9309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5.7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11205,'0'0'3218,"0"0"-2978,0 0 1408,0 0-287,0 0-657,10 177-319,7-122-97,-6-6-288,-8 3-48,-3-13 32,0 4-769,0-15-1120,0-10-2401,0-15-4594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6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320 32 976,'0'0'7767,"0"0"-5764,0 0-738,0 0 71,0 0-767,27-3-225,182-10 2134,-321 6-1466,73 2-765,0 3 0,-1 1 0,-18 2-247,48 0 69,-1 0 0,1 1-1,-1 0 1,1 1 0,0 0 0,0 1 0,0-1-1,0 2 1,1 0 0,0 0 0,0 0 0,0 1-1,1 1 1,-8 6-69,6-2 92,-1 0 0,1 1 1,1 1-1,0 0 0,1 0 0,0 1 0,1-1 0,1 2 0,0-1 0,-3 13-92,2-1 126,2 1 1,0 0-1,2 0 1,1 0-1,1 19-126,1-37 17,1 1 0,-1-1 0,2 0 0,-1 0 0,1 0-1,0 0 1,1-1 0,0 1 0,1-1 0,-1 1 0,2-1 0,-1 0 0,1 0 0,0-1 0,1 0 0,0 1-1,0-2 1,0 1 0,1-1 0,0 0 0,0 0 0,0-1 0,1 0 0,0 0 0,3 0-17,10 5 26,0-2 0,0 0 0,1-2 0,0 0-1,0-2 1,0 0 0,1-1 0,-1-2 0,20 0-26,-28-1 11,1 0 0,-1-1 1,0 0-1,1-1 0,-1-1 0,0 0 0,0-1 0,5-3-11,-14 5-4,-1 0-1,1-1 0,-1 0 1,0 1-1,0-2 0,0 1 1,0 0-1,-1-1 1,1 1-1,-1-1 0,0 0 1,0 0-1,0-1 0,-1 1 1,1-1-1,-1 1 1,0-1-1,0 0 0,-1 1 1,1-1-1,-1 0 0,0 0 1,-1 0-1,1 0 1,-1-5 4,1 3-81,0-1 0,-1 0 0,0 1 0,-1-1 0,0 0 0,0 1 0,-2-8 81,2 13 0,0-1 0,0 1 0,-1 0 0,1 0 0,-1 0-1,1-1 1,-1 2 0,0-1 0,0 0 0,0 0 0,0 0 0,0 1 0,0-1 0,0 1 0,-1 0 0,1 0 0,0 0 0,-1 0 0,1 0 0,-1 0 0,1 0-1,-1 1 1,0-1 0,-1 1 0,-24-4 145,-1 1 0,0 1 0,0 1 0,1 2 0,-1 1 0,-17 4-145,35-3 62,0 1 0,0 0 0,0 0 0,0 1 1,1 1-1,0-1 0,0 2 0,0-1 0,1 2 0,-5 3-62,10-7-154,0-1-1,0 0 0,1 1 1,-1 0-1,1 0 1,-1 0-1,1 0 0,1 0 1,-1 1-1,1-1 1,-1 1-1,1 0 0,1 0 1,-1-1-1,1 1 1,-1 0-1,1 1 0,1-1 1,-1 0-1,1 0 0,0 0 1,0 0-1,1 0 1,0 5 154,-1-9-195,1 0 1,-1 0-1,0-1 1,1 1-1,-1 0 0,0-1 1,1 1-1,-1 0 1,1-1-1,0 1 1,-1-1-1,1 1 1,-1 0-1,1-1 1,0 0-1,-1 1 1,1-1-1,0 1 1,0-1-1,-1 0 1,1 1-1,0-1 1,0 0 194,38 7-7396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7.0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0 163 8500,'0'0'2897,"0"0"-1307,0 0 627,0 0-491,0 0-872,17 26 131,-13-20-895,55 85 1954,18 16-2044,48 61 2097,31 64-2097,-156-232 13,0 1 0,0 0 0,0-1 0,0 1 0,1-1-1,-1 1 1,0-1 0,0 1 0,1-1 0,-1 1 0,0-1 0,1 1 0,-1-1 0,1 1 0,-1-1 0,1 1 0,-1-1 0,0 0 0,1 1 0,-1-1 0,1 0 0,0 0-1,-1 1 1,1-1 0,-1 0 0,1 0 0,-1 0 0,1 0 0,0 1 0,-1-1 0,1 0 0,-1 0 0,1 0 0,0 0 0,-1 0 0,1-1 0,-1 1 0,1 0-1,-1 0 1,1 0 0,0 0 0,-1-1 0,1 1 0,-1 0 0,1 0 0,-1-1 0,1 1 0,-1 0 0,1-1 0,-1 1 0,0-1 0,1 1 0,-1-1 0,1 1 0,-1-1-1,0 1 1,0-1 0,1 1 0,-1-1 0,0 1 0,0-1 0,1 1 0,-1-1 0,0 0 0,0 1-13,15-51 54,-12 40-34,27-123-77,2-47 57,11-57 673,-38 215-560,2 0 1,0 1-1,1 0 0,1 0 0,1 1 0,1 0 1,2-3-114,-9 76-8226,-4-30 2013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7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716 0 9604,'0'0'694,"0"0"392,0 0 976,0 0-733,0 33-25,-1 5-813,0-6 23,1 0 1,1 0-1,2 0 1,2 0-1,2 7-514,1-4 477,1 0 1,2 0-1,2-1 1,1-1-1,12 20-477,-18-36 106,2 0 1,0-1-1,2-1 0,-1 1 1,2-2-1,0 0 0,0 0 0,1-2 1,1 1-1,0-2 0,10 6-106,-22-15 45,0-1-1,0 1 1,0 0 0,0-1-1,0 0 1,0 0-1,0 0 1,1 0-1,-1 0 1,3 0-45,-5-1 53,-1 0-5,0 0-74,-1 2 6,1 0 1,-1 0 0,1 0 0,-1 0-1,0-1 1,0 1 0,0 0 0,0 0-1,0 0 1,0-1 0,-1 1-1,1 0 1,0-1 0,-1 0 0,1 1-1,-2 0 20,-34 26-7,18-14 2,-327 252 341,-117 98 988,448-352-1284,0 1 0,1 0 0,1 1 0,0 0 0,1 2 0,0-1 0,1 1 0,-8 17-40,19-32-71,0-1 0,0 0 1,0 0-1,0 1 0,0-1 0,1 0 1,-1 0-1,0 1 0,0-1 0,0 0 0,0 0 1,0 0-1,0 1 0,1-1 0,-1 0 0,0 0 1,0 0-1,0 0 0,1 1 0,-1-1 0,0 0 1,0 0-1,0 0 0,1 0 0,-1 0 1,0 0-1,0 0 0,1 0 0,-1 0 0,0 1 1,0-1-1,1 0 0,-1 0 0,0 0 0,0 0 1,1 0-1,-1-1 0,0 1 0,0 0 0,0 0 1,1 0-1,-1 0 0,0 0 0,0 0 0,1 0 1,-1 0-1,0 0 0,0-1 0,1 1 71,4 0-898,8-1-631,0 0 1,0-1 0,0 0-1,0-1 1,0-1 0,-1 0-1,8-3 1529,62-30-8195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5:27.9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1016 0 9636,'0'0'905,"0"0"325,0 0 493,0 0-709,0 0-416,-14 17-116,-30 30 280,-1-1-1,-2-2 0,-36 24-761,-179 120 2491,-32 27 367,257-185-2405,-33 27 2392,-49 53-2845,119-114 852,0 3-2330,0 0-4982,0 1-375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0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0 123 11925,'0'0'601,"0"0"343,0 0 486,0 0-995,0 0-376,0 0-81,19 0 54,111 0 510,-121-2-211,0 0 0,0 0 0,0-1 0,0 0 0,-1-1-1,0 0 1,1 0 0,-2-1 0,1 0 0,0-1 0,0 0-331,35-21 586,-20 18-464,1 0 0,0 1 0,0 1 0,1 2 1,0 0-1,0 2 0,0 0 0,0 2 0,24 2-122,-48 1-35,0-1 1,0 1-1,0-1 0,-1 1 1,1 0-1,-1 0 0,1-1 1,-1 1-1,0 0 0,0 0 1,0 0-1,0-1 0,0 1 1,0 0-1,0 0 0,-1 1 35,1 1-80,-1 4 59,1 0-1,-2 0 1,1 0-1,-1-1 1,-1 1-1,1 0 1,-1-1-1,0 1 1,-1-1-1,0 0 1,0 0-1,-1 0 1,0-1-1,0 1 1,0-1-1,-1-1 1,-4 5 21,-9 6 5,0 0 0,-1-2 1,-1 0-1,0-1 0,-8 2-5,23-12-5,-1 1 0,-1-1 1,1 0-1,0-1 0,-1 1 0,1-2 0,-1 1 0,0-1 0,0 0 0,0 0 0,1-1 0,-1 0 0,-1-1 5,7 1 83,2 0 66,5-3-79,11-6-51,0 1 1,1 1 0,0 0 0,1 1 0,-1 1-1,1 1 1,0 0 0,4 1-20,14-1 51,-1 2 1,1 1-1,31 4-51,-59-2-5,-1 0 0,1 0 0,-1 1 0,0 0-1,0 0 1,1 1 0,-1 0 0,-1 0 0,1 0 0,0 1 0,-1 0 0,0 0 0,0 1 0,0 0-1,-1 0 1,1 0 0,-1 1 0,0 0 0,-1 0 0,1 0 0,-1 0 0,-1 1 0,1-1 0,-1 1 0,0 0-1,0 0 1,0 3 5,0 1 2,0 1-1,-1 0 0,0 0 0,-1 0 1,0 0-1,-1 1 0,0-1 0,-1 0 1,0 0-1,-1 0 0,0 0 0,-1 0 1,0-1-1,-1 1 0,-1-1 0,-4 9-1,-1-1 93,-1-1 0,-1-1-1,0 0 1,-2 0-1,0-1 1,-1-1 0,0 0-1,-7 4-92,12-11 91,0-1-1,-1 0 1,0 0-1,0-1 1,0 0 0,-1-1-1,0-1 1,0 1-1,0-2 1,-1 0 0,1 0-1,-1-1 1,0-1-1,-4 0-90,-2-1 132,13 1-103,1 0 0,-1-1 1,1 0-1,0 0 0,-1-1 0,1 1 1,0-1-1,-1 0 0,1-1 1,0 1-1,0-1 0,0 0 1,0 0-1,0-1 0,0 1 1,1-1-1,-2-1-29,3-1-305,0 0-1637,2 3-7480,1 2-484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0 11797,'0'0'769,"0"0"1472,0 0 608,-85 211-1264,68-144-881,3-6-352,4-6-176,7-12-176,-1-9-112,4-10-608,0-9-1553,0-15-1985,17 0-2129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1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642 237 6531,'0'0'1651,"0"0"-111,0 0 367,0 0-447,0 0-759,-9-15-108,7 11-547,-17-29 466,-2 0 0,-1 2 0,-3-2-512,18 25 153,-1 0 0,1 1 1,-1 0-1,-1 0 1,1 0-1,-1 2 0,0-1 1,-1 1-1,1 0 1,-1 1-1,0 0 0,0 0 1,0 1-1,-1 1 0,1 0 1,-1 0-1,-1 1-153,-1 0 98,0 1 0,0 1 0,0 0 0,0 1 0,0 0 0,0 1 0,0 1 0,1 0 0,-1 0 0,1 1 0,0 1 0,0 0 0,-8 6-98,0 1 200,1 1-1,0 0 0,1 2 0,1 0 0,0 1 1,-1 3-200,11-12 64,0 1 0,1-1 1,0 1-1,1 0 1,0 1-1,0-1 1,1 1-1,0 0 0,1 0 1,0 0-1,1 0 1,0 1-1,0-1 0,1 10-64,1-18-1,0 0-1,0 0 0,0-1 0,0 1 1,1 0-1,-1 0 0,1 0 0,0 0 1,-1-1-1,1 1 0,0 0 0,0 0 1,0-1-1,0 1 0,0-1 0,1 1 1,-1-1-1,0 0 0,1 1 0,-1-1 1,1 0-1,0 0 2,2 2-6,0-1 1,1 1 0,0-1-1,-1-1 1,1 1-1,0-1 1,0 1 0,0-1-1,1-1 6,17 3 21,0-2-1,1-1 1,18-2-21,-29 1 52,-2 0-19,-1 0 0,0-1 0,0 0 0,1-1-1,-1 0 1,-1-1 0,1 0 0,0 0 0,-1-1 0,0 0 0,3-3-33,13-11 89,0 0 1,-2-2-1,2-3-89,44-37 96,-60 56-75,-7 4 59,-4 143 603,4 152 107,0-269-967,0 19-1017,1-18-3673,1-20-711,2-5-3114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2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86 3986,'0'0'1659,"0"0"-138,0 0 208,0 0-113,0 0-108,-1-1 6748,3-1-5445,5 1-3591,388-7 2053,-394 8-1415,-1 0-44,0-1 139,-1 0 1,1-1 0,0 1 0,-1 0-1,1 0 1,-1 0 0,1 0 0,-1 0-1,1 0 1,-1 0 0,0 1 0,0-1-1,1 0 1,-1 0 0,0 0 0,0 1 0,0-1-1,0 0 47,-13-7-33,0 1-1,0 1 0,0 0 0,0 1 1,-1 1-1,0 0 0,0 0 0,-5 1 34,-21-2-19,0 2-1,-22 2 20,59 1 0,-1 0 0,1 1-1,0-1 1,0 1 0,-1 0 0,1 0 0,0 0 0,0 1-1,0-1 1,0 1 0,0 0 0,1 0 0,-1 0 0,1 0 0,-1 1-1,1 0 1,0 0 0,-1 0 0,2 0 0,-1 0 0,0 0 0,-1 3 0,0 1-16,0 0 0,1 0 0,0 0 0,0 1 0,1-1 0,0 1 0,0 0 0,1 0 0,0-1 0,0 1 0,1 0 0,0 2 16,1-8 1,-1 1-1,1 0 1,0-1-1,0 1 1,0 0 0,1-1-1,-1 1 1,0-1-1,1 0 1,0 1 0,0-1-1,-1 0 1,1 0-1,1 0 1,-1 0 0,0-1-1,0 1 1,1 0-1,-1-1 1,1 0 0,-1 1-1,1-1 1,-1 0-1,2 0 0,80 27 96,-61-21-81,21 6 68,8 2 130,31 15-213,-68-24 5,-1 1-1,0 0 1,0 1 0,-1 0-1,0 1 1,0 1 0,8 9-5,-17-15-1,-1-1 1,0 1-1,0 0 0,-1 0 1,1 0-1,-1 0 1,0 1-1,0-1 1,0 1-1,-1-1 1,1 1-1,-1 0 1,0-1-1,-1 1 1,1 0-1,-1 0 1,0 0-1,0 0 1,0-1-1,-1 1 1,0 0-1,0 3 1,-1-1 26,0 0-1,-1 1 1,0-1-1,0 0 1,0-1 0,-1 1-1,0-1 1,0 1-1,-1-1 1,0 0 0,0-1-1,0 1 1,0-1-1,-1 0-25,-10 7 84,0-1-1,-1-1 1,0-1-1,0 0 1,-1-1-1,0-1 1,-1 0-1,0-2 1,1 0-1,-18 2-83,0-3 188,0-1 0,-1-1 0,1-2 0,-1-2 0,-13-3-188,41 5 106,1-1 1,0-1 0,0 1-1,0-1 1,0-1 0,0 1 0,1-1-1,-1-1 1,1 0 0,0 0-1,-4-2-106,10 2 54,1 3-308,0 1-482,53 0-10341,-8 0 758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5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2 48,'0'0'835,"0"0"-272,0 0 99,0 0 181,0 0 170,0 0 65,0 0 176,0 0 11,0 0 18,0 0 51,0 0 37,0 0-87,0 0-81,0 0-192,0 0-232,0 0-91,0 0-85,0 0-471,0-1 0,-1 1 0,1 0 0,0 0 0,-1 0 0,1 0 0,-1 0 0,1 0 0,0 0 0,-1 0 0,1 0 0,-1 0 0,1 0 0,-1 0 0,1 0 0,0 0 0,-1 0 0,1 0 0,-1 0 0,1 0 0,0 0 0,-1 0 0,1 1 0,0-1 0,-1 0 0,1 0 0,0 1 0,-1-1 0,1 0 0,0 0 0,-1 1 0,1-1 0,0 0 0,0 1 0,-1-1 0,1 0 0,0 1 0,0-1-132,4 112 935,9 27-935,-3-24 799,-3 29-799,-7-142 40,0-2 35,0 0 5,-2-23-174,-5-8 36,-2 0 0,-9-22 58,9 30-6,1 0-1,1 0 1,1-1-1,1 0 1,1 0 0,1-2 6,3 19 15,-1 0 1,2 0 0,-1 0 0,1 0-1,0 0 1,0 1 0,0-1 0,1 0 0,0 1-1,1-1 1,2-5-16,-2 8 1,0 0-1,0 0 1,0 1-1,0-1 1,0 1 0,1 0-1,0 0 1,-1 0-1,1 0 1,0 1 0,0 0-1,1 0 1,-1 0-1,0 0 1,1 0-1,-1 1 1,1 0 0,-1 0-1,10-3 9,0 1 0,-1 1 0,1 0 0,0 1 0,0 1 0,0 0 0,0 0 0,0 2 0,0 0 0,2 1-9,-8-1 5,-1 0 0,0 0 0,0 1 0,0 0-1,-1 1 1,1 0 0,-1 0 0,0 0 0,0 0 0,0 1 0,0 0 0,-1 0 0,0 1 0,0 0 0,0 0 0,-1 0 0,0 0 0,0 0 0,1 4-5,4 14-5,-1 0 0,-1 0 0,-1 1 0,-2-1 0,0 1 0,-1 0-1,-2 0 1,0 1 0,-3 11 5,16-161 192,-11 105-190,-1 1-1,2 0 0,1 0 0,0 1 0,1-1 0,1 1 0,0 0 0,2 1 0,5-10-1,-9 19-11,0-1 0,0 1 0,1 0-1,0 0 1,0 1 0,1 0-1,0 0 1,0 0 0,0 1-1,0 0 1,1 0 0,0 1-1,0 0 1,0 0 0,1 1 0,-1 0-1,1 1 1,0 0 0,0 0-1,5 0 12,-4 1-8,0 0-1,-1 1 0,1 0 1,-1 1-1,1 0 0,0 1 1,2 0 8,-8-1 3,-1 1 1,1-1 0,-1 1-1,0 0 1,1 0-1,-1 0 1,0 0 0,0 0-1,0 1 1,-1-1-1,1 1 1,-1 0 0,1 0-1,-1 0 1,0 0 0,0 0-1,0 1 1,0-1-1,0 2-3,5 12 27,-1 0 0,-1 1 0,0 0 0,-1 1 0,-1-1 0,-1 0 0,0 7-27,0 41 49,-4 29-49,0-11-640,2-83-676,0-1-879,0-6-924,0 6 3023,0-18-2999,0-1 0,2 1 1,3-14 3094,15-34-7404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5.7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184 162 8036,'0'0'1875,"0"0"-42,0 0 331,0 0-694,0 0-651,2 31-48,-1-10-575,2 0 13,-2 0 1,-1 1 0,0-1 0,-2 1-1,0-1 1,-2 0 0,0 0 0,-1 0-1,-4 8-209,-154 368 3383,162-394-3287,1-3 8,0 0 27,0 0 56,0-5-75,2-49-217,2 1 1,3 0-1,2 1 1,3 0-1,1 0 1,19-42 104,-24 72-36,16-47-122,4 1 0,3-1 158,-21 50-20,0 0-1,2 1 1,0 0 0,1 1 0,0 0 0,2 1 0,0 1 0,0 0-1,4-1 21,-16 14 8,-1 0-1,1 0 1,-1 0-1,1 0 1,-1 1-1,1-1 0,0 1 1,0-1-1,0 1 1,0 0-1,0 0 1,0 1-1,0-1 1,1 1-1,-1-1 0,0 1 1,0 0-1,0 0 1,0 0-1,1 1 1,1 0-8,-2 0 12,0 1 0,0 0 0,0-1 0,0 1 0,0 1 1,0-1-1,0 0 0,-1 1 0,1-1 0,-1 1 0,0 0 1,1 0-1,-2 0 0,1 0 0,0 0 0,0 1-12,7 16 65,-2 0 0,0 0 0,-1 1 0,-2-1-1,3 17-64,13 129 404,-14-101-128,2 0-1,16 56-275,-19-108 583,-1 3-3160,-4-16 2427,-1 0 0,1 1 1,0-1-1,-1 1 0,1-1 1,-1 0-1,0 1 0,1-1 0,-1 0 1,1 1-1,-1-1 0,1 0 1,-1 0-1,0 0 0,1 0 1,-1 1-1,0-1 0,1 0 0,-1 0 1,1 0-1,-1 0 0,0 0 1,1-1-1,-1 1 0,0 0 1,1 0-1,-1 0 0,1 0 1,-1-1-1,0 1 150,-29-7-2644,0-2 0,0-1 0,0-1 0,-21-12 2644,-36-13-3169,-54-6 4321,104 32 3332,19 7 4993,317 18-5416,-233-14-3644,-37 1-463,0-1 0,0-1 1,0-2-1,0-1 0,-1-1 0,1-2 0,-1 0 1,8-5 45,-30 9-408,-1-1 0,0 0 0,0 0 1,0-1-1,0 0 0,0 1 0,0-1 1,-1-1-1,0 1 0,0-1 0,0 0 1,2-4 406,4-7-2294,-2 0 0,0 0 0,3-10 2295,10-29-5835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6:2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652 0 768,'0'0'10301,"0"0"-7617,0 0-568,0 0 69,0 0-1246,7 19-315,5 13-109,-2 1 0,-1-1 0,-2 1 0,2 23-515,4 132 1577,-9-92-772,5-1-1,3 0 1,5 1-805,-16-92-10,16 47 470,-17-49-479,1 0 1,0 0 0,0-1 0,0 1 0,0 0 0,0-1 0,1 1 0,-1-1 0,0 0 0,1 1-1,-1-1 1,1 0 0,-1 0 0,1 0 0,0 0 0,-1 0 0,1 0 0,0 0 0,0-1 0,0 1-1,-1-1 1,1 1 0,0-1 0,0 0 0,1 1 18,-3-1-155,0 0 78,0 0-78,0 0 70,0 0-86,0 0 32,-13 15-376,-227 162 104,-13 10 497,140-103 220,61-48-38,1 3 1,-39 40-269,90-79-61,-1 0-1,1 1 0,0-1 1,-1 0-1,1 0 1,0 0-1,0 0 1,-1 1-1,1-1 1,0 0-1,0 0 1,0 0-1,-1 1 1,1-1-1,0 0 1,0 0-1,0 1 1,-1-1-1,1 0 1,0 1-1,0-1 1,0 0-1,0 1 0,0-1 1,0 0-1,0 0 1,0 1-1,0-1 1,0 0-1,0 1 1,0-1-1,0 0 1,0 1-1,0-1 1,0 0-1,0 1 1,0-1-1,0 0 1,0 1-1,1-1 1,-1 0-1,0 0 1,0 1-1,0-1 0,1 0 63,17 1-1537,25-10-461,37-21-3832,-1-4 1,65-39 5828,-74 37-1920,182-109-2285,-90 43 8346,-133 84-529,2 2 1,25-10-3613,-43 20 2064,-17 19 716,-8 5-2467,-1-1 0,-1 0-1,-1-1 1,-1-1 0,-9 7-313,-95 73 1493,75-61-1023,-190 133 2065,-19 15 218,242-172-2933,-5 5 429,4-11-7012,1-4-734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27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2705 2721,'0'0'1948,"0"0"-246,0 0-144,0 0 136,0 0 30,0 0-326,1 2 4447,4-1-5053,23-3-448,-1 0-1,0-2 1,-1-1 0,1-2-1,-1 0 1,0-2-1,-1 0 1,0-2-1,0-1 1,4-4-344,2-1 24,-2-2-1,1-1 1,-2-1 0,-1-2-1,-1 0 1,-1-2 0,17-22-24,-28 28 87,0-1-1,-2-1 1,0-1 0,-2 1-1,0-2 1,-1 1 0,5-23-87,6-34 120,5-58-120,-11 59 7,2-23 43,-4-1 1,-5 0 0,-4-37-51,-4 36 90,-4 1 1,-14-68-91,-12-97 129,13 97-109,-24-124-60,31 185 50,9 75-54,-2 0-1,-1 0 1,-1 1-1,-7-18 45,13 50-2,-1 0 0,1-1 0,0 1 1,-1-1-1,1 1 1,-1-1-1,1 1 0,-1-1 1,0 1-1,0 0 0,0 0 1,1-1-1,-1 1 1,0 0-1,-1 0 0,1 0 1,0 0-1,0 0 0,0 0 1,-1 0-1,1 0 1,0 1-1,-1-1 0,0 0 2,2 1-50,0 0 4,-3 44 54,-1 0-1,-3 0 1,-6 23-8,-8 47-4,17-86-49,4-28 52,0 0 0,-1 0-1,1 0 1,0 0 0,0 0 0,0 0 0,0-1 0,0 1-1,0 0 1,0 0 0,0 0 0,0 0 0,0 0-1,0 0 1,-1 1 0,1-1 0,0 0 0,0 0 0,0 0-1,0 0 1,0 0 0,0 0 0,0 0 0,0 0 0,0 0-1,0 0 1,0 0 0,0 0 0,0 0 0,-1 0 0,1 0-1,0 0 1,0 0 0,0 0 0,0 0 0,0 0-1,0 1 1,0-1 0,0 0 0,0 0 1,-2-41-127,2 20 34,-4-304-137,4 324 244,0 1 4,0 8 22,0 41 12,-3 0 0,-1 0 0,-3-1 0,-3 7-52,0-17 32,6-24-12,0-1 0,1 1-1,0 0 1,2 0 0,-1 11-20,2-24-13,0-1-3,0-9-43,3-36 48,2-1-1,2 1 1,2 0 0,8-18 11,6-35-22,-21 83 22,-1 11 5,-1-1 0,1 0 0,0 0 0,1 1 0,-1-1 0,1 1 0,0-1 0,3-3-5,-5 7 27,0 1 0,0 0-62,19 32-80,1-3 132,2 0-1,0-2 1,2 0-1,1-2 1,2 0-1,0-2 1,1-1-1,1-1 1,1-2-1,1-1 0,0-1 1,10 2-17,-41-19-2,0 0-1,1 0 1,-1 0 0,0 0 0,0 0 0,1 0-1,-1 1 1,0-1 0,0 0 0,1 0-1,-1 0 1,0 0 0,0 1 0,1-1-1,-1 0 1,0 0 0,0 0 0,0 1 0,0-1-1,1 0 1,-1 0 0,0 1 0,0-1-1,0 0 1,0 0 0,0 1 0,0-1 0,0 0-1,0 0 1,0 1 0,0-1 0,0 0-1,0 1 1,0-1 0,0 0 0,0 0-1,0 1 1,0-1 0,0 0 0,0 0 0,0 1-1,0-1 1,0 0 0,-1 0 0,1 1-1,0-1 1,0 0 0,0 0 0,0 1 0,-1-1-1,1 0 1,0 0 0,0 0 0,0 0-1,-1 1 1,1-1 0,0 0 0,0 0-1,-1 0 1,1 0 2,-18 10-136,-54 10 75,-1-2 0,0-4-1,-1-3 1,-25-2 61,91-12 416,13-8-282,20-16-182,-17 18 101,10-11-97,0 0 1,2 2 0,0 0-1,0 1 1,2 1-1,0 1 1,22-12 43,-49 31-10,-1-1 1,1 1 0,0 0-1,0 1 1,0-1 0,-2 3 9,-15 13 18,6-7 2,-1-1-1,-1-1 0,1 0 0,-2-2 0,-4 2-19,76-66 414,-21 30-390,-30 24-3,-2 1 6,0 0 21,0 0-29,0 0-38,0 0-37,0 0-16,0 0-40,0 0-168,0 0-702,0 0-1139,-2 2-1833,-7 8-2323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57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61 4610,'0'0'4367,"0"0"-2326,0 0 288,0 0-109,0 0-790,-6 0-648,-16 0-35,16 0-35,3 0 1552,6 0-446,32-1-1753,-1-3-1,21-4-64,-16 2-171,-1 1 0,28 2 171,-65 3-94,-1 0-71,0 0-153,-13 0-543,-130 3-1075,19 0 5142,205-6-2785,45-9-421,-37 5 5,-88 7-18,-1 0 32,0 0-35,0 0 34,0 0-52,0 0-92,-3 0-103,-235 14-1047,220-13 1282,26-1 654,89-2-136,5-5-524,-3-5-96,-98 12 134,-1 0 7,0 0 27,0 0-40,0 0-10,0 0-20,0 0 20,0 0-38,0 0 56,0 0 37,0 0-29,0 0 5,0 0-34,0 0-62,0 0 46,0 0-22,0 0 14,0 0 48,0 0-30,0 0-50,0 0-6,0 0 22,0 0-19,0 0-80,0 0 23,0 0-33,0 0 39,0 0 38,0 0 63,0 0 44,0 0-1,0 0 0,0 0-13,0 0 46,0 0-17,0 0 22,0 0-38,0 0-31,0 0 4,0 0 38,0 0-26,0 0-57,0 0 27,0 0-19,0 0 33,0 0 12,0 0 1,0 0-40,0 0-11,0 0-6,0 0-18,0 0 16,0 0 48,0 0 16,0 0-18,0 0-12,0 0-10,0 0 22,0 0-38,0 0 42,0 0-4,0 0 2,0 0 26,0 0-10,0 0-8,0 0-40,0 0 16,0 0-26,0 0 50,0 0 18,0 0 4,0 0-27,0 0 5,0 0-3,0 0-45,0 0 35,0 0-19,0 0 53,0 0-16,0 0-15,0 0-4,0 0-28,0 0 31,0 0 11,0 0 5,0 0 17,0 0-20,0 0-20,0 0-20,0 0 6,0 0-24,0 0 32,0 0-21,0 0 32,0 0 42,0 0-18,0 0-1,0 0-18,0 0-34,0 0 15,0 0-45,0 0 29,0 0 54,0 0-19,0 0-13,0 0-30,0 0-21,0 0 45,0 0-18,0 0 26,0 0 19,0 0-32,0 0 3,0 0-19,0 0 19,0 0-9,0 0 22,0 0 8,0 0-53,0 0 34,-8-9 1071,6 9-1034,2 0-50,0 0-18,0 0 42,0 0-43,0 0 11,0 0 29,0 0 17,0 0-1,0 0-16,0 0-31,0 0-25,0 0 38,0 0-11,0 0 29,0 0 14,0 0-43,0 0 32,0 0-46,0 0 14,0 0 67,0 0-24,0 0-17,0 0-20,0 0-17,0 0-24,0 0 54,0 0-16,-13-2 134,5 1-5538,-13 1 993,-5 0-2672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8.7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221 129 5106,'-221'-128'0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20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5271 2001,'0'0'1176,"0"0"-426,0 0 64,0 0-91,0 0-144,0 0 61,-34 6 13801,38-5-14349,1 0 0,-1 0 0,0-1 0,1 0 0,-1 0 0,1 0 0,-1 0 0,0 0 0,4-2-92,7 1 181,1 1-101,-1-2 1,1 0-1,0-1 0,-1 0 1,0-2-1,0 1 1,0-2-1,0 0 0,-1-1 1,0 0-1,2-3-80,30-19 330,-1-3 0,24-24-330,-33 27 222,16-15 55,-2-3 1,-3-2-1,17-23-277,123-168-59,-99 123 44,15-17 267,-5-6 0,-6-3 0,-7-4 0,10-37-252,-71 132 44,64-142 29,19-78-73,-85 205-36,-2 0-1,-4-2 1,-3 0 0,-2-1-1,-4 0 1,-2-12 36,-5 70-9,-1-377-140,-2 353 157,-1 1 0,-2 0 0,-1 0 0,-9-25-8,-54-134 94,27 80-30,22 54-53,-68-178-136,68 192 8,-2 0 0,-1 1 1,-30-39 116,-35-37-115,-72-104 118,126 170-20,2-2 0,3-1 0,-4-16 17,-11-25-64,-5 3 0,-4 2 0,-30-37 64,83 131 0,-5-9 13,-1 0 0,1 0 0,0-1 0,1 0 0,0 0 0,1 0 0,0-1 0,1 1 1,0-1-1,0 0 0,1-5-13,2 15-30,0 1-2,0 0-10,0 0-30,0 0 40,0 0 0,0 0-16,0 0-11,0 11-66,-11 356 130,11-366 16,0-1 17,-3-13 7,-13-61-241,4-2 0,3 1 0,4-1 0,3-52 196,2 127-46,0 1 6,0 4-45,0 67-179,2-9 286,-2-1 0,-4 1 0,-2-1 0,-9 35-22,11-67 56,4-29-72,0 0 42,0-8 22,0-546 32,0 554-58,0 0-12,0 0-42,3 3-80,35 40 112,2-2-1,2-2 0,2-2 0,1-2 0,1-1 0,37 18 1,-35-22-147,-47-29 115,-1 0 20,-1 1-1,0-1 0,0 1 1,1-1-1,-1 1 0,0-1 0,0 0 1,0 0-1,0 1 0,-1-1 1,1 0-1,0 0 0,-1 0 0,1 0 1,0 0-1,-1 0 0,1 0 1,-1-1-1,-1 1 13,-38 16-23,23-11 2,-117 43 256,-25 1-235,149-46 194,10-4 11,25-10-124,25-20-123,0-2 0,6-8 42,-4 3-22,1 2 0,6 1 22,-54 32 2,-3 2 6,-1 0-21,0 0-59,0 0-264,0 0-539,0 0-878,-1 0-3230,-1 0 204,1 0-5071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20.9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21 309 8340,'0'0'1939,"0"0"-28,0 0 679,0 0-442,0 0-846,-4-1-403,1 1-864,-9 0 868,11 0-873,1 1 1,0-1-1,0 1 0,0-1 0,0 1 1,0 0-1,0-1 0,0 1 0,0-1 1,0 1-1,0-1 0,0 1 0,0-1 1,0 1-1,0 0 0,0-1 0,1 1 1,-1-1-1,0 1 0,0-1 1,1 1-1,-1-1 0,0 0 0,1 1 1,-1-1-1,1 1 0,-1-1 0,0 0 1,1 1-1,-1-1 0,1 0 0,-1 1 1,1-1-31,59 68 1632,-17-20-130,19 30-1502,31 61 831,-56-79-697,4-1 0,2-2 0,8 4-134,-51-60 11,0-1 1,0 0-1,0 0 0,0 0 1,0 0-1,0 0 1,0 0-1,1 0 0,-1 0 1,0 1-1,0-1 1,0 0-1,0 0 0,0 0 1,0 0-1,1 0 0,-1 0 1,0 0-1,0 0 1,0 0-1,0 0 0,1 0 1,-1 0-1,0 0 0,0 0 1,0 0-1,0 0 1,0 0-1,1 0 0,-1 0 1,0 0-1,0-1 0,0 1 1,0 0-1,0 0 1,0 0-1,1 0 0,-1 0 1,0 0-1,0 0 0,0 0 1,0-1-1,0 1 1,0 0-1,0 0 0,0 0 1,1 0-1,-1 0 1,0 0-1,0-1 0,0 1 1,0 0-1,0 0 0,0 0 1,0 0-1,0 0 1,0-1-12,4-16 228,-1-30-270,-2 36 85,5-80-17,-3 0 0,-4-1 0,-5 1 0,-3 0 0,-11-37-26,10 83 215,2 0-1,2 0 0,1-1 0,3-5-214,1 80-5151,1 31-1149,11-9-23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21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76 224 7379,'0'0'1305,"0"0"64,0 0 501,0 0-459,0 0-685,-1 16 168,0-2-613,0 0 1,1 0 0,1 1 0,0-1 0,1 0 0,1 0 0,0 0 0,1 0 0,0 0 0,1-1 0,1 0 0,0 0 0,7 11-282,-5-13 97,-1-1 1,2 0-1,0-1 0,0 1 0,0-2 1,1 0-1,1 0 0,-1 0 0,1-1 1,0-1-1,1 0 0,-1-1 0,1 0 1,2 0-98,5 1 47,1-2 1,0 0-1,-1-1 1,1-1 0,0-1-1,0 0 1,0-2-1,17-2-47,-32 3 7,0-1 0,0 0 0,0 0 0,0-1 0,0 1-1,0-1 1,0 0 0,-1-1 0,1 1 0,-1-1 0,1 0 0,-1 0-1,0 0 1,0-1 0,0 1 0,2-4-7,-1 0 8,1 0 1,-2 0-1,1-1 1,-1 0-1,0 0 0,-1 0 1,0 0-1,0-1 1,1-4-9,1-14 9,-1 0 1,-1 0-1,-2-1 1,0 1 0,-2 0-1,-1-2-9,0 18 0,0 1 0,-1-1 0,0 0-1,-1 1 1,0-1 0,-1 1 0,0 0 0,0 0-1,-1 1 1,0 0 0,-1 0 0,0 0 0,-1 1-1,1 0 1,-2 0 0,1 1 0,-1 0 0,0 1-1,0-1 1,-7-2 0,-2-1 35,1 0-1,-2 2 1,1 0-1,-1 1 1,-1 0-1,1 2 1,-1 0 0,0 1-1,0 1 1,0 1-1,-2 1-34,8 1 26,0 0 0,-1 1 0,1 0 0,0 1 0,-1 1 0,-5 2-26,14-3 20,0 1-1,0-1 1,1 1-1,-1 1 1,1-1-1,0 1 1,0 0-1,0 0 1,1 1-1,-1-1 1,1 1-1,0 0 1,0 0-1,1 0 0,-3 6-19,-3 6 66,2 0 0,0 1 0,1 0 0,0 0 0,2 1 0,0-1 0,1 1-1,1 0 1,1 0 0,1 0 0,0 0 0,1 0 0,3 13-66,-2-23 3,0 1 0,0-1 0,1 0 0,0 0 0,0 0 0,1-1 0,0 1 0,1-1 0,0 0 0,0 0 0,0 0-1,1-1 1,1 0 0,-1 0 0,1-1 0,0 1 0,7 3-3,-3-2 17,0-1 0,0-1-1,1 1 1,-1-2 0,2 0-1,-1 0 1,0-1 0,1-1 0,0 0-1,0-1 1,0 0 0,8 0-17,10 0 13,-16-1 8,-1 0-1,1 0 1,-1-2 0,1 1-1,-1-2 1,1 0 0,-1-1-1,1 0-20,-12 2 25,0-1-1,-1 1 0,1-1 0,0 0 1,-1 0-1,1 0 0,-1 0 0,1 0 1,-1 0-1,2-2-24,1-13-2374,-6 17-772,-4 0-2606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35.8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9 6963,'0'0'2815,"0"0"-1761,0 0 325,0 0 454,0 0-827,0 0-540,0 0-111,-3 1 192,8 1-405,57 1 3285,59-4-3427,-32 0-3515,-88 0-797,-1-2 2732,0 2 484,0-7-3762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36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86 209 5074,'-69'-170'7121,"53"133"-5459,16 36-908,1 2 1875,244-1-449,-243 0-2178,-2 0-20,0 0-17,0 0-101,0 0-280,-2 15-9784,-7-3 3776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44.3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17 129 3522,'0'0'4943,"0"0"-3406,0 0-46,0 0 403,0 0-661,0 0-449,-5-1-13,5 0-736,0 1-1,0 0 0,-1 0 0,1 0 0,0-1 0,0 1 0,-1 0 0,1 0 0,0 0 0,-1 0 1,1 0-1,0 0 0,-1 0 0,1 0 0,0 0 0,0 0 0,-1 0 0,1 0 0,0 0 1,-1 0-1,1 0 0,0 0 0,-1 0 0,1 0 0,0 0 0,0 0 0,-1 0 0,1 1 1,0-1-1,-1 0 0,1 0 0,0 0 0,0 1 0,-1-1 0,1 0 0,0 0 0,0 0 1,0 1-1,0-1 0,-1 0 0,1 1 0,0-1 0,0 0 0,0 0 0,0 1 0,0-1 1,0 0-1,-1 1 0,1-1 0,0 0-34,8 25 964,33 50-182,-18-35-261,49 123 874,-8 2-1,21 95-1394,-29-88 135,-56-172-125,0 0 1,0 0-1,0 0 0,0 0 1,0 0-1,0 0 0,1 0 0,-1 0 1,0 0-1,0 0 0,0 0 1,0-1-1,0 1 0,0 0 1,0 0-1,0 0 0,0 0 1,1 0-1,-1 0 0,0 0 1,0 0-1,0 0 0,0 0 1,0 0-1,0 0 0,0 0 1,0 0-1,1 0 0,-1 0 1,0 0-1,0 0 0,0 0 1,0 0-1,0 0 0,0 1 1,0-1-1,0 0 0,1 0 1,-1 0-1,0 0 0,0 0 1,0 0-1,0 0 0,0 0 1,0 0-11,2-22 81,-1-33-131,-10-603-142,8 362 544,1 296-378,0 0-39,0 0-81,0 0-310,0 0-473,0 19-3185,0 57-5173,0-28 2199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45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49 119 7299,'0'0'1774,"0"0"-917,0 0 1168,-1 27 229,-2 10-1598,1-5-128,1 0-1,1 0 1,1 0 0,3 2-528,19 109 2209,-12-86-1439,-2 0-1,-2 20-769,6 19 806,-13-96-737,0 0 59,0 0-8,0 0 51,0-9 112,-1-33-395,-1 1 1,-2 0 0,-2 0-1,-11-39 112,0 17-64,-30-135 110,41 164-22,1-1 0,2 1 0,2-1 0,2-28-24,0 61-2,-1-1 1,1 1-1,0 0 0,0 0 1,0 0-1,0 0 1,0 0-1,0 0 1,1 0-1,-1 0 1,1 0-1,-1 1 1,1-1-1,0 0 0,0 1 1,-1 0-1,1-1 1,0 1-1,0 0 1,0 0-1,1 0 1,-1 0-1,0 0 0,0 1 1,0-1-1,3 0 2,63-10-87,-68 11 87,5 0-5,23-3-6,0 1 0,0 1 0,0 2 0,0 1-1,8 2 12,-30-3-20,1 0-1,-1 0 0,0 1 0,0 0 0,0 0 1,-1 0-1,1 1 0,0 0 0,-1 0 1,0 0-1,1 1 0,-2-1 0,1 1 1,0 1-1,-1-1 0,1 1 0,-1-1 1,0 1-1,-1 0 0,1 1 0,-1-1 0,0 1 1,-1-1-1,1 1 0,-1 0 0,1 5 21,0 0-43,-1-1-1,0 1 1,-1 0 0,0 0-1,-1 0 1,0 0-1,-1-1 1,0 1-1,0 0 1,-1 0-1,-1-1 1,0 1-1,0-1 1,-1 1-1,0-1 1,-1-1-1,0 1 1,-1-1 0,0 1-1,0-2 1,-1 1-1,0-1 1,-1 0-1,-4 4 44,-11 10-39,-2 0 0,0-2 1,-1-1-1,-1-1 0,-1-2 0,0 0 0,-14 4 39,42-20-1,-1 0-1,0 1 1,1-1-1,-1 0 1,0 1-1,1-1 1,-1 0-1,1 1 1,-1-1-1,0 1 1,1-1-1,-1 1 1,1-1-1,0 1 1,-1 0 0,1-1-1,-1 1 1,1 0-1,0-1 1,-1 1-1,1 0 1,0-1-1,0 1 1,0 0-1,-1-1 1,1 1-1,0 0 1,0 0-1,0-1 1,0 1-1,0 0 1,1 0 0,-1-1-1,0 1 1,0 0-1,0-1 1,0 1-1,1 0 1,-1 0-1,0-1 1,1 1-1,-1-1 1,1 1-1,-1 0 1,1-1-1,-1 1 1,1-1-1,-1 1 1,1-1-1,-1 1 1,1-1 0,-1 0-1,1 1 1,0-1-1,-1 1 1,1-1-1,0 0 1,0 0 1,25 11 50,0-2 0,0 0 1,1-2-1,0-1 0,0-1 1,19 0-51,23 6 77,-42-6-61,-17-5 6,0 2 0,0-1 0,0 1 0,-1 1 0,1 0 0,-1 0 0,0 1 0,0 0 0,0 1 0,0 0 0,-1 0 0,2 2-22,-5-6-965,5-1-4899,-4-1 1440,7 1-2641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7:46.2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201 404 9204,'0'0'771,"0"0"528,0 0 705,0 0-577,-7-32-560,0-5-583,-40-169 2020,17 126 201,10 32-568,20 127 51,12-7-1826,3-2 0,3 0 0,3-1 0,26 58-162,-41-113-48,0-1-1,-2 1 0,1 0 0,-2 1 1,0-1-1,-1 0 0,0 1 1,-1 11 48,-1-25-17,0 0 0,-1 0 0,1-1 0,0 1 0,-1 0 0,1 0 0,-1-1-1,1 1 1,0 0 0,-1-1 0,0 1 0,1 0 0,-1-1 0,1 1 0,-1-1 0,0 1 0,0-1 0,1 1 0,-1-1 0,0 0 0,0 1 0,1-1 0,-1 0 0,0 1 0,0-1 0,0 0 0,0 0 17,-26 5-95,24-4 65,-46 3 78,-1-2-1,-9-2-47,30 0 580,29 0-476,0 0-48,0 0-23,0 0-63,10 0-90,309-11 51,-301 10 55,14 1-138,-31 0 19,-1 0 69,-29 0-635,-11-1 730,0 2 0,0 1 0,0 3 0,0 1 1,1 1-1,-24 10-31,165-17 669,14-29-455,-31 6-113,-81 20 37,-4 3-7834,0 0 1565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0.9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296 74 6355,'0'0'536,"0"0"739,0 0 529,0 0-569,0 0-576,0 0-27,0 0 43,-5-11 4016,1 18-4681,-1 0 0,1-1 0,0 2 0,1-1 1,-1 0-1,1 1 0,1-1 0,-1 1 0,1 2-10,-11 27 237,-74 137 470,174-327-371,22-37-443,-106 185 3,-2 8 23,-4 20-13,-11 35 109,-6-10 53,-1-1 0,-2-1 0,-3-1 0,-15 19-68,-32 39 165,-24 22-165,95-123 2,-3 2-7,2 1 1,-1-1-1,1 1 1,-1 0-1,1 0 1,0 0-1,1 0 1,0 0-1,-1 1 1,1-1-1,0 6 5,2-10-13,0-1-40,10 16-206,8-2 313,0-2 0,1 0 0,0-2 0,1 0 0,14 5-54,112 35 271,4 2-169,-137-46-81,-4-2-21,1 1 1,-1-2-1,0 0 0,1 0 1,0 0-1,0-1 1,0-1-1,5 1 0,-15-2-29,0 0 15,13-43 182,-5-5-73,-3-1 0,-2-1 0,-2 1 0,-4-35-95,0-17 173,4 79-87,0-25-5,-1 44-47,0 1 1,0 0-1,0-1 0,-1 1 1,1 0-1,-1 0 1,1-1-1,-1 1 0,0 0 1,0 0-1,0 0 0,0 0 1,0 0-1,0 0 1,-1 0-35,1 1 96,1 1-11,0 0 14,0 0-33,0 0-31,0 0-16,0 0 2,0 0 19,0 0-5,-14 370 869,14 115 841,0-484-1692,0-1-5,0 0 0,0 0 38,0 0-33,0 0 14,0 0-3,0 0 32,0 0-21,0 0-54,0 0-24,0 0 25,0 0 4,0 0 14,0 0-45,0 0 26,0 0 19,0 0 22,0 0-44,0 0-34,0 0 14,0 0-20,0 0 49,0 0-16,0 0-38,0 0 24,0 0-10,0 0 37,0 0 3,0 0-57,0 0 36,0 0-25,0 0-2,0 0 2,0 0 32,0 0-26,0 0-30,0 0 1,0 0 4,0 0-44,0 0 28,0 0-23,0 0-16,0 0 26,0 0-51,0 0 49,0 0-30,0 0 25,0 0-41,0 0-5,0 0 27,0 0-4,0 0 33,0 0 0,0 0 38,0 0 2,0 0-19,0 0 38,0 0-11,0 0 16,0 0-30,0 0-39,0 0-107,0 0-283,0 0-328,0 0-688,-23 1-5449,-11 7 348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1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0 315 7812,'0'0'538,"0"0"127,0 0 1053,0 0 160,32 19-419,102 66-349,-112-69-671,1 1-1,-2 1 0,-1 0 0,0 2 1,-1 1-1,15 21-438,-14-16 300,13 19 369,-2 3 0,-2 0 0,-3 2 0,2 8-669,7 12 626,-21-48-553,-14-22-58,0-1-1,0 1 0,0 0 0,0-1 0,0 1 0,0 0 1,0-1-1,0 1 0,0-1 0,0 1 0,0 0 1,1-1-1,-1 1 0,0 0 0,0-1 0,0 1 0,0 0 1,0-1-1,1 1 0,-1 0 0,0 0 0,0-1 0,1 1 1,-1 0-1,0 0 0,0-1 0,1 1 0,-1 0 1,0 0-1,1 0 0,-1-1 0,0 1 0,1 0 0,-1 0 1,0 0-1,1 0 0,-1 0 0,0 0 0,1 0 1,-1 0-1,0 0 0,1 0 0,-1 0 0,1 0 0,-1 0 1,0 0-1,1 0 0,-1 0 0,0 0 0,1 0 0,-1 1 1,0-1-1,1 0 0,-1 0 0,0 0 0,1 0 1,-1 1-1,0-1 0,0 0 0,1 0 0,-1 1 0,0-1 1,0 0-1,0 1 0,1-1 0,-1 0 0,0 1 0,0-1 1,0 0-15,11-102 68,-6-1 0,-6-89-68,0 67-3,1-285 2039,0 409-2138,0 1-354,0 0-408,0 4-817,0 7 227,1 1 1,0-1-1,1 0 1,0 0 0,1 1 1453,15 45-5955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2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36 154 8516,'0'0'1064,"0"0"9,0 0 837,-2 34-64,-7 111-712,8-135-982,0 1 1,1 0-1,0-1 1,1 1-1,0 0 0,0-1 1,1 1-1,1-1 1,0 0-1,0 0 0,1 0 1,0 0-1,1 0 0,0-1 1,0 0-1,1 0 1,2 2-153,-2-5 54,0-1 0,1 0 1,0 0-1,0 0 1,0 0-1,0-1 0,1-1 1,-1 1-1,1-1 1,0 0-1,0-1 0,0 0 1,1 0-1,-1-1 1,0 0-1,1 0 0,-1-1 1,6-1-55,-6 2 23,0 0 0,1-1 0,-1-1 0,0 1 0,1-1 0,-1-1 0,0 0 0,0 0 0,0 0 1,0-1-1,0 0 0,0-1 0,-1 1 0,0-2 0,0 1 0,0-1 0,0 0 0,-1 0 0,1-1 0,3-5-23,-2 2 1,0 0 1,-1-1-1,0 0 0,-1-1 0,0 0 0,0 0 0,-1 0 0,-1 0 0,0-1 1,0 1-1,1-12-1,-1-7-40,-1 1 0,-1 0 0,-1-1 1,-2-11 39,0 32 7,0 0 0,-1 0 1,0 0-1,-1 0 1,0 0-1,0 0 1,-1 1-1,0-1 0,0 1 1,-1 0-1,0 0 1,0 1-1,-1-1 0,0 1 1,-1 0-1,1 1 1,-3-2-8,1 1 47,0 1 0,0-1-1,-1 2 1,0-1 0,0 1 0,0 0 0,0 1 0,-1 0 0,0 1 0,0 0 0,0 0 0,0 1-1,-1 0 1,1 1 0,-4 0-47,2 1 83,1 0-1,-1 1 0,1 0 0,-1 1 1,1 0-1,-1 1 0,1 0 1,0 1-1,-4 2-82,8-2 27,-1 1 0,1-1 0,0 1 0,0 1 0,0 0 0,1 0 0,0 0 0,0 0 0,0 1 0,1 0 0,0 0 0,-2 6-27,1-3 58,1 0 0,1 0-1,0 1 1,1-1 0,0 1 0,0 0 0,1 0 0,0 0 0,1 5-58,-1 21 208,2 1 1,2 4-209,-1-32 30,0-3-50,0 0 0,1 0 0,0 1 0,0-1 0,0-1 1,1 1-1,0 0 0,1-1 0,0 1 0,0-1 0,0 0 0,0 0 0,1-1 0,0 1 0,5 3 20,42 30-2413,-44-34 1165,1-1 0,-1 0-1,1 0 1,0-1 0,3 0 1248,28 2-6406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2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74 12374,'0'0'1331,"0"0"448,0 0 337,0 0-926,38 0-881,5 1-221,34 0 244,0-4 1,12-4-333,-44 0 242,38-11-242,40-7-26,-118 25-405,2-1 704,-8-3-7791,-8-6 3274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33.2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11637,'0'0'1644,"0"0"95,0 0 478,0 0-883,0 0-878,39-1-141,130-3 312,101-3-131,-269 7-648,-1 0-224,14 0-5888,2 0 835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8:59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0 596 8324,'0'0'1267,"0"0"521,0 0 386,0 0-822,0 0-682,0 0-398,4-29 163,23-190 72,-14 102 3148,-2-112-3655,-11 227 488,0 26-264,0 18-213,5 299 347,1-234 365,4 0 0,9 19-723,-19-125-1,2 11 0,0 0 0,1-1 0,1 1 0,-1-1 0,4 5 1,-7-16-78,0 0 0,0 0 0,1 1 0,-1-1 0,0 0 0,0 0 0,0 0 0,0 0 0,1 0 0,-1 0 0,0 0 0,0 0 0,0 0 0,1 0 0,-1 0 0,0 0 0,0 0 0,0 0 0,1 0 0,-1 0 0,0 0 0,0 0 0,0 0 0,1 0 0,-1 0 0,0 0 0,0 0 0,0 0 0,0-1 0,1 1 0,-1 0 0,0 0 0,0 0 0,0 0 0,0 0 0,0 0-1,1-1 1,-1 1 0,0 0 0,0 0 0,0 0 0,0 0 0,0-1 0,0 1 0,0 0 0,0 0 0,0 0 0,0-1 0,0 1 0,0 0 0,0 0 78,7-14-2651,3-23-2044,3-13-1054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0.2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285 104 8324,'0'0'790,"0"0"367,0 0 551,0 0-438,0 0-526,-27-14-69,-87-44 64,73 42-49,26 16-154,5 3-191,7-3-315,1 1-1,-1 0 0,1 0 0,-1 1 0,1-1 0,-1 0 0,1 1 0,0-1 0,0 1 0,0 0 0,0-1 0,0 1 1,0 0-1,1 1 0,-1-1 0,0 0 0,1 0 0,0 1 0,-1-1 0,1 0 0,0 1 0,0 0-29,-3 8 92,0-1-1,0 1 1,1 1-1,-1 7-91,1 3 144,0 1-1,2-1 0,0 1 1,2-1-1,0 1 0,2-1 1,0 0-1,1 0 0,1 0 0,2 0 1,0-1-1,1 0 0,1 0 1,1-1-1,1-1 0,0 1 1,2-2-1,3 5-143,62 73 306,-55-72-267,-2 0 0,-1 2 1,-2 1-1,0 0 0,8 20-39,-22-40 9,-2 1 0,1 0 0,-1-1 0,0 1 0,-1 0-1,0 0 1,0 0 0,-1 0 0,0 0 0,0 0 0,-1 0 0,0 0 0,0 0 0,-1 0 0,0 0 0,0-1 0,-2 3-9,3-6 5,-1 0 0,0 0 0,-1 0 0,1 0 0,-1-1 0,1 1 1,-1 0-1,0-1 0,0 0 0,-1 0 0,1 0 0,-1 0 0,0 0 0,1-1 0,-1 0 0,0 0 0,-1 0 0,1 0 0,0 0 0,0-1 0,-1 0 0,1 0 0,-1 0 0,1 0 1,-1-1-1,1 0 0,-1 0 0,1 0 0,-1 0 0,0-1-5,0 0-5,0-1 0,0 0 1,-1 0-1,2-1 0,-1 1 1,0-1-1,1 0 0,-1-1 1,1 1-1,0-1 0,0 1 1,0-1-1,0 0 0,1-1 1,0 1-1,0-1 0,0 1 1,0-1-1,1 0 0,0 0 1,-2-5 4,-4-8-16,1-1 0,1 1 1,1-1-1,1 0 1,-2-14 15,3 8-73,1-1 0,2 1 1,1-15 72,-1 32-16,1 0 1,0 0 0,1 0-1,-1 0 1,2 0-1,-1 0 1,1 1-1,0-1 1,1 1 0,0-1-1,0 1 1,5-5 15,24-28-20,-4 6 109,-2 0-1,16-28-88,-36 50-6,0 0 0,-1-1 0,0 0 1,-1 0-1,0 0 0,-2-1 0,1 1 0,-2-1 0,1 0 1,-1-8 5,-1 12 6,-1 0 1,0-1-1,0 1 1,-1 0 0,0 0-1,-1 0 1,0 0 0,0 0-1,-1 0 1,-1 1-1,0-1 1,0 1 0,0 0-1,-1 0 1,-1 0-1,0 1 1,0 0 0,0 0-1,-1 0 1,0 1 0,-1 0-1,1 0 1,-1 1-1,-1 0 1,-2-1-7,4 3-18,-1 0 0,0 0 0,-1 1-1,1 0 1,-1 0 0,1 1 0,-1 0 0,0 1 0,1 0 0,-1 0-1,0 1 1,0 0 0,0 0 0,0 1 0,-1 1 18,7-1-69,1-1 0,0 1 0,-1 0 1,1 0-1,0 0 0,0 0 0,0 1 0,0-1 1,0 1-1,0-1 0,0 1 0,0 0 0,1-1 1,-1 1-1,1 0 0,-1 0 0,1 0 1,0 0-1,0 1 0,0-1 0,0 0 0,0 0 1,0 1-1,0-1 0,1 0 0,-1 2 69,-1 8-1104,-1 1 0,2-1 0,-1 1-1,2 5 1105,-1 25-4684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1.5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11 1985,'0'0'3041,"0"0"-1632,0 0 133,0 0-200,0 0-528,-10-10 9334,7 9-9654,2 84 65,-3 0 0,-15 73-559,15-119 137,4-27 86,-1 0 0,-1-1 0,1 1 0,-2 0 0,1-1 0,-1 0 0,0 0 0,-1 1-223,3-54-12865,1 2 1916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2.3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312 1 5699,'0'0'405,"0"0"251,0 0 782,0 0-434,0 0-535,6 5-79,1 3-257,-4-6-92,-1 1-1,0-1 0,1 1 0,0-1 1,-1 0-1,1 0 0,0 0 0,0 0 1,0-1-1,1 1-40,-30-6 3251,-32 7-2820,20-2-114,31 0-273,0 0-1,0 0 1,0 1-1,1 0 1,-1 0 0,0 1-1,1-1 1,0 2-1,0-1 1,0 0 0,0 1-1,0 0 1,1 1-1,-1-1 1,1 1 0,0 0-1,1 1 1,-1-1 0,1 1-1,0-1 1,0 3-44,-11 15 150,1 1 0,1 1-1,2 0 1,-7 21-150,8-12 236,2 0-1,1 1 0,2 0 0,1 1 0,2-1 1,2 0-1,1 17-235,0-11 216,-1-31-205,1-1 0,0 0 0,0 1 0,1-1 0,0 0 0,1 1 1,0-1-1,1-1 0,0 1 0,0 0 0,0-1 0,1 0 1,1 0-1,-1 0 0,1-1 0,1 0 0,-1 0 0,1-1 0,3 3-11,0-1 7,1-1-1,0 0 0,0 0 0,0-1 0,1 0 1,0-1-1,0-1 0,0 1 0,1-2 1,-1 0-1,1-1 0,0 0 0,0 0 0,1-2-6,-5 1-5,7 0 40,0-1 0,-1 0 1,1-1-1,-1-1 1,15-3-36,-25 3-2,0 0 0,0 0 0,0 0 0,0 0 1,-1-1-1,1 0 0,-1 0 0,0 0 0,1 0 0,-2-1 0,1 1 1,0-1-1,-1 0 0,1 0 0,-1-1 0,-1 1 0,1 0 0,0-1 0,0-3 2,1 0-43,-1 0 0,0 0 0,0 0-1,0 0 1,-2 0 0,1-1 0,-1 1-1,0-1 1,0 1 0,-1-1 0,0 1-1,-1-2 44,0 6-5,0-1 0,0 1-1,0 0 1,0 0 0,-1 0-1,1 0 1,-1 0-1,0 0 1,-1 0 0,1 1-1,-1-1 1,1 1-1,-1-1 1,0 1 0,0 0-1,-1 0 1,1 1-1,-1-1 1,1 1 0,-1-1-1,0 1 1,0 0 0,0 0-1,-2 0 6,-9-3 145,-1 0 0,0 1 0,0 1 0,0 0 0,0 1 0,0 1 0,-1 0 0,1 2 0,0 0 0,0 0 0,-1 2 0,0 0-145,11-2 35,0 0-1,0 1 1,0 0-1,0 0 0,0 0 1,1 1-1,-1-1 1,0 2-1,1-1 0,0 0 1,0 1-1,0 0 1,0 0-1,1 1 0,-1-1 1,1 1-1,1 0 1,-1 0-1,0 0 0,1 1 1,0-1-1,1 1 1,-1 0-1,1 0 1,0 0-1,0 0 0,1 0 1,0 0-1,0 0 1,0 1-1,1-1 0,0 1-34,-1 13 291,3 19-3162,-1-38 2618,-1 0 1,1 0-1,0 0 0,0 1 1,-1-1-1,1 0 0,0-1 1,0 1-1,0 0 1,0 0-1,0 0 0,0 0 1,1-1-1,-1 1 0,0 0 1,0-1-1,0 1 0,1-1 1,-1 0-1,0 1 1,0-1-1,1 0 0,-1 0 1,0 0-1,1 0 0,-1 0 1,1 0 252,40 1-7422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2.8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7299,'0'0'4477,"0"0"-2964,0 0 309,0 0-501,0 0-881,27 5-51,87 12 269,1-4 0,27-5-658,-138-8-526,20 0 1478,-15-1-7280,-9-4 1465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3.7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38 256 7571,'18'-9'7765,"-2"-13"-4783,11-37-2961,-17 36 1329,21-35-618,-18 37-167,-2 0 0,8-22-565,-30 66-120,-1-1 0,-1 0-1,-1-1 1,0-1 0,-2 1 120,-41 60 38,50-70-37,1 1 0,0 1 0,1-1 0,0 1 0,1 0 0,1 0 0,0 0 0,0 0 0,1 9-1,1-13-18,1-1 0,0 0 0,0 1 0,1-1-1,0 0 1,1 1 0,0-1 0,0 0-1,1 0 1,0-1 0,0 1 0,1 0 0,0-1-1,0 0 1,5 6 18,-2-2 1,1-1 0,0 0 0,1-1 0,0 0 0,0 0 0,1-1 0,0 0 0,0-1 0,1 0-1,0-1 1,0 0 0,1-1 0,-1 0 0,1-1 0,0 0 0,1 0 0,-1-2 0,1 1 0,-1-2 0,11 1-1,-22-2 27,0-1 1,0 1-1,1-1 1,-1 1-1,0-1 1,0 1 0,0-1-1,1 1 1,-1-1-1,0 0 1,0 0-1,0 0 1,0 0-1,0 1 1,0-1-1,-1 0 1,1-1-1,0 1 1,0 0-1,-1 0 1,1 0-1,-1 0-27,15-33 122,-10 23-41,6-18 142,-1 0 0,0-1 0,-3-1-1,0 1 1,-2-1 0,-2 0 0,0 0-1,-2-21-222,-1 51 299,-3 16-243,-33 106-244,13-50 398,-9 58-210,19-55 46,4 0 0,2 0 0,4 25-46,3-99 48,0 0-162,-19 0-1749,-62 0-6007,21 0-769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5.2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65 9284,'0'0'1070,"0"0"-403,0 0 542,0 0-145,0 0-608,0 7-117,0-1-179,0 0-1,1-1 0,-1 1 1,1-1-1,1 1 1,-1-1-1,1 1 0,0-1 1,0 0-1,3 5-159,35 58 1899,-10-20-878,103 223 1975,-83-160-2373,6-2 0,40 56-623,-95-163 15,0 1-10,1-1 0,-1 0-1,1 0 1,-1 0 0,1 0-1,0 0 1,0 0 0,0 0-1,0 0 1,0-1 0,1 2-5,-2-3 115,-1 0 79,0 0-15,1-3 133,9-63-125,-2 0-1,-1-63-186,-1 22 33,20-136 1938,21-58-1971,-42 283 426,-1 15-2264,6 24-5061,-1 3 2332,7 8-3970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7187,'0'0'1452,"0"0"-206,0 0 130,0 0-437,0 0-680,-1 16 144,2 12 158,1 0 0,1-1 0,1 1 0,1 0 0,2-1-1,1 0 1,1-1 0,8 18-561,-9-29 156,-1-1 0,2 0 1,0 0-1,0-1 0,1 0 0,1-1 0,0 0 0,1-1 0,4 3-156,-7-6 22,1-2-1,0 1 1,1-1 0,0 0-1,0-1 1,0-1 0,0 1-1,1-2 1,-1 0 0,1 0-1,0-1 1,9 1-22,-7-2 11,1 0-1,-1-1 1,0 0 0,1-2-1,-1 1 1,4-2-11,-12 1 6,1 0 0,-1 0 1,1-1-1,-1 1 0,0-1 1,0-1-1,-1 1 0,1-1 1,-1 0-1,1 0 0,-1-1 0,-1 0 1,1 0-1,1-1-6,5-9-14,0-1 0,-2 0 1,1-1-1,-2 0 0,0-1 0,-1 0 0,-1 0 1,0 0-1,-2 0 0,0-1 0,-1 0 0,-1 0 1,-1 0-1,0 0 0,-1 0 0,-2 0 0,0-6 14,1 16 32,0-1-1,-1 1 1,0 0-1,0 0 1,-1 0-1,0 0 1,-1 1-1,0-1 1,0 1-1,-1 0 1,1 0-1,-2 0 1,1 1-1,-1-1 1,-1 1-1,1 1 1,-1-1-1,0 1 0,-1 1 1,0-1-32,-5-2 115,0 1 0,0 1 0,-1 0 0,1 1 0,-1 0 0,0 1 0,-1 1-1,1 0 1,-1 1 0,1 0 0,-1 1 0,-7 1-115,8 0 78,1 0-1,-1 1 0,1 1 0,-1 0 1,1 0-1,-1 2 0,1 0 0,-12 5-77,17-5 15,1 0 0,0 0 1,1 0-1,-1 1 0,1 1 0,0-1 0,0 1 0,0 0 0,1 0 0,0 0 0,0 1 0,1 0 0,-1 0 0,2 0 0,-1 0 0,1 1-15,-3 8-376,1 1 0,1 0-1,0 0 1,1 0 0,1 0-1,1 0 1,0 1 0,2 16 376,-1-31-170,0 2-412,0 0 0,0 0 0,0 0 0,1-1 0,0 1 0,0 0 0,1 3 582,24 27-6877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6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11797,'0'0'4205,"0"0"-2791,0 0 320,0 0-339,0 0-813,12 7-430,2-1-76,1 0 0,-1 0 0,1-2-1,1 0 1,-1 0 0,0-2 0,1 0 0,9 0-76,48 1 543,24-5-543,-19 1 376,-52 0-211,-1-2-1,1 0 1,19-6-165,14-2-174,-59 11 53,0 0-1,-1 0 1,1 0-1,0-1 0,0 1 1,0 0-1,0 0 1,-1 0-1,1 0 1,0-1-1,0 1 0,0 0 1,0 0-1,-1 0 1,1-1-1,0 1 1,0 0-1,0 0 0,0 0 1,0-1-1,0 1 1,0 0-1,0 0 1,0-1-1,0 1 0,0 0 1,0 0-1,0-1 1,0 1-1,0 0 1,0 0-1,0-1 0,0 1 1,0 0-1,0 0 1,0-1-1,0 1 1,0 0-1,1 0 0,-1 0 1,0-1-1,0 1 1,0 0-1,0 0 1,1 0-1,-1 0 0,0-1 1,0 1-1,0 0 1,1 0-1,-1 0 1,0 0-1,0 0 0,0 0 1,1-1-1,-1 1 1,0 0-1,0 0 1,1 0-1,-1 0 0,0 0 1,0 0-1,1 0 1,-1 0-1,0 0 1,0 0-1,1 0 0,-1 0 122,-21-11-4629,-22-4-2927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6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11077,'0'0'3250,"0"0"-1900,0 0 426,0 0-484,0 0-890,42 0 113,258-3 739,-108 3 230,-142 0-9485,-50 0-4029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07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0 358 7155,'0'0'891,"0"0"582,0 0 565,0 0-576,0 0-491,2-2 70,2-7-669,11-23 240,0-1 1,-2 0-1,-1-1 0,-2-1 0,-2 0 1,-1 0-1,2-27-612,-8 18 1149,-1 40-60,-1 30-1118,-5 636 2502,6-662-2353,0 0-24,0 0 27,0 0-64,0 0 2,0 0 24,0 0 6,0 0-131,0 0-187,0 0-346,0 0-438,0 0-1073,0 0-1227,0 0-1819,0 0-1673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3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19 4418,'0'0'2270,"0"0"-920,0 0 390,0 0-161,0 0-632,0 0-232,-14 1 6643,-13 1-7046,25-2 341,-3-5-8541,-1-11 2518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5.0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174 201 7043,'0'0'1102,"0"0"104,0 0 750,0 0-604,0 0-589,-1-12 494,9-9-885,2 0-1,0 1 1,1 0 0,5-7-372,18-31 618,-21 37 209,-11 29 19,-18 39-662,-8-9-164,-1 0 1,-2-1-1,-1-2 1,-2-1-1,-2-1 1,0-2 0,-5 2-21,32-29 17,3-3-11,1 0 1,-1 1 0,0-1 0,1 1 0,-1-1-1,1 1 1,-1-1 0,1 1 0,0 0 0,0 0-1,0 0 1,0 0 0,0 0 0,-1 1-7,2-2-51,9 19-512,21 6 611,1 0-1,1-2 1,2-2 0,0 0-1,1-3 1,0-1 0,34 12-48,-66-29 4,-1 0 1,1 0-1,0 0 1,-1 0-1,1 0 1,0-1-1,0 1 1,-1-1 0,1 0-1,0 0 1,0 0-1,0 0 1,0 0-1,-1-1 1,1 1-1,0-1 1,-1 0 0,1 0-1,0 0 1,-1 0-1,1 0 1,-1-1-1,1 1 1,-1-1-1,0 1 1,1-1 0,-1 0-1,0 0 1,0 0-1,-1 0 1,1 0-1,0 0 1,-1-1 0,1 1-1,-1-1 1,0 1-1,1-1-4,3-10 67,0-1 0,-1 1 0,0-1 0,-1 0 0,-1 0 0,1-14-67,1-48 1006,-5-24-1006,1 78 995,-13 466 478,13-421-1541,-4 14 490,4-36-570,-1 1-1,0-1 1,0 0-1,0 1 1,0-1-1,0 0 1,0 0 0,-1 0-1,1 0 1,0 0-1,0 0 1,-1 0-1,1 0 1,-1-1-1,1 1 1,-1 0 0,1-1-1,-1 0 1,1 1-1,-1-1 1,1 0-1,-1 1 1,-1-1 148,-23 1-3612,-1-1-2292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5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12454,'0'0'160,"0"0"1537,0 0 1184,30 211-1745,-23-150-511,-3-9-113,-1-12-96,0-3-384,4-10-32,0-12-224,0-2-1281,0-13-480,10 0-1264,3-16-593,4-33-176,-1-21-704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5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236 44 6643,'0'0'755,"0"0"403,29-7 699,97-22-518,-117 27-1183,-1 0 0,1 1-1,-1 0 1,1 0 0,0 1 0,0 0-1,0 0 1,-1 1 0,1 1 0,0-1-1,-1 1 1,1 1 0,1 0-156,-3 1 121,-1 0 0,1 1 0,-1-1 0,0 1 0,0 0 0,-1 1 0,1 0 0,-1 0 0,0 0 0,-1 0 0,4 7-121,2-4 75,-9-8-86,-1-1-29,0 0-32,0 0 38,-28-2 164,2-3-82,-11-3 37,0 1 1,0 2 0,-2 2-86,27 2 40,1 1 0,0 1 0,0 0 0,-1 0 0,1 1 0,0 0 0,0 1 0,1 1 0,-1 0 0,1 0 0,-1 1 0,-3 2-40,-5 6 127,0 0 0,1 1 0,1 1 0,1 0 0,0 1 0,1 1 0,0 1 0,2 0 0,0 0 0,1 2 0,1-1 0,1 1 0,0 1 0,2 0 1,1 0-1,0 1 0,1 0 0,2 0 0,0 0 0,1 1 0,2-1 0,0 1 0,1 0 0,3 17-127,-2-33 33,0-1 1,0 1-1,0-1 1,1 0-1,0 1 1,1-1-1,-1 0 0,1-1 1,0 1-1,1 0 1,-1-1-1,1 0 1,0 1-1,1-2 0,3 5-33,1-2 18,-1 0 0,1 0 0,1-1 0,-1-1-1,1 0 1,0 0 0,0-1 0,1 0 0,1 0-18,18 4 44,1-2 1,0-1-1,0-1 1,0-2-1,0-1 0,7-1-44,-32 0 4,-1 0 0,1-1 0,-1 0 0,1 1-1,-1-1 1,1-1 0,-1 1 0,0-1-1,0 0 1,1-1 0,-1 1 0,-1-1-1,1 0 1,0 0 0,-1 0 0,0 0 0,1-1-1,-1 0 1,1-2-4,-1 1 8,0-1-1,-1-1 0,1 1 1,-1 0-1,-1-1 1,1 1-1,-1-1 1,0 0-1,-1 0 1,0 0-1,0 0 1,0 0-1,-1 0 1,0-5-8,1 8 20,-1 1 1,0-1-1,0 1 1,-1-1-1,1 0 1,-1 1-1,1-1 1,-1 1-1,0-1 1,-1 1-1,1 0 1,0-1 0,-1 1-21,0 1 13,0 0 1,0 1-1,0-1 0,0 1 1,0 0-1,0 0 1,-1 0-1,1 0 1,0 0-1,-1 0 1,1 0-1,-1 1 1,1-1-1,-1 1 1,1 0-1,-1-1 0,1 1 1,-1 1-1,1-1-13,-12-1 40,-1 1 0,1 1 0,0 0 0,0 1 0,0 1 0,0 0 0,0 1 0,1 0 0,-1 1 0,-2 2-40,8-3-236,0 1 1,0-1-1,1 2 0,-1-1 0,1 1 1,0 0-1,-3 4 236,5-4-764,0-1 0,1 1 0,0 1 0,0-1 0,0 1 0,1 0 0,-1 0 0,2 0 0,-2 4 764,1 9-8105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7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28 11109,'0'0'886,"0"0"277,0 0 822,0 0-702,0 0-728,-3 18-88,-2 1-191,2 1 0,0 0 0,2 0 0,0 0 0,1 0 0,1-1 0,3 15-276,48 196 2337,-27-133-776,-4 2-1,0 32-1560,-21-114 205,2 17 20,-2-33-214,0-1 0,0 1 0,0 0 0,0 0 0,1-1 1,-1 1-1,0 0 0,0 0 0,1-1 0,-1 1 0,0 0 0,1-1 0,-1 1 0,1 0 0,-1-1 0,1 1 0,-1-1 0,1 1 0,-1-1 1,1 1-1,0-1 0,-1 1 0,1-1 0,0 1 0,-1-1 0,1 0 0,0 1 0,-1-1 0,1 0 0,0 0 0,0 0 0,0 0-11,0 0 10,-1 0-1,1 0 0,-1 0 0,1-1 1,-1 1-1,1 0 0,-1-1 0,1 1 1,-1 0-1,1-1 0,-1 1 0,1 0 1,-1-1-1,0 1 0,1-1 0,-1 1 1,0-1-1,1 1 0,-1-1 0,0 1 1,0-1-1,1 0 0,-1 1 0,0-1 1,0 1-1,0-1 0,0 1 0,0-1 1,0 0-1,0 0-9,17-76-19,-3-1-1,1-53 20,-6 49-9,1-11-8,-6 38 121,2 1-1,3 0 1,2 0 0,2 1-1,5-6-103,-18 59 2,0-2 35,1 0 0,0 0 0,-1-1 0,1 1 0,0 0 0,0 0 0,0 0 0,0 0 0,0 0 0,1 0 0,-1 1 0,1-1 0,-1 0 0,1 1 0,-1-1 0,1 1 0,0-1 0,0 1 0,0 0 0,0 0 0,1-1-37,-3 2-24,0 0-56,0 0-205,-9 10-2274,-9 1 72,0 0 0,0-2 0,-1 0 0,-18 6 2487,-54 18-11659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19.6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36 191 5619,'0'0'1448,"0"0"-1058,0 0 194,0 0 838,0 0-440,-8-5-547,-11-11-216,10 8 56,20 20 453,4 5-352,-1 0 0,-1 2 1,-1-1-1,0 1 1,-2 1-1,0 0 1,-1 1-1,0 4-376,20 58 2140,5 38-2140,51 244 3282,-4 83-3282,-32-89 803,-12 71-803,-34-386 3,-2-13 14,1 1 0,1-1 0,2 0 0,2-1 0,7 23-17,-12-47-7,2 0 0,-1 1 0,1-2 0,-1 1 0,2 0 0,-1-1-1,0 0 1,1 0 0,0 0 0,1-1 0,-1 1 0,1-1 0,-1 0 0,1-1 0,0 0 0,1 0 0,-1 0 0,0 0 0,1-1 0,0 0 0,-1-1 0,1 1 0,2-1 7,23 3-27,-1-1-1,1-1 1,0-2 0,17-3 27,-33 2 52,57-7-17,-2-3 0,1-3 0,-2-4-1,7-5-34,76-17-38,116-16 1,200-12 37,274 4-8,-429 40 8,942-118 208,64-5 30,-250 100-1065,-1036 47 821,0-2 1,0-1 0,-1-2-1,1-1 1,15-6 5,-45 11-4,-1-1 0,1 0-1,-1 0 1,0 0 0,0-1 0,0 1 0,0-1-1,0 0 1,0 1 0,-1-1 0,1 0 0,-1-1 0,0 1-1,0 0 1,0-1 0,0 1 0,-1-1 0,1 0-1,-1 1 1,0-1 0,0 0 4,4-17-77,0 0-1,-1 0 1,-1-9 77,0 10-51,11-120-151,-6 0 0,-6-1 0,-6-7 202,-3 88-26,-3 0 0,-2 1 0,-2 1 1,-3 0-1,-12-24 26,-20-73-39,9 10 545,6-1-1,-7-99-505,40 245 8,1-1-1,0 1 1,0 0-1,0 0 1,0-1-1,0 1 1,-1 0-1,1 0 1,0 0-1,0-1 1,0 1-1,-1 0 1,1 0-1,0 0 1,0 0-1,-1 0 1,1-1-1,0 1 1,0 0-1,-1 0 1,1 0-1,0 0 1,0 0-1,-1 0 1,1 0-1,0 0 1,-1 0-1,1 0 1,0 0-1,0 0 1,-1 0-1,1 0 1,0 0-1,-1 0 1,1 0-1,0 0 1,0 1-1,-1-1 1,1 0-1,0 0 0,0 0 1,0 0-1,-1 0 1,1 1-1,0-1 1,0 0-1,0 0 1,-1 1-1,1-1 1,0 0-1,0 0 1,0 1-1,0-1 1,0 0-1,-1 0 1,1 1-1,0-1-7,-20 20-227,13-13 249,-12 9-43,0-1-1,-1-1 1,0-1-1,-1 0 1,-1-2 0,0-1-1,-1 0 1,1-2 0,-2 0-1,-2-1 22,-37 8 31,-1-3-1,0-3 0,-17-1-30,-206 5 22,-44-14-22,120 0-89,-494-28-49,45 0 220,-1054 54-82,1430-12 7,-371 23 19,3 36 323,464-37-97,97-16-206,-1-4 0,-1-4-1,-45-2-45,137-9 19,1 0-144,0 1-296,0 0-1,0 1 1,-1-1 0,1 0 0,0 1 0,0-1-1,0 0 1,0 0 0,0 1 0,1-1 0,-1 0-1,0 0 1,1 1 0,-1-1 0,1 0-1,-1 0 1,1 0 0,-1 0 0,1 1 0,0-1-1,0 0 1,-1 0 0,1 0 0,0-1 0,1 2 421,32 16-8527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7T14:19:21.9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2240 2017,'0'0'5768,"0"0"-4274,0 0-630,0 0 932,0 0-17,0 0-914,-1 0-836,1 0 0,0 1 1,0-1-1,-1 0 0,1 0 0,0 0 1,-1 1-1,1-1 0,0 0 1,-1 0-1,1 0 0,0 1 0,-1-1 1,1 0-1,0 0 0,-1 0 0,1 0 1,-1 0-1,1 0 0,0 0 1,-1 0-1,1 0 0,0 0 0,-1 0 1,1 0-1,-1 0 0,1 0 1,0 0-1,-1-1 0,1 1 0,0 0 1,-1 0-1,1 0 0,0-1 1,-1 1-1,1 0 0,0 0 0,0 0 1,-1-1-1,1 1 0,0 0 1,-1-1-30,0-7 129,-1-1 1,2 0 0,-1 1-1,1-1 1,0 1 0,1-1 0,0 0-1,1-6-129,26-119 600,-4 24-295,-3-15 103,0-6 284,5 0 0,6 2 0,29-69-692,-2 42 389,42-106 339,61-254-728,-154 478 227,-3 0 0,-1-1-1,-1 1 1,-4-39-227,1 45 729,0 31-705,0 1-11,0 0-39,0 0-57,0 0 13,0 0-58,0 0 43,0 0-104,0 16-1321,-1 130-6889,-4-85 3367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E63DF-49B2-9F93-E9CA-BFAF87ADB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56FC0-985E-1E52-D63F-0D05C575A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96F24C-7AE2-CE54-4D14-0DF6BE00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C3781F-93F1-2FAB-226F-021A87BC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E7B41-F405-C662-5B5C-D41887A3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82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F2B85-A17E-5CA7-A426-8D06869D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047AE-FD6A-875E-8B8F-F8F48C4B0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0B455D-5607-39EE-3543-A8AEB3EE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06F13D-819D-3364-EE79-236FA776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FF2B68-A796-AF3A-5259-7D7260C5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51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F9450-3003-2AD9-1147-C0DF2182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D3BE51-A08C-14F4-03D9-DD8930BB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41A77-107C-6C52-7EA4-71C40289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E07C41-51C3-7BAE-45EF-5B69C26F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3CFEB1-1FC7-B173-5BF2-545CB2DD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74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309CB-7352-A506-BD78-56819A79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99B1B-8AFC-FF1A-F37C-BB12832DC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9AAB4A-59CB-E47F-820A-97BBF302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3A75B9-FC14-394A-20F0-56D3FC4F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3AFE90-4B77-4AC2-2FCD-0AAC9C6B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AAD972-5AAB-DC57-2FD6-359643E1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124F7-DA37-02EB-8F8E-0D790E03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90EA49-2F2A-B6DC-3939-C923AC316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84AFC5-E1FB-6ED5-E9D0-5A983EDA2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8C8C06-C4B2-91F0-49D4-A9AC2DD3C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F9BE37E-693A-D707-CDD3-8F27BB3F0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2E9553-FFB4-F5F6-F298-916BC8F3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90E76C-280D-8080-6010-99CD18C9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0C33FE-51C0-F650-4F2A-DB41849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92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B21B0-90C0-5945-F1D7-B9AD9A78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12968A-8F07-9BCC-CCA2-3EA0BFEC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C6AF78-358B-8679-4055-EF3A465A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22140A-5043-2D0A-C867-3989B7B2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01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6668A6-80D6-B8A1-2107-094C5DF5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5F3F44-E3D7-66D5-FC6F-855A2C65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03DAC9-222C-8560-05D1-411232D4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914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B3033-F70F-22FD-87BA-CC9D326C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9DAE8F-CF55-6225-ED41-ED981678A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99DF5A-1F5F-AAEF-7D43-5BFC02CA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4BB2EF-C9D3-3588-2231-65CF966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8EC20-0F99-34B1-5B2A-C83DFA65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1D5FFA-8C00-3E92-4068-0B3ED8B6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508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885FD-6449-26CA-946E-37FDC69B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C93CF4-A4A2-2636-5E48-A5F9D2410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B88F30-44D7-EAEA-DF52-D64735A12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E3293E-DA2F-10BA-0CBB-FAF4128F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7BF85-D338-EE9A-23F7-1D5D119A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59AAEE-4B19-D81D-79C0-16FA392A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62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EA36C-FCB4-FDD4-7D4E-9043AEF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731A9A-0010-1B03-A132-8019FE723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A01E23-B5CA-FB0F-852A-F6F4CDF7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C2FAD8-E093-196A-6A1A-2A29EF1B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249549-1286-086D-1311-9017A408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2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6E5983-C815-5E67-2D75-8848C03D0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C34DF2-31D1-6FA9-A44C-799953C7E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E561C3-AA11-F9C1-4C75-00ECBE8A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86F97A-AF25-FBA3-98EB-BC26FBDB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30E1D6-8896-803B-B434-654DD2BF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22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4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63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83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5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2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58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12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20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2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32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02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12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46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1663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137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8082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2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376CE9-03FC-16C8-24EF-B0D8B92DF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F844D6-129F-C05C-4CB6-619EC5DA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483147-296A-53D8-3533-8D8163E54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5CC5F-9B60-41FA-9F0D-905E492B964E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9B945-3B62-53F6-86A4-28E434A96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EF4F07-1098-892F-EF3B-FE8427F98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95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8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image" Target="../media/image2144.png"/><Relationship Id="rId366" Type="http://schemas.openxmlformats.org/officeDocument/2006/relationships/image" Target="../media/image2165.png"/><Relationship Id="rId170" Type="http://schemas.openxmlformats.org/officeDocument/2006/relationships/image" Target="../media/image2067.png"/><Relationship Id="rId226" Type="http://schemas.openxmlformats.org/officeDocument/2006/relationships/image" Target="../media/image2095.png"/><Relationship Id="rId433" Type="http://schemas.openxmlformats.org/officeDocument/2006/relationships/customXml" Target="../ink/ink216.xml"/><Relationship Id="rId268" Type="http://schemas.openxmlformats.org/officeDocument/2006/relationships/image" Target="../media/image2116.png"/><Relationship Id="rId32" Type="http://schemas.openxmlformats.org/officeDocument/2006/relationships/image" Target="../media/image1999.png"/><Relationship Id="rId74" Type="http://schemas.openxmlformats.org/officeDocument/2006/relationships/image" Target="../media/image2020.png"/><Relationship Id="rId128" Type="http://schemas.openxmlformats.org/officeDocument/2006/relationships/image" Target="../media/image2047.png"/><Relationship Id="rId335" Type="http://schemas.openxmlformats.org/officeDocument/2006/relationships/customXml" Target="../ink/ink167.xml"/><Relationship Id="rId377" Type="http://schemas.openxmlformats.org/officeDocument/2006/relationships/customXml" Target="../ink/ink188.xml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402" Type="http://schemas.openxmlformats.org/officeDocument/2006/relationships/image" Target="../media/image2183.png"/><Relationship Id="rId279" Type="http://schemas.openxmlformats.org/officeDocument/2006/relationships/customXml" Target="../ink/ink139.xml"/><Relationship Id="rId444" Type="http://schemas.openxmlformats.org/officeDocument/2006/relationships/image" Target="../media/image2204.png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2127.png"/><Relationship Id="rId304" Type="http://schemas.openxmlformats.org/officeDocument/2006/relationships/image" Target="../media/image2134.png"/><Relationship Id="rId346" Type="http://schemas.openxmlformats.org/officeDocument/2006/relationships/image" Target="../media/image2155.png"/><Relationship Id="rId388" Type="http://schemas.openxmlformats.org/officeDocument/2006/relationships/image" Target="../media/image2176.png"/><Relationship Id="rId85" Type="http://schemas.openxmlformats.org/officeDocument/2006/relationships/customXml" Target="../ink/ink42.xml"/><Relationship Id="rId150" Type="http://schemas.openxmlformats.org/officeDocument/2006/relationships/image" Target="../media/image2057.png"/><Relationship Id="rId192" Type="http://schemas.openxmlformats.org/officeDocument/2006/relationships/image" Target="../media/image2078.png"/><Relationship Id="rId206" Type="http://schemas.openxmlformats.org/officeDocument/2006/relationships/image" Target="../media/image2085.png"/><Relationship Id="rId413" Type="http://schemas.openxmlformats.org/officeDocument/2006/relationships/customXml" Target="../ink/ink206.xml"/><Relationship Id="rId248" Type="http://schemas.openxmlformats.org/officeDocument/2006/relationships/image" Target="../media/image2106.png"/><Relationship Id="rId455" Type="http://schemas.openxmlformats.org/officeDocument/2006/relationships/customXml" Target="../ink/ink227.xml"/><Relationship Id="rId12" Type="http://schemas.openxmlformats.org/officeDocument/2006/relationships/image" Target="../media/image1989.png"/><Relationship Id="rId108" Type="http://schemas.openxmlformats.org/officeDocument/2006/relationships/image" Target="../media/image2037.png"/><Relationship Id="rId315" Type="http://schemas.openxmlformats.org/officeDocument/2006/relationships/customXml" Target="../ink/ink157.xml"/><Relationship Id="rId357" Type="http://schemas.openxmlformats.org/officeDocument/2006/relationships/customXml" Target="../ink/ink178.xml"/><Relationship Id="rId54" Type="http://schemas.openxmlformats.org/officeDocument/2006/relationships/image" Target="../media/image2010.png"/><Relationship Id="rId96" Type="http://schemas.openxmlformats.org/officeDocument/2006/relationships/image" Target="../media/image2031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399" Type="http://schemas.openxmlformats.org/officeDocument/2006/relationships/customXml" Target="../ink/ink199.xml"/><Relationship Id="rId259" Type="http://schemas.openxmlformats.org/officeDocument/2006/relationships/customXml" Target="../ink/ink129.xml"/><Relationship Id="rId424" Type="http://schemas.openxmlformats.org/officeDocument/2006/relationships/image" Target="../media/image2194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2117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326" Type="http://schemas.openxmlformats.org/officeDocument/2006/relationships/image" Target="../media/image2145.png"/><Relationship Id="rId347" Type="http://schemas.openxmlformats.org/officeDocument/2006/relationships/customXml" Target="../ink/ink173.xml"/><Relationship Id="rId44" Type="http://schemas.openxmlformats.org/officeDocument/2006/relationships/image" Target="../media/image2005.png"/><Relationship Id="rId65" Type="http://schemas.openxmlformats.org/officeDocument/2006/relationships/customXml" Target="../ink/ink32.xml"/><Relationship Id="rId86" Type="http://schemas.openxmlformats.org/officeDocument/2006/relationships/image" Target="../media/image2026.png"/><Relationship Id="rId130" Type="http://schemas.openxmlformats.org/officeDocument/2006/relationships/image" Target="../media/image2048.png"/><Relationship Id="rId151" Type="http://schemas.openxmlformats.org/officeDocument/2006/relationships/customXml" Target="../ink/ink75.xml"/><Relationship Id="rId368" Type="http://schemas.openxmlformats.org/officeDocument/2006/relationships/image" Target="../media/image2166.png"/><Relationship Id="rId389" Type="http://schemas.openxmlformats.org/officeDocument/2006/relationships/customXml" Target="../ink/ink194.xml"/><Relationship Id="rId172" Type="http://schemas.openxmlformats.org/officeDocument/2006/relationships/image" Target="../media/image2068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2096.png"/><Relationship Id="rId249" Type="http://schemas.openxmlformats.org/officeDocument/2006/relationships/customXml" Target="../ink/ink124.xml"/><Relationship Id="rId414" Type="http://schemas.openxmlformats.org/officeDocument/2006/relationships/image" Target="../media/image2189.png"/><Relationship Id="rId435" Type="http://schemas.openxmlformats.org/officeDocument/2006/relationships/customXml" Target="../ink/ink217.xml"/><Relationship Id="rId456" Type="http://schemas.openxmlformats.org/officeDocument/2006/relationships/image" Target="../media/image2210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2112.png"/><Relationship Id="rId281" Type="http://schemas.openxmlformats.org/officeDocument/2006/relationships/customXml" Target="../ink/ink140.xml"/><Relationship Id="rId316" Type="http://schemas.openxmlformats.org/officeDocument/2006/relationships/image" Target="../media/image2140.png"/><Relationship Id="rId337" Type="http://schemas.openxmlformats.org/officeDocument/2006/relationships/customXml" Target="../ink/ink168.xml"/><Relationship Id="rId34" Type="http://schemas.openxmlformats.org/officeDocument/2006/relationships/image" Target="../media/image2000.png"/><Relationship Id="rId55" Type="http://schemas.openxmlformats.org/officeDocument/2006/relationships/customXml" Target="../ink/ink27.xml"/><Relationship Id="rId76" Type="http://schemas.openxmlformats.org/officeDocument/2006/relationships/image" Target="../media/image2021.png"/><Relationship Id="rId97" Type="http://schemas.openxmlformats.org/officeDocument/2006/relationships/customXml" Target="../ink/ink48.xml"/><Relationship Id="rId120" Type="http://schemas.openxmlformats.org/officeDocument/2006/relationships/image" Target="../media/image2043.png"/><Relationship Id="rId141" Type="http://schemas.openxmlformats.org/officeDocument/2006/relationships/customXml" Target="../ink/ink70.xml"/><Relationship Id="rId358" Type="http://schemas.openxmlformats.org/officeDocument/2006/relationships/image" Target="../media/image2161.png"/><Relationship Id="rId379" Type="http://schemas.openxmlformats.org/officeDocument/2006/relationships/customXml" Target="../ink/ink189.xml"/><Relationship Id="rId7" Type="http://schemas.openxmlformats.org/officeDocument/2006/relationships/customXml" Target="../ink/ink3.xml"/><Relationship Id="rId162" Type="http://schemas.openxmlformats.org/officeDocument/2006/relationships/image" Target="../media/image2063.png"/><Relationship Id="rId183" Type="http://schemas.openxmlformats.org/officeDocument/2006/relationships/customXml" Target="../ink/ink91.xml"/><Relationship Id="rId218" Type="http://schemas.openxmlformats.org/officeDocument/2006/relationships/image" Target="../media/image2091.png"/><Relationship Id="rId239" Type="http://schemas.openxmlformats.org/officeDocument/2006/relationships/customXml" Target="../ink/ink119.xml"/><Relationship Id="rId390" Type="http://schemas.openxmlformats.org/officeDocument/2006/relationships/image" Target="../media/image2177.png"/><Relationship Id="rId404" Type="http://schemas.openxmlformats.org/officeDocument/2006/relationships/image" Target="../media/image2184.png"/><Relationship Id="rId425" Type="http://schemas.openxmlformats.org/officeDocument/2006/relationships/customXml" Target="../ink/ink212.xml"/><Relationship Id="rId446" Type="http://schemas.openxmlformats.org/officeDocument/2006/relationships/image" Target="../media/image2205.png"/><Relationship Id="rId250" Type="http://schemas.openxmlformats.org/officeDocument/2006/relationships/image" Target="../media/image2107.png"/><Relationship Id="rId271" Type="http://schemas.openxmlformats.org/officeDocument/2006/relationships/customXml" Target="../ink/ink135.xml"/><Relationship Id="rId292" Type="http://schemas.openxmlformats.org/officeDocument/2006/relationships/image" Target="../media/image2128.png"/><Relationship Id="rId306" Type="http://schemas.openxmlformats.org/officeDocument/2006/relationships/image" Target="../media/image2135.png"/><Relationship Id="rId24" Type="http://schemas.openxmlformats.org/officeDocument/2006/relationships/image" Target="../media/image1995.png"/><Relationship Id="rId45" Type="http://schemas.openxmlformats.org/officeDocument/2006/relationships/customXml" Target="../ink/ink22.xml"/><Relationship Id="rId66" Type="http://schemas.openxmlformats.org/officeDocument/2006/relationships/image" Target="../media/image2016.png"/><Relationship Id="rId87" Type="http://schemas.openxmlformats.org/officeDocument/2006/relationships/customXml" Target="../ink/ink43.xml"/><Relationship Id="rId110" Type="http://schemas.openxmlformats.org/officeDocument/2006/relationships/image" Target="../media/image2038.png"/><Relationship Id="rId131" Type="http://schemas.openxmlformats.org/officeDocument/2006/relationships/customXml" Target="../ink/ink65.xml"/><Relationship Id="rId327" Type="http://schemas.openxmlformats.org/officeDocument/2006/relationships/customXml" Target="../ink/ink163.xml"/><Relationship Id="rId348" Type="http://schemas.openxmlformats.org/officeDocument/2006/relationships/image" Target="../media/image2156.png"/><Relationship Id="rId369" Type="http://schemas.openxmlformats.org/officeDocument/2006/relationships/customXml" Target="../ink/ink184.xml"/><Relationship Id="rId152" Type="http://schemas.openxmlformats.org/officeDocument/2006/relationships/image" Target="../media/image2058.png"/><Relationship Id="rId173" Type="http://schemas.openxmlformats.org/officeDocument/2006/relationships/customXml" Target="../ink/ink86.xml"/><Relationship Id="rId194" Type="http://schemas.openxmlformats.org/officeDocument/2006/relationships/image" Target="../media/image2079.png"/><Relationship Id="rId208" Type="http://schemas.openxmlformats.org/officeDocument/2006/relationships/image" Target="../media/image2086.png"/><Relationship Id="rId229" Type="http://schemas.openxmlformats.org/officeDocument/2006/relationships/customXml" Target="../ink/ink114.xml"/><Relationship Id="rId380" Type="http://schemas.openxmlformats.org/officeDocument/2006/relationships/image" Target="../media/image2172.png"/><Relationship Id="rId415" Type="http://schemas.openxmlformats.org/officeDocument/2006/relationships/customXml" Target="../ink/ink207.xml"/><Relationship Id="rId436" Type="http://schemas.openxmlformats.org/officeDocument/2006/relationships/image" Target="../media/image2200.png"/><Relationship Id="rId457" Type="http://schemas.openxmlformats.org/officeDocument/2006/relationships/customXml" Target="../ink/ink228.xml"/><Relationship Id="rId240" Type="http://schemas.openxmlformats.org/officeDocument/2006/relationships/image" Target="../media/image2102.png"/><Relationship Id="rId261" Type="http://schemas.openxmlformats.org/officeDocument/2006/relationships/customXml" Target="../ink/ink130.xml"/><Relationship Id="rId14" Type="http://schemas.openxmlformats.org/officeDocument/2006/relationships/image" Target="../media/image1990.png"/><Relationship Id="rId35" Type="http://schemas.openxmlformats.org/officeDocument/2006/relationships/customXml" Target="../ink/ink17.xml"/><Relationship Id="rId56" Type="http://schemas.openxmlformats.org/officeDocument/2006/relationships/image" Target="../media/image2011.png"/><Relationship Id="rId77" Type="http://schemas.openxmlformats.org/officeDocument/2006/relationships/customXml" Target="../ink/ink38.xml"/><Relationship Id="rId100" Type="http://schemas.openxmlformats.org/officeDocument/2006/relationships/image" Target="../media/image2033.png"/><Relationship Id="rId282" Type="http://schemas.openxmlformats.org/officeDocument/2006/relationships/image" Target="../media/image2123.png"/><Relationship Id="rId317" Type="http://schemas.openxmlformats.org/officeDocument/2006/relationships/customXml" Target="../ink/ink158.xml"/><Relationship Id="rId338" Type="http://schemas.openxmlformats.org/officeDocument/2006/relationships/image" Target="../media/image2151.png"/><Relationship Id="rId359" Type="http://schemas.openxmlformats.org/officeDocument/2006/relationships/customXml" Target="../ink/ink179.xml"/><Relationship Id="rId8" Type="http://schemas.openxmlformats.org/officeDocument/2006/relationships/image" Target="../media/image1987.png"/><Relationship Id="rId98" Type="http://schemas.openxmlformats.org/officeDocument/2006/relationships/image" Target="../media/image2032.png"/><Relationship Id="rId121" Type="http://schemas.openxmlformats.org/officeDocument/2006/relationships/customXml" Target="../ink/ink60.xml"/><Relationship Id="rId142" Type="http://schemas.openxmlformats.org/officeDocument/2006/relationships/image" Target="../media/image2053.png"/><Relationship Id="rId163" Type="http://schemas.openxmlformats.org/officeDocument/2006/relationships/customXml" Target="../ink/ink81.xml"/><Relationship Id="rId184" Type="http://schemas.openxmlformats.org/officeDocument/2006/relationships/image" Target="../media/image2074.png"/><Relationship Id="rId219" Type="http://schemas.openxmlformats.org/officeDocument/2006/relationships/customXml" Target="../ink/ink109.xml"/><Relationship Id="rId370" Type="http://schemas.openxmlformats.org/officeDocument/2006/relationships/image" Target="../media/image2167.png"/><Relationship Id="rId391" Type="http://schemas.openxmlformats.org/officeDocument/2006/relationships/customXml" Target="../ink/ink195.xml"/><Relationship Id="rId405" Type="http://schemas.openxmlformats.org/officeDocument/2006/relationships/customXml" Target="../ink/ink202.xml"/><Relationship Id="rId426" Type="http://schemas.openxmlformats.org/officeDocument/2006/relationships/image" Target="../media/image2195.png"/><Relationship Id="rId447" Type="http://schemas.openxmlformats.org/officeDocument/2006/relationships/customXml" Target="../ink/ink223.xml"/><Relationship Id="rId230" Type="http://schemas.openxmlformats.org/officeDocument/2006/relationships/image" Target="../media/image2097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006.png"/><Relationship Id="rId67" Type="http://schemas.openxmlformats.org/officeDocument/2006/relationships/customXml" Target="../ink/ink33.xml"/><Relationship Id="rId272" Type="http://schemas.openxmlformats.org/officeDocument/2006/relationships/image" Target="../media/image2118.png"/><Relationship Id="rId293" Type="http://schemas.openxmlformats.org/officeDocument/2006/relationships/customXml" Target="../ink/ink146.xml"/><Relationship Id="rId307" Type="http://schemas.openxmlformats.org/officeDocument/2006/relationships/customXml" Target="../ink/ink153.xml"/><Relationship Id="rId328" Type="http://schemas.openxmlformats.org/officeDocument/2006/relationships/image" Target="../media/image2146.png"/><Relationship Id="rId349" Type="http://schemas.openxmlformats.org/officeDocument/2006/relationships/customXml" Target="../ink/ink174.xml"/><Relationship Id="rId88" Type="http://schemas.openxmlformats.org/officeDocument/2006/relationships/image" Target="../media/image2027.png"/><Relationship Id="rId111" Type="http://schemas.openxmlformats.org/officeDocument/2006/relationships/customXml" Target="../ink/ink55.xml"/><Relationship Id="rId132" Type="http://schemas.openxmlformats.org/officeDocument/2006/relationships/image" Target="../media/image2049.png"/><Relationship Id="rId153" Type="http://schemas.openxmlformats.org/officeDocument/2006/relationships/customXml" Target="../ink/ink76.xml"/><Relationship Id="rId174" Type="http://schemas.openxmlformats.org/officeDocument/2006/relationships/image" Target="../media/image2069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image" Target="../media/image2162.png"/><Relationship Id="rId381" Type="http://schemas.openxmlformats.org/officeDocument/2006/relationships/customXml" Target="../ink/ink190.xml"/><Relationship Id="rId416" Type="http://schemas.openxmlformats.org/officeDocument/2006/relationships/image" Target="../media/image2190.png"/><Relationship Id="rId220" Type="http://schemas.openxmlformats.org/officeDocument/2006/relationships/image" Target="../media/image2092.png"/><Relationship Id="rId241" Type="http://schemas.openxmlformats.org/officeDocument/2006/relationships/customXml" Target="../ink/ink120.xml"/><Relationship Id="rId437" Type="http://schemas.openxmlformats.org/officeDocument/2006/relationships/customXml" Target="../ink/ink218.xml"/><Relationship Id="rId458" Type="http://schemas.openxmlformats.org/officeDocument/2006/relationships/image" Target="../media/image2211.png"/><Relationship Id="rId15" Type="http://schemas.openxmlformats.org/officeDocument/2006/relationships/customXml" Target="../ink/ink7.xml"/><Relationship Id="rId36" Type="http://schemas.openxmlformats.org/officeDocument/2006/relationships/image" Target="../media/image2001.png"/><Relationship Id="rId57" Type="http://schemas.openxmlformats.org/officeDocument/2006/relationships/customXml" Target="../ink/ink28.xml"/><Relationship Id="rId262" Type="http://schemas.openxmlformats.org/officeDocument/2006/relationships/image" Target="../media/image2113.png"/><Relationship Id="rId283" Type="http://schemas.openxmlformats.org/officeDocument/2006/relationships/customXml" Target="../ink/ink141.xml"/><Relationship Id="rId318" Type="http://schemas.openxmlformats.org/officeDocument/2006/relationships/image" Target="../media/image2141.png"/><Relationship Id="rId339" Type="http://schemas.openxmlformats.org/officeDocument/2006/relationships/customXml" Target="../ink/ink169.xml"/><Relationship Id="rId78" Type="http://schemas.openxmlformats.org/officeDocument/2006/relationships/image" Target="../media/image2022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2044.png"/><Relationship Id="rId143" Type="http://schemas.openxmlformats.org/officeDocument/2006/relationships/customXml" Target="../ink/ink71.xml"/><Relationship Id="rId164" Type="http://schemas.openxmlformats.org/officeDocument/2006/relationships/image" Target="../media/image2064.png"/><Relationship Id="rId185" Type="http://schemas.openxmlformats.org/officeDocument/2006/relationships/customXml" Target="../ink/ink92.xml"/><Relationship Id="rId350" Type="http://schemas.openxmlformats.org/officeDocument/2006/relationships/image" Target="../media/image2157.png"/><Relationship Id="rId371" Type="http://schemas.openxmlformats.org/officeDocument/2006/relationships/customXml" Target="../ink/ink185.xml"/><Relationship Id="rId406" Type="http://schemas.openxmlformats.org/officeDocument/2006/relationships/image" Target="../media/image2185.png"/><Relationship Id="rId9" Type="http://schemas.openxmlformats.org/officeDocument/2006/relationships/customXml" Target="../ink/ink4.xml"/><Relationship Id="rId210" Type="http://schemas.openxmlformats.org/officeDocument/2006/relationships/image" Target="../media/image2087.png"/><Relationship Id="rId392" Type="http://schemas.openxmlformats.org/officeDocument/2006/relationships/image" Target="../media/image2178.png"/><Relationship Id="rId427" Type="http://schemas.openxmlformats.org/officeDocument/2006/relationships/customXml" Target="../ink/ink213.xml"/><Relationship Id="rId448" Type="http://schemas.openxmlformats.org/officeDocument/2006/relationships/image" Target="../media/image2206.png"/><Relationship Id="rId26" Type="http://schemas.openxmlformats.org/officeDocument/2006/relationships/image" Target="../media/image1996.png"/><Relationship Id="rId231" Type="http://schemas.openxmlformats.org/officeDocument/2006/relationships/customXml" Target="../ink/ink115.xml"/><Relationship Id="rId252" Type="http://schemas.openxmlformats.org/officeDocument/2006/relationships/image" Target="../media/image2108.png"/><Relationship Id="rId273" Type="http://schemas.openxmlformats.org/officeDocument/2006/relationships/customXml" Target="../ink/ink136.xml"/><Relationship Id="rId294" Type="http://schemas.openxmlformats.org/officeDocument/2006/relationships/image" Target="../media/image2129.png"/><Relationship Id="rId308" Type="http://schemas.openxmlformats.org/officeDocument/2006/relationships/image" Target="../media/image2136.png"/><Relationship Id="rId329" Type="http://schemas.openxmlformats.org/officeDocument/2006/relationships/customXml" Target="../ink/ink164.xml"/><Relationship Id="rId47" Type="http://schemas.openxmlformats.org/officeDocument/2006/relationships/customXml" Target="../ink/ink23.xml"/><Relationship Id="rId68" Type="http://schemas.openxmlformats.org/officeDocument/2006/relationships/image" Target="../media/image2017.png"/><Relationship Id="rId89" Type="http://schemas.openxmlformats.org/officeDocument/2006/relationships/customXml" Target="../ink/ink44.xml"/><Relationship Id="rId112" Type="http://schemas.openxmlformats.org/officeDocument/2006/relationships/image" Target="../media/image2039.png"/><Relationship Id="rId133" Type="http://schemas.openxmlformats.org/officeDocument/2006/relationships/customXml" Target="../ink/ink66.xml"/><Relationship Id="rId154" Type="http://schemas.openxmlformats.org/officeDocument/2006/relationships/image" Target="../media/image2059.png"/><Relationship Id="rId175" Type="http://schemas.openxmlformats.org/officeDocument/2006/relationships/customXml" Target="../ink/ink87.xml"/><Relationship Id="rId340" Type="http://schemas.openxmlformats.org/officeDocument/2006/relationships/image" Target="../media/image2152.png"/><Relationship Id="rId361" Type="http://schemas.openxmlformats.org/officeDocument/2006/relationships/customXml" Target="../ink/ink180.xml"/><Relationship Id="rId196" Type="http://schemas.openxmlformats.org/officeDocument/2006/relationships/image" Target="../media/image2080.png"/><Relationship Id="rId200" Type="http://schemas.openxmlformats.org/officeDocument/2006/relationships/image" Target="../media/image2082.png"/><Relationship Id="rId382" Type="http://schemas.openxmlformats.org/officeDocument/2006/relationships/image" Target="../media/image2173.png"/><Relationship Id="rId417" Type="http://schemas.openxmlformats.org/officeDocument/2006/relationships/customXml" Target="../ink/ink208.xml"/><Relationship Id="rId438" Type="http://schemas.openxmlformats.org/officeDocument/2006/relationships/image" Target="../media/image2201.png"/><Relationship Id="rId459" Type="http://schemas.openxmlformats.org/officeDocument/2006/relationships/customXml" Target="../ink/ink229.xml"/><Relationship Id="rId16" Type="http://schemas.openxmlformats.org/officeDocument/2006/relationships/image" Target="../media/image1991.png"/><Relationship Id="rId221" Type="http://schemas.openxmlformats.org/officeDocument/2006/relationships/customXml" Target="../ink/ink110.xml"/><Relationship Id="rId242" Type="http://schemas.openxmlformats.org/officeDocument/2006/relationships/image" Target="../media/image2103.png"/><Relationship Id="rId263" Type="http://schemas.openxmlformats.org/officeDocument/2006/relationships/customXml" Target="../ink/ink131.xml"/><Relationship Id="rId284" Type="http://schemas.openxmlformats.org/officeDocument/2006/relationships/image" Target="../media/image2124.png"/><Relationship Id="rId319" Type="http://schemas.openxmlformats.org/officeDocument/2006/relationships/customXml" Target="../ink/ink159.xml"/><Relationship Id="rId37" Type="http://schemas.openxmlformats.org/officeDocument/2006/relationships/customXml" Target="../ink/ink18.xml"/><Relationship Id="rId58" Type="http://schemas.openxmlformats.org/officeDocument/2006/relationships/image" Target="../media/image2012.png"/><Relationship Id="rId79" Type="http://schemas.openxmlformats.org/officeDocument/2006/relationships/customXml" Target="../ink/ink39.xml"/><Relationship Id="rId102" Type="http://schemas.openxmlformats.org/officeDocument/2006/relationships/image" Target="../media/image2034.png"/><Relationship Id="rId123" Type="http://schemas.openxmlformats.org/officeDocument/2006/relationships/customXml" Target="../ink/ink61.xml"/><Relationship Id="rId144" Type="http://schemas.openxmlformats.org/officeDocument/2006/relationships/image" Target="../media/image2054.png"/><Relationship Id="rId330" Type="http://schemas.openxmlformats.org/officeDocument/2006/relationships/image" Target="../media/image2147.png"/><Relationship Id="rId90" Type="http://schemas.openxmlformats.org/officeDocument/2006/relationships/image" Target="../media/image2028.png"/><Relationship Id="rId165" Type="http://schemas.openxmlformats.org/officeDocument/2006/relationships/customXml" Target="../ink/ink82.xml"/><Relationship Id="rId186" Type="http://schemas.openxmlformats.org/officeDocument/2006/relationships/image" Target="../media/image2075.png"/><Relationship Id="rId351" Type="http://schemas.openxmlformats.org/officeDocument/2006/relationships/customXml" Target="../ink/ink175.xml"/><Relationship Id="rId372" Type="http://schemas.openxmlformats.org/officeDocument/2006/relationships/image" Target="../media/image2168.png"/><Relationship Id="rId393" Type="http://schemas.openxmlformats.org/officeDocument/2006/relationships/customXml" Target="../ink/ink196.xml"/><Relationship Id="rId407" Type="http://schemas.openxmlformats.org/officeDocument/2006/relationships/customXml" Target="../ink/ink203.xml"/><Relationship Id="rId428" Type="http://schemas.openxmlformats.org/officeDocument/2006/relationships/image" Target="../media/image2196.png"/><Relationship Id="rId449" Type="http://schemas.openxmlformats.org/officeDocument/2006/relationships/customXml" Target="../ink/ink224.xml"/><Relationship Id="rId211" Type="http://schemas.openxmlformats.org/officeDocument/2006/relationships/customXml" Target="../ink/ink105.xml"/><Relationship Id="rId232" Type="http://schemas.openxmlformats.org/officeDocument/2006/relationships/image" Target="../media/image2098.png"/><Relationship Id="rId253" Type="http://schemas.openxmlformats.org/officeDocument/2006/relationships/customXml" Target="../ink/ink126.xml"/><Relationship Id="rId274" Type="http://schemas.openxmlformats.org/officeDocument/2006/relationships/image" Target="../media/image2119.png"/><Relationship Id="rId295" Type="http://schemas.openxmlformats.org/officeDocument/2006/relationships/customXml" Target="../ink/ink147.xml"/><Relationship Id="rId309" Type="http://schemas.openxmlformats.org/officeDocument/2006/relationships/customXml" Target="../ink/ink154.xml"/><Relationship Id="rId460" Type="http://schemas.openxmlformats.org/officeDocument/2006/relationships/image" Target="../media/image2212.png"/><Relationship Id="rId27" Type="http://schemas.openxmlformats.org/officeDocument/2006/relationships/customXml" Target="../ink/ink13.xml"/><Relationship Id="rId48" Type="http://schemas.openxmlformats.org/officeDocument/2006/relationships/image" Target="../media/image2007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2050.png"/><Relationship Id="rId320" Type="http://schemas.openxmlformats.org/officeDocument/2006/relationships/image" Target="../media/image2142.png"/><Relationship Id="rId80" Type="http://schemas.openxmlformats.org/officeDocument/2006/relationships/image" Target="../media/image2023.png"/><Relationship Id="rId155" Type="http://schemas.openxmlformats.org/officeDocument/2006/relationships/customXml" Target="../ink/ink77.xml"/><Relationship Id="rId176" Type="http://schemas.openxmlformats.org/officeDocument/2006/relationships/image" Target="../media/image2070.png"/><Relationship Id="rId197" Type="http://schemas.openxmlformats.org/officeDocument/2006/relationships/customXml" Target="../ink/ink98.xml"/><Relationship Id="rId341" Type="http://schemas.openxmlformats.org/officeDocument/2006/relationships/customXml" Target="../ink/ink170.xml"/><Relationship Id="rId362" Type="http://schemas.openxmlformats.org/officeDocument/2006/relationships/image" Target="../media/image2163.png"/><Relationship Id="rId383" Type="http://schemas.openxmlformats.org/officeDocument/2006/relationships/customXml" Target="../ink/ink191.xml"/><Relationship Id="rId418" Type="http://schemas.openxmlformats.org/officeDocument/2006/relationships/image" Target="../media/image2191.png"/><Relationship Id="rId439" Type="http://schemas.openxmlformats.org/officeDocument/2006/relationships/customXml" Target="../ink/ink219.xml"/><Relationship Id="rId201" Type="http://schemas.openxmlformats.org/officeDocument/2006/relationships/customXml" Target="../ink/ink100.xml"/><Relationship Id="rId222" Type="http://schemas.openxmlformats.org/officeDocument/2006/relationships/image" Target="../media/image2093.png"/><Relationship Id="rId243" Type="http://schemas.openxmlformats.org/officeDocument/2006/relationships/customXml" Target="../ink/ink121.xml"/><Relationship Id="rId264" Type="http://schemas.openxmlformats.org/officeDocument/2006/relationships/image" Target="../media/image2114.png"/><Relationship Id="rId285" Type="http://schemas.openxmlformats.org/officeDocument/2006/relationships/customXml" Target="../ink/ink142.xml"/><Relationship Id="rId450" Type="http://schemas.openxmlformats.org/officeDocument/2006/relationships/image" Target="../media/image2207.png"/><Relationship Id="rId17" Type="http://schemas.openxmlformats.org/officeDocument/2006/relationships/customXml" Target="../ink/ink8.xml"/><Relationship Id="rId38" Type="http://schemas.openxmlformats.org/officeDocument/2006/relationships/image" Target="../media/image2002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2045.png"/><Relationship Id="rId310" Type="http://schemas.openxmlformats.org/officeDocument/2006/relationships/image" Target="../media/image2137.png"/><Relationship Id="rId70" Type="http://schemas.openxmlformats.org/officeDocument/2006/relationships/image" Target="../media/image2018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2065.png"/><Relationship Id="rId187" Type="http://schemas.openxmlformats.org/officeDocument/2006/relationships/customXml" Target="../ink/ink93.xml"/><Relationship Id="rId331" Type="http://schemas.openxmlformats.org/officeDocument/2006/relationships/customXml" Target="../ink/ink165.xml"/><Relationship Id="rId352" Type="http://schemas.openxmlformats.org/officeDocument/2006/relationships/image" Target="../media/image2158.png"/><Relationship Id="rId373" Type="http://schemas.openxmlformats.org/officeDocument/2006/relationships/customXml" Target="../ink/ink186.xml"/><Relationship Id="rId394" Type="http://schemas.openxmlformats.org/officeDocument/2006/relationships/image" Target="../media/image2179.png"/><Relationship Id="rId408" Type="http://schemas.openxmlformats.org/officeDocument/2006/relationships/image" Target="../media/image2186.png"/><Relationship Id="rId429" Type="http://schemas.openxmlformats.org/officeDocument/2006/relationships/customXml" Target="../ink/ink214.xml"/><Relationship Id="rId1" Type="http://schemas.openxmlformats.org/officeDocument/2006/relationships/slideLayout" Target="../slideLayouts/slideLayout18.xml"/><Relationship Id="rId212" Type="http://schemas.openxmlformats.org/officeDocument/2006/relationships/image" Target="../media/image2088.png"/><Relationship Id="rId233" Type="http://schemas.openxmlformats.org/officeDocument/2006/relationships/customXml" Target="../ink/ink116.xml"/><Relationship Id="rId254" Type="http://schemas.openxmlformats.org/officeDocument/2006/relationships/image" Target="../media/image2109.png"/><Relationship Id="rId440" Type="http://schemas.openxmlformats.org/officeDocument/2006/relationships/image" Target="../media/image2202.png"/><Relationship Id="rId28" Type="http://schemas.openxmlformats.org/officeDocument/2006/relationships/image" Target="../media/image1997.png"/><Relationship Id="rId49" Type="http://schemas.openxmlformats.org/officeDocument/2006/relationships/customXml" Target="../ink/ink24.xml"/><Relationship Id="rId114" Type="http://schemas.openxmlformats.org/officeDocument/2006/relationships/image" Target="../media/image2040.png"/><Relationship Id="rId275" Type="http://schemas.openxmlformats.org/officeDocument/2006/relationships/customXml" Target="../ink/ink137.xml"/><Relationship Id="rId296" Type="http://schemas.openxmlformats.org/officeDocument/2006/relationships/image" Target="../media/image2130.png"/><Relationship Id="rId300" Type="http://schemas.openxmlformats.org/officeDocument/2006/relationships/image" Target="../media/image2132.png"/><Relationship Id="rId60" Type="http://schemas.openxmlformats.org/officeDocument/2006/relationships/image" Target="../media/image2013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2060.png"/><Relationship Id="rId177" Type="http://schemas.openxmlformats.org/officeDocument/2006/relationships/customXml" Target="../ink/ink88.xml"/><Relationship Id="rId198" Type="http://schemas.openxmlformats.org/officeDocument/2006/relationships/image" Target="../media/image2081.png"/><Relationship Id="rId321" Type="http://schemas.openxmlformats.org/officeDocument/2006/relationships/customXml" Target="../ink/ink160.xml"/><Relationship Id="rId342" Type="http://schemas.openxmlformats.org/officeDocument/2006/relationships/image" Target="../media/image2153.png"/><Relationship Id="rId363" Type="http://schemas.openxmlformats.org/officeDocument/2006/relationships/customXml" Target="../ink/ink181.xml"/><Relationship Id="rId384" Type="http://schemas.openxmlformats.org/officeDocument/2006/relationships/image" Target="../media/image2174.png"/><Relationship Id="rId419" Type="http://schemas.openxmlformats.org/officeDocument/2006/relationships/customXml" Target="../ink/ink209.xml"/><Relationship Id="rId202" Type="http://schemas.openxmlformats.org/officeDocument/2006/relationships/image" Target="../media/image2083.png"/><Relationship Id="rId223" Type="http://schemas.openxmlformats.org/officeDocument/2006/relationships/customXml" Target="../ink/ink111.xml"/><Relationship Id="rId244" Type="http://schemas.openxmlformats.org/officeDocument/2006/relationships/image" Target="../media/image2104.png"/><Relationship Id="rId430" Type="http://schemas.openxmlformats.org/officeDocument/2006/relationships/image" Target="../media/image2197.png"/><Relationship Id="rId18" Type="http://schemas.openxmlformats.org/officeDocument/2006/relationships/image" Target="../media/image1992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2125.png"/><Relationship Id="rId451" Type="http://schemas.openxmlformats.org/officeDocument/2006/relationships/customXml" Target="../ink/ink225.xml"/><Relationship Id="rId50" Type="http://schemas.openxmlformats.org/officeDocument/2006/relationships/image" Target="../media/image2008.png"/><Relationship Id="rId104" Type="http://schemas.openxmlformats.org/officeDocument/2006/relationships/image" Target="../media/image2035.png"/><Relationship Id="rId125" Type="http://schemas.openxmlformats.org/officeDocument/2006/relationships/customXml" Target="../ink/ink62.xml"/><Relationship Id="rId146" Type="http://schemas.openxmlformats.org/officeDocument/2006/relationships/image" Target="../media/image2055.png"/><Relationship Id="rId167" Type="http://schemas.openxmlformats.org/officeDocument/2006/relationships/customXml" Target="../ink/ink83.xml"/><Relationship Id="rId188" Type="http://schemas.openxmlformats.org/officeDocument/2006/relationships/image" Target="../media/image2076.png"/><Relationship Id="rId311" Type="http://schemas.openxmlformats.org/officeDocument/2006/relationships/customXml" Target="../ink/ink155.xml"/><Relationship Id="rId332" Type="http://schemas.openxmlformats.org/officeDocument/2006/relationships/image" Target="../media/image2148.png"/><Relationship Id="rId353" Type="http://schemas.openxmlformats.org/officeDocument/2006/relationships/customXml" Target="../ink/ink176.xml"/><Relationship Id="rId374" Type="http://schemas.openxmlformats.org/officeDocument/2006/relationships/image" Target="../media/image2169.png"/><Relationship Id="rId395" Type="http://schemas.openxmlformats.org/officeDocument/2006/relationships/customXml" Target="../ink/ink197.xml"/><Relationship Id="rId409" Type="http://schemas.openxmlformats.org/officeDocument/2006/relationships/customXml" Target="../ink/ink204.xml"/><Relationship Id="rId71" Type="http://schemas.openxmlformats.org/officeDocument/2006/relationships/customXml" Target="../ink/ink35.xml"/><Relationship Id="rId92" Type="http://schemas.openxmlformats.org/officeDocument/2006/relationships/image" Target="../media/image2029.png"/><Relationship Id="rId213" Type="http://schemas.openxmlformats.org/officeDocument/2006/relationships/customXml" Target="../ink/ink106.xml"/><Relationship Id="rId234" Type="http://schemas.openxmlformats.org/officeDocument/2006/relationships/image" Target="../media/image2099.png"/><Relationship Id="rId420" Type="http://schemas.openxmlformats.org/officeDocument/2006/relationships/image" Target="../media/image2192.png"/><Relationship Id="rId2" Type="http://schemas.openxmlformats.org/officeDocument/2006/relationships/image" Target="../media/image3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2120.png"/><Relationship Id="rId297" Type="http://schemas.openxmlformats.org/officeDocument/2006/relationships/customXml" Target="../ink/ink148.xml"/><Relationship Id="rId441" Type="http://schemas.openxmlformats.org/officeDocument/2006/relationships/customXml" Target="../ink/ink220.xml"/><Relationship Id="rId40" Type="http://schemas.openxmlformats.org/officeDocument/2006/relationships/image" Target="../media/image2003.png"/><Relationship Id="rId115" Type="http://schemas.openxmlformats.org/officeDocument/2006/relationships/customXml" Target="../ink/ink57.xml"/><Relationship Id="rId136" Type="http://schemas.openxmlformats.org/officeDocument/2006/relationships/image" Target="../media/image2051.png"/><Relationship Id="rId157" Type="http://schemas.openxmlformats.org/officeDocument/2006/relationships/customXml" Target="../ink/ink78.xml"/><Relationship Id="rId178" Type="http://schemas.openxmlformats.org/officeDocument/2006/relationships/image" Target="../media/image2071.png"/><Relationship Id="rId301" Type="http://schemas.openxmlformats.org/officeDocument/2006/relationships/customXml" Target="../ink/ink150.xml"/><Relationship Id="rId322" Type="http://schemas.openxmlformats.org/officeDocument/2006/relationships/image" Target="../media/image2143.png"/><Relationship Id="rId343" Type="http://schemas.openxmlformats.org/officeDocument/2006/relationships/customXml" Target="../ink/ink171.xml"/><Relationship Id="rId364" Type="http://schemas.openxmlformats.org/officeDocument/2006/relationships/image" Target="../media/image2164.png"/><Relationship Id="rId61" Type="http://schemas.openxmlformats.org/officeDocument/2006/relationships/customXml" Target="../ink/ink30.xml"/><Relationship Id="rId82" Type="http://schemas.openxmlformats.org/officeDocument/2006/relationships/image" Target="../media/image2024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385" Type="http://schemas.openxmlformats.org/officeDocument/2006/relationships/customXml" Target="../ink/ink192.xml"/><Relationship Id="rId19" Type="http://schemas.openxmlformats.org/officeDocument/2006/relationships/customXml" Target="../ink/ink9.xml"/><Relationship Id="rId224" Type="http://schemas.openxmlformats.org/officeDocument/2006/relationships/image" Target="../media/image2094.png"/><Relationship Id="rId245" Type="http://schemas.openxmlformats.org/officeDocument/2006/relationships/customXml" Target="../ink/ink122.xml"/><Relationship Id="rId266" Type="http://schemas.openxmlformats.org/officeDocument/2006/relationships/image" Target="../media/image2115.png"/><Relationship Id="rId287" Type="http://schemas.openxmlformats.org/officeDocument/2006/relationships/customXml" Target="../ink/ink143.xml"/><Relationship Id="rId410" Type="http://schemas.openxmlformats.org/officeDocument/2006/relationships/image" Target="../media/image2187.png"/><Relationship Id="rId431" Type="http://schemas.openxmlformats.org/officeDocument/2006/relationships/customXml" Target="../ink/ink215.xml"/><Relationship Id="rId452" Type="http://schemas.openxmlformats.org/officeDocument/2006/relationships/image" Target="../media/image2208.png"/><Relationship Id="rId30" Type="http://schemas.openxmlformats.org/officeDocument/2006/relationships/image" Target="../media/image1998.png"/><Relationship Id="rId105" Type="http://schemas.openxmlformats.org/officeDocument/2006/relationships/customXml" Target="../ink/ink52.xml"/><Relationship Id="rId126" Type="http://schemas.openxmlformats.org/officeDocument/2006/relationships/image" Target="../media/image2046.png"/><Relationship Id="rId147" Type="http://schemas.openxmlformats.org/officeDocument/2006/relationships/customXml" Target="../ink/ink73.xml"/><Relationship Id="rId168" Type="http://schemas.openxmlformats.org/officeDocument/2006/relationships/image" Target="../media/image2066.png"/><Relationship Id="rId312" Type="http://schemas.openxmlformats.org/officeDocument/2006/relationships/image" Target="../media/image2138.png"/><Relationship Id="rId333" Type="http://schemas.openxmlformats.org/officeDocument/2006/relationships/customXml" Target="../ink/ink166.xml"/><Relationship Id="rId354" Type="http://schemas.openxmlformats.org/officeDocument/2006/relationships/image" Target="../media/image2159.png"/><Relationship Id="rId51" Type="http://schemas.openxmlformats.org/officeDocument/2006/relationships/customXml" Target="../ink/ink25.xml"/><Relationship Id="rId72" Type="http://schemas.openxmlformats.org/officeDocument/2006/relationships/image" Target="../media/image2019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75" Type="http://schemas.openxmlformats.org/officeDocument/2006/relationships/customXml" Target="../ink/ink187.xml"/><Relationship Id="rId396" Type="http://schemas.openxmlformats.org/officeDocument/2006/relationships/image" Target="../media/image2180.png"/><Relationship Id="rId3" Type="http://schemas.openxmlformats.org/officeDocument/2006/relationships/customXml" Target="../ink/ink1.xml"/><Relationship Id="rId214" Type="http://schemas.openxmlformats.org/officeDocument/2006/relationships/image" Target="../media/image2089.png"/><Relationship Id="rId235" Type="http://schemas.openxmlformats.org/officeDocument/2006/relationships/customXml" Target="../ink/ink117.xml"/><Relationship Id="rId256" Type="http://schemas.openxmlformats.org/officeDocument/2006/relationships/image" Target="../media/image2110.png"/><Relationship Id="rId277" Type="http://schemas.openxmlformats.org/officeDocument/2006/relationships/customXml" Target="../ink/ink138.xml"/><Relationship Id="rId298" Type="http://schemas.openxmlformats.org/officeDocument/2006/relationships/image" Target="../media/image2131.png"/><Relationship Id="rId400" Type="http://schemas.openxmlformats.org/officeDocument/2006/relationships/image" Target="../media/image2182.png"/><Relationship Id="rId421" Type="http://schemas.openxmlformats.org/officeDocument/2006/relationships/customXml" Target="../ink/ink210.xml"/><Relationship Id="rId442" Type="http://schemas.openxmlformats.org/officeDocument/2006/relationships/image" Target="../media/image2203.png"/><Relationship Id="rId116" Type="http://schemas.openxmlformats.org/officeDocument/2006/relationships/image" Target="../media/image2041.png"/><Relationship Id="rId137" Type="http://schemas.openxmlformats.org/officeDocument/2006/relationships/customXml" Target="../ink/ink68.xml"/><Relationship Id="rId158" Type="http://schemas.openxmlformats.org/officeDocument/2006/relationships/image" Target="../media/image2061.png"/><Relationship Id="rId302" Type="http://schemas.openxmlformats.org/officeDocument/2006/relationships/image" Target="../media/image2133.png"/><Relationship Id="rId323" Type="http://schemas.openxmlformats.org/officeDocument/2006/relationships/customXml" Target="../ink/ink161.xml"/><Relationship Id="rId344" Type="http://schemas.openxmlformats.org/officeDocument/2006/relationships/image" Target="../media/image2154.png"/><Relationship Id="rId20" Type="http://schemas.openxmlformats.org/officeDocument/2006/relationships/image" Target="../media/image1993.png"/><Relationship Id="rId41" Type="http://schemas.openxmlformats.org/officeDocument/2006/relationships/customXml" Target="../ink/ink20.xml"/><Relationship Id="rId62" Type="http://schemas.openxmlformats.org/officeDocument/2006/relationships/image" Target="../media/image2014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65" Type="http://schemas.openxmlformats.org/officeDocument/2006/relationships/customXml" Target="../ink/ink182.xml"/><Relationship Id="rId386" Type="http://schemas.openxmlformats.org/officeDocument/2006/relationships/image" Target="../media/image2175.png"/><Relationship Id="rId190" Type="http://schemas.openxmlformats.org/officeDocument/2006/relationships/image" Target="../media/image2077.png"/><Relationship Id="rId204" Type="http://schemas.openxmlformats.org/officeDocument/2006/relationships/image" Target="../media/image2084.png"/><Relationship Id="rId225" Type="http://schemas.openxmlformats.org/officeDocument/2006/relationships/customXml" Target="../ink/ink112.xml"/><Relationship Id="rId246" Type="http://schemas.openxmlformats.org/officeDocument/2006/relationships/image" Target="../media/image2105.png"/><Relationship Id="rId267" Type="http://schemas.openxmlformats.org/officeDocument/2006/relationships/customXml" Target="../ink/ink133.xml"/><Relationship Id="rId288" Type="http://schemas.openxmlformats.org/officeDocument/2006/relationships/image" Target="../media/image2126.png"/><Relationship Id="rId411" Type="http://schemas.openxmlformats.org/officeDocument/2006/relationships/customXml" Target="../ink/ink205.xml"/><Relationship Id="rId432" Type="http://schemas.openxmlformats.org/officeDocument/2006/relationships/image" Target="../media/image2198.png"/><Relationship Id="rId453" Type="http://schemas.openxmlformats.org/officeDocument/2006/relationships/customXml" Target="../ink/ink226.xml"/><Relationship Id="rId106" Type="http://schemas.openxmlformats.org/officeDocument/2006/relationships/image" Target="../media/image2036.png"/><Relationship Id="rId127" Type="http://schemas.openxmlformats.org/officeDocument/2006/relationships/customXml" Target="../ink/ink63.xml"/><Relationship Id="rId313" Type="http://schemas.openxmlformats.org/officeDocument/2006/relationships/customXml" Target="../ink/ink156.xml"/><Relationship Id="rId10" Type="http://schemas.openxmlformats.org/officeDocument/2006/relationships/image" Target="../media/image1988.png"/><Relationship Id="rId31" Type="http://schemas.openxmlformats.org/officeDocument/2006/relationships/customXml" Target="../ink/ink15.xml"/><Relationship Id="rId52" Type="http://schemas.openxmlformats.org/officeDocument/2006/relationships/image" Target="../media/image2009.png"/><Relationship Id="rId73" Type="http://schemas.openxmlformats.org/officeDocument/2006/relationships/customXml" Target="../ink/ink36.xml"/><Relationship Id="rId94" Type="http://schemas.openxmlformats.org/officeDocument/2006/relationships/image" Target="../media/image2030.png"/><Relationship Id="rId148" Type="http://schemas.openxmlformats.org/officeDocument/2006/relationships/image" Target="../media/image2056.png"/><Relationship Id="rId169" Type="http://schemas.openxmlformats.org/officeDocument/2006/relationships/customXml" Target="../ink/ink84.xml"/><Relationship Id="rId334" Type="http://schemas.openxmlformats.org/officeDocument/2006/relationships/image" Target="../media/image2149.png"/><Relationship Id="rId355" Type="http://schemas.openxmlformats.org/officeDocument/2006/relationships/customXml" Target="../ink/ink177.xml"/><Relationship Id="rId376" Type="http://schemas.openxmlformats.org/officeDocument/2006/relationships/image" Target="../media/image2170.png"/><Relationship Id="rId397" Type="http://schemas.openxmlformats.org/officeDocument/2006/relationships/customXml" Target="../ink/ink198.xml"/><Relationship Id="rId4" Type="http://schemas.openxmlformats.org/officeDocument/2006/relationships/image" Target="../media/image1985.png"/><Relationship Id="rId180" Type="http://schemas.openxmlformats.org/officeDocument/2006/relationships/image" Target="../media/image2072.png"/><Relationship Id="rId215" Type="http://schemas.openxmlformats.org/officeDocument/2006/relationships/customXml" Target="../ink/ink107.xml"/><Relationship Id="rId236" Type="http://schemas.openxmlformats.org/officeDocument/2006/relationships/image" Target="../media/image2100.png"/><Relationship Id="rId257" Type="http://schemas.openxmlformats.org/officeDocument/2006/relationships/customXml" Target="../ink/ink128.xml"/><Relationship Id="rId278" Type="http://schemas.openxmlformats.org/officeDocument/2006/relationships/image" Target="../media/image2121.png"/><Relationship Id="rId401" Type="http://schemas.openxmlformats.org/officeDocument/2006/relationships/customXml" Target="../ink/ink200.xml"/><Relationship Id="rId422" Type="http://schemas.openxmlformats.org/officeDocument/2006/relationships/image" Target="../media/image2193.png"/><Relationship Id="rId443" Type="http://schemas.openxmlformats.org/officeDocument/2006/relationships/customXml" Target="../ink/ink221.xml"/><Relationship Id="rId303" Type="http://schemas.openxmlformats.org/officeDocument/2006/relationships/customXml" Target="../ink/ink151.xml"/><Relationship Id="rId42" Type="http://schemas.openxmlformats.org/officeDocument/2006/relationships/image" Target="../media/image2004.png"/><Relationship Id="rId84" Type="http://schemas.openxmlformats.org/officeDocument/2006/relationships/image" Target="../media/image2025.png"/><Relationship Id="rId138" Type="http://schemas.openxmlformats.org/officeDocument/2006/relationships/image" Target="../media/image2052.png"/><Relationship Id="rId345" Type="http://schemas.openxmlformats.org/officeDocument/2006/relationships/customXml" Target="../ink/ink172.xml"/><Relationship Id="rId387" Type="http://schemas.openxmlformats.org/officeDocument/2006/relationships/customXml" Target="../ink/ink193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412" Type="http://schemas.openxmlformats.org/officeDocument/2006/relationships/image" Target="../media/image2188.png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454" Type="http://schemas.openxmlformats.org/officeDocument/2006/relationships/image" Target="../media/image2209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image" Target="../media/image2139.png"/><Relationship Id="rId356" Type="http://schemas.openxmlformats.org/officeDocument/2006/relationships/image" Target="../media/image2160.png"/><Relationship Id="rId398" Type="http://schemas.openxmlformats.org/officeDocument/2006/relationships/image" Target="../media/image2181.png"/><Relationship Id="rId95" Type="http://schemas.openxmlformats.org/officeDocument/2006/relationships/customXml" Target="../ink/ink47.xml"/><Relationship Id="rId160" Type="http://schemas.openxmlformats.org/officeDocument/2006/relationships/image" Target="../media/image2062.png"/><Relationship Id="rId216" Type="http://schemas.openxmlformats.org/officeDocument/2006/relationships/image" Target="../media/image2090.png"/><Relationship Id="rId423" Type="http://schemas.openxmlformats.org/officeDocument/2006/relationships/customXml" Target="../ink/ink211.xml"/><Relationship Id="rId258" Type="http://schemas.openxmlformats.org/officeDocument/2006/relationships/image" Target="../media/image2111.png"/><Relationship Id="rId22" Type="http://schemas.openxmlformats.org/officeDocument/2006/relationships/image" Target="../media/image1994.png"/><Relationship Id="rId64" Type="http://schemas.openxmlformats.org/officeDocument/2006/relationships/image" Target="../media/image2015.png"/><Relationship Id="rId118" Type="http://schemas.openxmlformats.org/officeDocument/2006/relationships/image" Target="../media/image2042.png"/><Relationship Id="rId325" Type="http://schemas.openxmlformats.org/officeDocument/2006/relationships/customXml" Target="../ink/ink162.xml"/><Relationship Id="rId367" Type="http://schemas.openxmlformats.org/officeDocument/2006/relationships/customXml" Target="../ink/ink183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434" Type="http://schemas.openxmlformats.org/officeDocument/2006/relationships/image" Target="../media/image2199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2122.png"/><Relationship Id="rId336" Type="http://schemas.openxmlformats.org/officeDocument/2006/relationships/image" Target="../media/image2150.png"/><Relationship Id="rId75" Type="http://schemas.openxmlformats.org/officeDocument/2006/relationships/customXml" Target="../ink/ink37.xml"/><Relationship Id="rId140" Type="http://schemas.openxmlformats.org/officeDocument/2006/relationships/image" Target="../media/image929.png"/><Relationship Id="rId182" Type="http://schemas.openxmlformats.org/officeDocument/2006/relationships/image" Target="../media/image2073.png"/><Relationship Id="rId378" Type="http://schemas.openxmlformats.org/officeDocument/2006/relationships/image" Target="../media/image2171.png"/><Relationship Id="rId403" Type="http://schemas.openxmlformats.org/officeDocument/2006/relationships/customXml" Target="../ink/ink201.xml"/><Relationship Id="rId6" Type="http://schemas.openxmlformats.org/officeDocument/2006/relationships/image" Target="../media/image1986.png"/><Relationship Id="rId238" Type="http://schemas.openxmlformats.org/officeDocument/2006/relationships/image" Target="../media/image2101.png"/><Relationship Id="rId445" Type="http://schemas.openxmlformats.org/officeDocument/2006/relationships/customXml" Target="../ink/ink22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7.xml"/><Relationship Id="rId299" Type="http://schemas.openxmlformats.org/officeDocument/2006/relationships/customXml" Target="../ink/ink378.xml"/><Relationship Id="rId21" Type="http://schemas.openxmlformats.org/officeDocument/2006/relationships/customXml" Target="../ink/ink239.xml"/><Relationship Id="rId63" Type="http://schemas.openxmlformats.org/officeDocument/2006/relationships/customXml" Target="../ink/ink260.xml"/><Relationship Id="rId159" Type="http://schemas.openxmlformats.org/officeDocument/2006/relationships/customXml" Target="../ink/ink308.xml"/><Relationship Id="rId324" Type="http://schemas.openxmlformats.org/officeDocument/2006/relationships/image" Target="../media/image2373.png"/><Relationship Id="rId366" Type="http://schemas.openxmlformats.org/officeDocument/2006/relationships/image" Target="../media/image2394.png"/><Relationship Id="rId531" Type="http://schemas.openxmlformats.org/officeDocument/2006/relationships/customXml" Target="../ink/ink494.xml"/><Relationship Id="rId573" Type="http://schemas.openxmlformats.org/officeDocument/2006/relationships/customXml" Target="../ink/ink515.xml"/><Relationship Id="rId170" Type="http://schemas.openxmlformats.org/officeDocument/2006/relationships/image" Target="../media/image2297.png"/><Relationship Id="rId226" Type="http://schemas.openxmlformats.org/officeDocument/2006/relationships/image" Target="../media/image2325.png"/><Relationship Id="rId433" Type="http://schemas.openxmlformats.org/officeDocument/2006/relationships/customXml" Target="../ink/ink445.xml"/><Relationship Id="rId268" Type="http://schemas.openxmlformats.org/officeDocument/2006/relationships/image" Target="../media/image2345.png"/><Relationship Id="rId475" Type="http://schemas.openxmlformats.org/officeDocument/2006/relationships/customXml" Target="../ink/ink466.xml"/><Relationship Id="rId32" Type="http://schemas.openxmlformats.org/officeDocument/2006/relationships/image" Target="../media/image2228.png"/><Relationship Id="rId74" Type="http://schemas.openxmlformats.org/officeDocument/2006/relationships/image" Target="../media/image2249.png"/><Relationship Id="rId128" Type="http://schemas.openxmlformats.org/officeDocument/2006/relationships/image" Target="../media/image2276.png"/><Relationship Id="rId335" Type="http://schemas.openxmlformats.org/officeDocument/2006/relationships/customXml" Target="../ink/ink396.xml"/><Relationship Id="rId377" Type="http://schemas.openxmlformats.org/officeDocument/2006/relationships/customXml" Target="../ink/ink417.xml"/><Relationship Id="rId500" Type="http://schemas.openxmlformats.org/officeDocument/2006/relationships/image" Target="../media/image2461.png"/><Relationship Id="rId542" Type="http://schemas.openxmlformats.org/officeDocument/2006/relationships/image" Target="../media/image2482.png"/><Relationship Id="rId584" Type="http://schemas.openxmlformats.org/officeDocument/2006/relationships/image" Target="../media/image2503.png"/><Relationship Id="rId5" Type="http://schemas.openxmlformats.org/officeDocument/2006/relationships/customXml" Target="../ink/ink231.xml"/><Relationship Id="rId181" Type="http://schemas.openxmlformats.org/officeDocument/2006/relationships/customXml" Target="../ink/ink319.xml"/><Relationship Id="rId237" Type="http://schemas.openxmlformats.org/officeDocument/2006/relationships/customXml" Target="../ink/ink347.xml"/><Relationship Id="rId402" Type="http://schemas.openxmlformats.org/officeDocument/2006/relationships/image" Target="../media/image2412.png"/><Relationship Id="rId279" Type="http://schemas.openxmlformats.org/officeDocument/2006/relationships/customXml" Target="../ink/ink368.xml"/><Relationship Id="rId444" Type="http://schemas.openxmlformats.org/officeDocument/2006/relationships/image" Target="../media/image2433.png"/><Relationship Id="rId486" Type="http://schemas.openxmlformats.org/officeDocument/2006/relationships/image" Target="../media/image2454.png"/><Relationship Id="rId43" Type="http://schemas.openxmlformats.org/officeDocument/2006/relationships/customXml" Target="../ink/ink250.xml"/><Relationship Id="rId139" Type="http://schemas.openxmlformats.org/officeDocument/2006/relationships/customXml" Target="../ink/ink298.xml"/><Relationship Id="rId290" Type="http://schemas.openxmlformats.org/officeDocument/2006/relationships/image" Target="../media/image2356.png"/><Relationship Id="rId304" Type="http://schemas.openxmlformats.org/officeDocument/2006/relationships/image" Target="../media/image2363.png"/><Relationship Id="rId346" Type="http://schemas.openxmlformats.org/officeDocument/2006/relationships/image" Target="../media/image2384.png"/><Relationship Id="rId388" Type="http://schemas.openxmlformats.org/officeDocument/2006/relationships/image" Target="../media/image2405.png"/><Relationship Id="rId511" Type="http://schemas.openxmlformats.org/officeDocument/2006/relationships/customXml" Target="../ink/ink484.xml"/><Relationship Id="rId553" Type="http://schemas.openxmlformats.org/officeDocument/2006/relationships/customXml" Target="../ink/ink505.xml"/><Relationship Id="rId85" Type="http://schemas.openxmlformats.org/officeDocument/2006/relationships/customXml" Target="../ink/ink271.xml"/><Relationship Id="rId150" Type="http://schemas.openxmlformats.org/officeDocument/2006/relationships/image" Target="../media/image2287.png"/><Relationship Id="rId192" Type="http://schemas.openxmlformats.org/officeDocument/2006/relationships/image" Target="../media/image2308.png"/><Relationship Id="rId206" Type="http://schemas.openxmlformats.org/officeDocument/2006/relationships/image" Target="../media/image2315.png"/><Relationship Id="rId413" Type="http://schemas.openxmlformats.org/officeDocument/2006/relationships/customXml" Target="../ink/ink435.xml"/><Relationship Id="rId248" Type="http://schemas.openxmlformats.org/officeDocument/2006/relationships/image" Target="../media/image2335.png"/><Relationship Id="rId455" Type="http://schemas.openxmlformats.org/officeDocument/2006/relationships/customXml" Target="../ink/ink456.xml"/><Relationship Id="rId497" Type="http://schemas.openxmlformats.org/officeDocument/2006/relationships/customXml" Target="../ink/ink477.xml"/><Relationship Id="rId12" Type="http://schemas.openxmlformats.org/officeDocument/2006/relationships/image" Target="../media/image2218.png"/><Relationship Id="rId108" Type="http://schemas.openxmlformats.org/officeDocument/2006/relationships/image" Target="../media/image2266.png"/><Relationship Id="rId315" Type="http://schemas.openxmlformats.org/officeDocument/2006/relationships/customXml" Target="../ink/ink386.xml"/><Relationship Id="rId357" Type="http://schemas.openxmlformats.org/officeDocument/2006/relationships/customXml" Target="../ink/ink407.xml"/><Relationship Id="rId522" Type="http://schemas.openxmlformats.org/officeDocument/2006/relationships/image" Target="../media/image2472.png"/><Relationship Id="rId54" Type="http://schemas.openxmlformats.org/officeDocument/2006/relationships/image" Target="../media/image2239.png"/><Relationship Id="rId96" Type="http://schemas.openxmlformats.org/officeDocument/2006/relationships/image" Target="../media/image2260.png"/><Relationship Id="rId161" Type="http://schemas.openxmlformats.org/officeDocument/2006/relationships/customXml" Target="../ink/ink309.xml"/><Relationship Id="rId217" Type="http://schemas.openxmlformats.org/officeDocument/2006/relationships/customXml" Target="../ink/ink337.xml"/><Relationship Id="rId399" Type="http://schemas.openxmlformats.org/officeDocument/2006/relationships/customXml" Target="../ink/ink428.xml"/><Relationship Id="rId564" Type="http://schemas.openxmlformats.org/officeDocument/2006/relationships/image" Target="../media/image2493.png"/><Relationship Id="rId259" Type="http://schemas.openxmlformats.org/officeDocument/2006/relationships/customXml" Target="../ink/ink358.xml"/><Relationship Id="rId424" Type="http://schemas.openxmlformats.org/officeDocument/2006/relationships/image" Target="../media/image2423.png"/><Relationship Id="rId466" Type="http://schemas.openxmlformats.org/officeDocument/2006/relationships/image" Target="../media/image2444.png"/><Relationship Id="rId23" Type="http://schemas.openxmlformats.org/officeDocument/2006/relationships/customXml" Target="../ink/ink240.xml"/><Relationship Id="rId119" Type="http://schemas.openxmlformats.org/officeDocument/2006/relationships/customXml" Target="../ink/ink288.xml"/><Relationship Id="rId270" Type="http://schemas.openxmlformats.org/officeDocument/2006/relationships/image" Target="../media/image2346.png"/><Relationship Id="rId326" Type="http://schemas.openxmlformats.org/officeDocument/2006/relationships/image" Target="../media/image2374.png"/><Relationship Id="rId533" Type="http://schemas.openxmlformats.org/officeDocument/2006/relationships/customXml" Target="../ink/ink495.xml"/><Relationship Id="rId65" Type="http://schemas.openxmlformats.org/officeDocument/2006/relationships/customXml" Target="../ink/ink261.xml"/><Relationship Id="rId130" Type="http://schemas.openxmlformats.org/officeDocument/2006/relationships/image" Target="../media/image2277.png"/><Relationship Id="rId368" Type="http://schemas.openxmlformats.org/officeDocument/2006/relationships/image" Target="../media/image2395.png"/><Relationship Id="rId575" Type="http://schemas.openxmlformats.org/officeDocument/2006/relationships/customXml" Target="../ink/ink516.xml"/><Relationship Id="rId172" Type="http://schemas.openxmlformats.org/officeDocument/2006/relationships/image" Target="../media/image2298.png"/><Relationship Id="rId228" Type="http://schemas.openxmlformats.org/officeDocument/2006/relationships/image" Target="../media/image2326.png"/><Relationship Id="rId435" Type="http://schemas.openxmlformats.org/officeDocument/2006/relationships/customXml" Target="../ink/ink446.xml"/><Relationship Id="rId477" Type="http://schemas.openxmlformats.org/officeDocument/2006/relationships/customXml" Target="../ink/ink467.xml"/><Relationship Id="rId281" Type="http://schemas.openxmlformats.org/officeDocument/2006/relationships/customXml" Target="../ink/ink369.xml"/><Relationship Id="rId337" Type="http://schemas.openxmlformats.org/officeDocument/2006/relationships/customXml" Target="../ink/ink397.xml"/><Relationship Id="rId502" Type="http://schemas.openxmlformats.org/officeDocument/2006/relationships/image" Target="../media/image2462.png"/><Relationship Id="rId34" Type="http://schemas.openxmlformats.org/officeDocument/2006/relationships/image" Target="../media/image2229.png"/><Relationship Id="rId76" Type="http://schemas.openxmlformats.org/officeDocument/2006/relationships/image" Target="../media/image2250.png"/><Relationship Id="rId141" Type="http://schemas.openxmlformats.org/officeDocument/2006/relationships/customXml" Target="../ink/ink299.xml"/><Relationship Id="rId379" Type="http://schemas.openxmlformats.org/officeDocument/2006/relationships/customXml" Target="../ink/ink418.xml"/><Relationship Id="rId544" Type="http://schemas.openxmlformats.org/officeDocument/2006/relationships/image" Target="../media/image2483.png"/><Relationship Id="rId7" Type="http://schemas.openxmlformats.org/officeDocument/2006/relationships/customXml" Target="../ink/ink232.xml"/><Relationship Id="rId183" Type="http://schemas.openxmlformats.org/officeDocument/2006/relationships/customXml" Target="../ink/ink320.xml"/><Relationship Id="rId239" Type="http://schemas.openxmlformats.org/officeDocument/2006/relationships/customXml" Target="../ink/ink348.xml"/><Relationship Id="rId390" Type="http://schemas.openxmlformats.org/officeDocument/2006/relationships/image" Target="../media/image2406.png"/><Relationship Id="rId404" Type="http://schemas.openxmlformats.org/officeDocument/2006/relationships/image" Target="../media/image2413.png"/><Relationship Id="rId446" Type="http://schemas.openxmlformats.org/officeDocument/2006/relationships/image" Target="../media/image2434.png"/><Relationship Id="rId250" Type="http://schemas.openxmlformats.org/officeDocument/2006/relationships/image" Target="../media/image2336.png"/><Relationship Id="rId292" Type="http://schemas.openxmlformats.org/officeDocument/2006/relationships/image" Target="../media/image2357.png"/><Relationship Id="rId306" Type="http://schemas.openxmlformats.org/officeDocument/2006/relationships/image" Target="../media/image2364.png"/><Relationship Id="rId488" Type="http://schemas.openxmlformats.org/officeDocument/2006/relationships/image" Target="../media/image2455.png"/><Relationship Id="rId45" Type="http://schemas.openxmlformats.org/officeDocument/2006/relationships/customXml" Target="../ink/ink251.xml"/><Relationship Id="rId87" Type="http://schemas.openxmlformats.org/officeDocument/2006/relationships/customXml" Target="../ink/ink272.xml"/><Relationship Id="rId110" Type="http://schemas.openxmlformats.org/officeDocument/2006/relationships/image" Target="../media/image2267.png"/><Relationship Id="rId348" Type="http://schemas.openxmlformats.org/officeDocument/2006/relationships/image" Target="../media/image2385.png"/><Relationship Id="rId513" Type="http://schemas.openxmlformats.org/officeDocument/2006/relationships/customXml" Target="../ink/ink485.xml"/><Relationship Id="rId555" Type="http://schemas.openxmlformats.org/officeDocument/2006/relationships/customXml" Target="../ink/ink506.xml"/><Relationship Id="rId152" Type="http://schemas.openxmlformats.org/officeDocument/2006/relationships/image" Target="../media/image2288.png"/><Relationship Id="rId194" Type="http://schemas.openxmlformats.org/officeDocument/2006/relationships/image" Target="../media/image2309.png"/><Relationship Id="rId208" Type="http://schemas.openxmlformats.org/officeDocument/2006/relationships/image" Target="../media/image2316.png"/><Relationship Id="rId415" Type="http://schemas.openxmlformats.org/officeDocument/2006/relationships/customXml" Target="../ink/ink436.xml"/><Relationship Id="rId457" Type="http://schemas.openxmlformats.org/officeDocument/2006/relationships/customXml" Target="../ink/ink457.xml"/><Relationship Id="rId261" Type="http://schemas.openxmlformats.org/officeDocument/2006/relationships/customXml" Target="../ink/ink359.xml"/><Relationship Id="rId499" Type="http://schemas.openxmlformats.org/officeDocument/2006/relationships/customXml" Target="../ink/ink478.xml"/><Relationship Id="rId14" Type="http://schemas.openxmlformats.org/officeDocument/2006/relationships/image" Target="../media/image2219.png"/><Relationship Id="rId56" Type="http://schemas.openxmlformats.org/officeDocument/2006/relationships/image" Target="../media/image2240.png"/><Relationship Id="rId317" Type="http://schemas.openxmlformats.org/officeDocument/2006/relationships/customXml" Target="../ink/ink387.xml"/><Relationship Id="rId359" Type="http://schemas.openxmlformats.org/officeDocument/2006/relationships/customXml" Target="../ink/ink408.xml"/><Relationship Id="rId524" Type="http://schemas.openxmlformats.org/officeDocument/2006/relationships/image" Target="../media/image2473.png"/><Relationship Id="rId566" Type="http://schemas.openxmlformats.org/officeDocument/2006/relationships/image" Target="../media/image2494.png"/><Relationship Id="rId98" Type="http://schemas.openxmlformats.org/officeDocument/2006/relationships/image" Target="../media/image2261.png"/><Relationship Id="rId121" Type="http://schemas.openxmlformats.org/officeDocument/2006/relationships/customXml" Target="../ink/ink289.xml"/><Relationship Id="rId163" Type="http://schemas.openxmlformats.org/officeDocument/2006/relationships/customXml" Target="../ink/ink310.xml"/><Relationship Id="rId219" Type="http://schemas.openxmlformats.org/officeDocument/2006/relationships/customXml" Target="../ink/ink338.xml"/><Relationship Id="rId370" Type="http://schemas.openxmlformats.org/officeDocument/2006/relationships/image" Target="../media/image2396.png"/><Relationship Id="rId426" Type="http://schemas.openxmlformats.org/officeDocument/2006/relationships/image" Target="../media/image2424.png"/><Relationship Id="rId230" Type="http://schemas.openxmlformats.org/officeDocument/2006/relationships/image" Target="../media/image2327.png"/><Relationship Id="rId468" Type="http://schemas.openxmlformats.org/officeDocument/2006/relationships/image" Target="../media/image2445.png"/><Relationship Id="rId25" Type="http://schemas.openxmlformats.org/officeDocument/2006/relationships/customXml" Target="../ink/ink241.xml"/><Relationship Id="rId67" Type="http://schemas.openxmlformats.org/officeDocument/2006/relationships/customXml" Target="../ink/ink262.xml"/><Relationship Id="rId272" Type="http://schemas.openxmlformats.org/officeDocument/2006/relationships/image" Target="../media/image2347.png"/><Relationship Id="rId328" Type="http://schemas.openxmlformats.org/officeDocument/2006/relationships/image" Target="../media/image2375.png"/><Relationship Id="rId535" Type="http://schemas.openxmlformats.org/officeDocument/2006/relationships/customXml" Target="../ink/ink496.xml"/><Relationship Id="rId577" Type="http://schemas.openxmlformats.org/officeDocument/2006/relationships/customXml" Target="../ink/ink517.xml"/><Relationship Id="rId132" Type="http://schemas.openxmlformats.org/officeDocument/2006/relationships/image" Target="../media/image2278.png"/><Relationship Id="rId174" Type="http://schemas.openxmlformats.org/officeDocument/2006/relationships/image" Target="../media/image2299.png"/><Relationship Id="rId381" Type="http://schemas.openxmlformats.org/officeDocument/2006/relationships/customXml" Target="../ink/ink419.xml"/><Relationship Id="rId241" Type="http://schemas.openxmlformats.org/officeDocument/2006/relationships/customXml" Target="../ink/ink349.xml"/><Relationship Id="rId437" Type="http://schemas.openxmlformats.org/officeDocument/2006/relationships/customXml" Target="../ink/ink447.xml"/><Relationship Id="rId479" Type="http://schemas.openxmlformats.org/officeDocument/2006/relationships/customXml" Target="../ink/ink468.xml"/><Relationship Id="rId36" Type="http://schemas.openxmlformats.org/officeDocument/2006/relationships/image" Target="../media/image2230.png"/><Relationship Id="rId283" Type="http://schemas.openxmlformats.org/officeDocument/2006/relationships/customXml" Target="../ink/ink370.xml"/><Relationship Id="rId339" Type="http://schemas.openxmlformats.org/officeDocument/2006/relationships/customXml" Target="../ink/ink398.xml"/><Relationship Id="rId490" Type="http://schemas.openxmlformats.org/officeDocument/2006/relationships/image" Target="../media/image2456.png"/><Relationship Id="rId504" Type="http://schemas.openxmlformats.org/officeDocument/2006/relationships/image" Target="../media/image2463.png"/><Relationship Id="rId546" Type="http://schemas.openxmlformats.org/officeDocument/2006/relationships/image" Target="../media/image2484.png"/><Relationship Id="rId78" Type="http://schemas.openxmlformats.org/officeDocument/2006/relationships/image" Target="../media/image2251.png"/><Relationship Id="rId101" Type="http://schemas.openxmlformats.org/officeDocument/2006/relationships/customXml" Target="../ink/ink279.xml"/><Relationship Id="rId143" Type="http://schemas.openxmlformats.org/officeDocument/2006/relationships/customXml" Target="../ink/ink300.xml"/><Relationship Id="rId185" Type="http://schemas.openxmlformats.org/officeDocument/2006/relationships/customXml" Target="../ink/ink321.xml"/><Relationship Id="rId350" Type="http://schemas.openxmlformats.org/officeDocument/2006/relationships/image" Target="../media/image2386.png"/><Relationship Id="rId406" Type="http://schemas.openxmlformats.org/officeDocument/2006/relationships/image" Target="../media/image2414.png"/><Relationship Id="rId9" Type="http://schemas.openxmlformats.org/officeDocument/2006/relationships/customXml" Target="../ink/ink233.xml"/><Relationship Id="rId210" Type="http://schemas.openxmlformats.org/officeDocument/2006/relationships/image" Target="../media/image2317.png"/><Relationship Id="rId392" Type="http://schemas.openxmlformats.org/officeDocument/2006/relationships/image" Target="../media/image2407.png"/><Relationship Id="rId448" Type="http://schemas.openxmlformats.org/officeDocument/2006/relationships/image" Target="../media/image2435.png"/><Relationship Id="rId252" Type="http://schemas.openxmlformats.org/officeDocument/2006/relationships/image" Target="../media/image2337.png"/><Relationship Id="rId294" Type="http://schemas.openxmlformats.org/officeDocument/2006/relationships/image" Target="../media/image2358.png"/><Relationship Id="rId308" Type="http://schemas.openxmlformats.org/officeDocument/2006/relationships/image" Target="../media/image2365.png"/><Relationship Id="rId515" Type="http://schemas.openxmlformats.org/officeDocument/2006/relationships/customXml" Target="../ink/ink486.xml"/><Relationship Id="rId47" Type="http://schemas.openxmlformats.org/officeDocument/2006/relationships/customXml" Target="../ink/ink252.xml"/><Relationship Id="rId89" Type="http://schemas.openxmlformats.org/officeDocument/2006/relationships/customXml" Target="../ink/ink273.xml"/><Relationship Id="rId112" Type="http://schemas.openxmlformats.org/officeDocument/2006/relationships/image" Target="../media/image2268.png"/><Relationship Id="rId154" Type="http://schemas.openxmlformats.org/officeDocument/2006/relationships/image" Target="../media/image2289.png"/><Relationship Id="rId361" Type="http://schemas.openxmlformats.org/officeDocument/2006/relationships/customXml" Target="../ink/ink409.xml"/><Relationship Id="rId557" Type="http://schemas.openxmlformats.org/officeDocument/2006/relationships/customXml" Target="../ink/ink507.xml"/><Relationship Id="rId196" Type="http://schemas.openxmlformats.org/officeDocument/2006/relationships/image" Target="../media/image2310.png"/><Relationship Id="rId200" Type="http://schemas.openxmlformats.org/officeDocument/2006/relationships/image" Target="../media/image2312.png"/><Relationship Id="rId382" Type="http://schemas.openxmlformats.org/officeDocument/2006/relationships/image" Target="../media/image2402.png"/><Relationship Id="rId417" Type="http://schemas.openxmlformats.org/officeDocument/2006/relationships/customXml" Target="../ink/ink437.xml"/><Relationship Id="rId438" Type="http://schemas.openxmlformats.org/officeDocument/2006/relationships/image" Target="../media/image2430.png"/><Relationship Id="rId459" Type="http://schemas.openxmlformats.org/officeDocument/2006/relationships/customXml" Target="../ink/ink458.xml"/><Relationship Id="rId16" Type="http://schemas.openxmlformats.org/officeDocument/2006/relationships/image" Target="../media/image2220.png"/><Relationship Id="rId221" Type="http://schemas.openxmlformats.org/officeDocument/2006/relationships/customXml" Target="../ink/ink339.xml"/><Relationship Id="rId242" Type="http://schemas.openxmlformats.org/officeDocument/2006/relationships/image" Target="../media/image973.png"/><Relationship Id="rId263" Type="http://schemas.openxmlformats.org/officeDocument/2006/relationships/customXml" Target="../ink/ink360.xml"/><Relationship Id="rId284" Type="http://schemas.openxmlformats.org/officeDocument/2006/relationships/image" Target="../media/image2353.png"/><Relationship Id="rId319" Type="http://schemas.openxmlformats.org/officeDocument/2006/relationships/customXml" Target="../ink/ink388.xml"/><Relationship Id="rId470" Type="http://schemas.openxmlformats.org/officeDocument/2006/relationships/image" Target="../media/image2446.png"/><Relationship Id="rId491" Type="http://schemas.openxmlformats.org/officeDocument/2006/relationships/customXml" Target="../ink/ink474.xml"/><Relationship Id="rId505" Type="http://schemas.openxmlformats.org/officeDocument/2006/relationships/customXml" Target="../ink/ink481.xml"/><Relationship Id="rId526" Type="http://schemas.openxmlformats.org/officeDocument/2006/relationships/image" Target="../media/image2474.png"/><Relationship Id="rId37" Type="http://schemas.openxmlformats.org/officeDocument/2006/relationships/customXml" Target="../ink/ink247.xml"/><Relationship Id="rId58" Type="http://schemas.openxmlformats.org/officeDocument/2006/relationships/image" Target="../media/image2241.png"/><Relationship Id="rId79" Type="http://schemas.openxmlformats.org/officeDocument/2006/relationships/customXml" Target="../ink/ink268.xml"/><Relationship Id="rId102" Type="http://schemas.openxmlformats.org/officeDocument/2006/relationships/image" Target="../media/image2263.png"/><Relationship Id="rId123" Type="http://schemas.openxmlformats.org/officeDocument/2006/relationships/customXml" Target="../ink/ink290.xml"/><Relationship Id="rId144" Type="http://schemas.openxmlformats.org/officeDocument/2006/relationships/image" Target="../media/image2284.png"/><Relationship Id="rId330" Type="http://schemas.openxmlformats.org/officeDocument/2006/relationships/image" Target="../media/image2376.png"/><Relationship Id="rId547" Type="http://schemas.openxmlformats.org/officeDocument/2006/relationships/customXml" Target="../ink/ink502.xml"/><Relationship Id="rId568" Type="http://schemas.openxmlformats.org/officeDocument/2006/relationships/image" Target="../media/image2495.png"/><Relationship Id="rId90" Type="http://schemas.openxmlformats.org/officeDocument/2006/relationships/image" Target="../media/image2257.png"/><Relationship Id="rId165" Type="http://schemas.openxmlformats.org/officeDocument/2006/relationships/customXml" Target="../ink/ink311.xml"/><Relationship Id="rId186" Type="http://schemas.openxmlformats.org/officeDocument/2006/relationships/image" Target="../media/image2305.png"/><Relationship Id="rId351" Type="http://schemas.openxmlformats.org/officeDocument/2006/relationships/customXml" Target="../ink/ink404.xml"/><Relationship Id="rId372" Type="http://schemas.openxmlformats.org/officeDocument/2006/relationships/image" Target="../media/image2397.png"/><Relationship Id="rId393" Type="http://schemas.openxmlformats.org/officeDocument/2006/relationships/customXml" Target="../ink/ink425.xml"/><Relationship Id="rId407" Type="http://schemas.openxmlformats.org/officeDocument/2006/relationships/customXml" Target="../ink/ink432.xml"/><Relationship Id="rId428" Type="http://schemas.openxmlformats.org/officeDocument/2006/relationships/image" Target="../media/image2425.png"/><Relationship Id="rId449" Type="http://schemas.openxmlformats.org/officeDocument/2006/relationships/customXml" Target="../ink/ink453.xml"/><Relationship Id="rId211" Type="http://schemas.openxmlformats.org/officeDocument/2006/relationships/customXml" Target="../ink/ink334.xml"/><Relationship Id="rId232" Type="http://schemas.openxmlformats.org/officeDocument/2006/relationships/image" Target="../media/image2328.png"/><Relationship Id="rId253" Type="http://schemas.openxmlformats.org/officeDocument/2006/relationships/customXml" Target="../ink/ink355.xml"/><Relationship Id="rId274" Type="http://schemas.openxmlformats.org/officeDocument/2006/relationships/image" Target="../media/image2348.png"/><Relationship Id="rId295" Type="http://schemas.openxmlformats.org/officeDocument/2006/relationships/customXml" Target="../ink/ink376.xml"/><Relationship Id="rId309" Type="http://schemas.openxmlformats.org/officeDocument/2006/relationships/customXml" Target="../ink/ink383.xml"/><Relationship Id="rId460" Type="http://schemas.openxmlformats.org/officeDocument/2006/relationships/image" Target="../media/image2441.png"/><Relationship Id="rId481" Type="http://schemas.openxmlformats.org/officeDocument/2006/relationships/customXml" Target="../ink/ink469.xml"/><Relationship Id="rId516" Type="http://schemas.openxmlformats.org/officeDocument/2006/relationships/image" Target="../media/image2469.png"/><Relationship Id="rId27" Type="http://schemas.openxmlformats.org/officeDocument/2006/relationships/customXml" Target="../ink/ink242.xml"/><Relationship Id="rId48" Type="http://schemas.openxmlformats.org/officeDocument/2006/relationships/image" Target="../media/image2236.png"/><Relationship Id="rId69" Type="http://schemas.openxmlformats.org/officeDocument/2006/relationships/customXml" Target="../ink/ink263.xml"/><Relationship Id="rId113" Type="http://schemas.openxmlformats.org/officeDocument/2006/relationships/customXml" Target="../ink/ink285.xml"/><Relationship Id="rId134" Type="http://schemas.openxmlformats.org/officeDocument/2006/relationships/image" Target="../media/image2279.png"/><Relationship Id="rId320" Type="http://schemas.openxmlformats.org/officeDocument/2006/relationships/image" Target="../media/image2371.png"/><Relationship Id="rId537" Type="http://schemas.openxmlformats.org/officeDocument/2006/relationships/customXml" Target="../ink/ink497.xml"/><Relationship Id="rId558" Type="http://schemas.openxmlformats.org/officeDocument/2006/relationships/image" Target="../media/image2490.png"/><Relationship Id="rId579" Type="http://schemas.openxmlformats.org/officeDocument/2006/relationships/customXml" Target="../ink/ink518.xml"/><Relationship Id="rId80" Type="http://schemas.openxmlformats.org/officeDocument/2006/relationships/image" Target="../media/image2252.png"/><Relationship Id="rId155" Type="http://schemas.openxmlformats.org/officeDocument/2006/relationships/customXml" Target="../ink/ink306.xml"/><Relationship Id="rId176" Type="http://schemas.openxmlformats.org/officeDocument/2006/relationships/image" Target="../media/image2300.png"/><Relationship Id="rId197" Type="http://schemas.openxmlformats.org/officeDocument/2006/relationships/customXml" Target="../ink/ink327.xml"/><Relationship Id="rId341" Type="http://schemas.openxmlformats.org/officeDocument/2006/relationships/customXml" Target="../ink/ink399.xml"/><Relationship Id="rId362" Type="http://schemas.openxmlformats.org/officeDocument/2006/relationships/image" Target="../media/image2392.png"/><Relationship Id="rId383" Type="http://schemas.openxmlformats.org/officeDocument/2006/relationships/customXml" Target="../ink/ink420.xml"/><Relationship Id="rId418" Type="http://schemas.openxmlformats.org/officeDocument/2006/relationships/image" Target="../media/image2420.png"/><Relationship Id="rId439" Type="http://schemas.openxmlformats.org/officeDocument/2006/relationships/customXml" Target="../ink/ink448.xml"/><Relationship Id="rId201" Type="http://schemas.openxmlformats.org/officeDocument/2006/relationships/customXml" Target="../ink/ink329.xml"/><Relationship Id="rId222" Type="http://schemas.openxmlformats.org/officeDocument/2006/relationships/image" Target="../media/image2323.png"/><Relationship Id="rId243" Type="http://schemas.openxmlformats.org/officeDocument/2006/relationships/customXml" Target="../ink/ink350.xml"/><Relationship Id="rId264" Type="http://schemas.openxmlformats.org/officeDocument/2006/relationships/image" Target="../media/image2343.png"/><Relationship Id="rId285" Type="http://schemas.openxmlformats.org/officeDocument/2006/relationships/customXml" Target="../ink/ink371.xml"/><Relationship Id="rId450" Type="http://schemas.openxmlformats.org/officeDocument/2006/relationships/image" Target="../media/image2436.png"/><Relationship Id="rId471" Type="http://schemas.openxmlformats.org/officeDocument/2006/relationships/customXml" Target="../ink/ink464.xml"/><Relationship Id="rId506" Type="http://schemas.openxmlformats.org/officeDocument/2006/relationships/image" Target="../media/image2464.png"/><Relationship Id="rId17" Type="http://schemas.openxmlformats.org/officeDocument/2006/relationships/customXml" Target="../ink/ink237.xml"/><Relationship Id="rId38" Type="http://schemas.openxmlformats.org/officeDocument/2006/relationships/image" Target="../media/image2231.png"/><Relationship Id="rId59" Type="http://schemas.openxmlformats.org/officeDocument/2006/relationships/customXml" Target="../ink/ink258.xml"/><Relationship Id="rId103" Type="http://schemas.openxmlformats.org/officeDocument/2006/relationships/customXml" Target="../ink/ink280.xml"/><Relationship Id="rId124" Type="http://schemas.openxmlformats.org/officeDocument/2006/relationships/image" Target="../media/image2274.png"/><Relationship Id="rId310" Type="http://schemas.openxmlformats.org/officeDocument/2006/relationships/image" Target="../media/image2366.png"/><Relationship Id="rId492" Type="http://schemas.openxmlformats.org/officeDocument/2006/relationships/image" Target="../media/image2457.png"/><Relationship Id="rId527" Type="http://schemas.openxmlformats.org/officeDocument/2006/relationships/customXml" Target="../ink/ink492.xml"/><Relationship Id="rId548" Type="http://schemas.openxmlformats.org/officeDocument/2006/relationships/image" Target="../media/image2485.png"/><Relationship Id="rId569" Type="http://schemas.openxmlformats.org/officeDocument/2006/relationships/customXml" Target="../ink/ink513.xml"/><Relationship Id="rId70" Type="http://schemas.openxmlformats.org/officeDocument/2006/relationships/image" Target="../media/image2247.png"/><Relationship Id="rId91" Type="http://schemas.openxmlformats.org/officeDocument/2006/relationships/customXml" Target="../ink/ink274.xml"/><Relationship Id="rId145" Type="http://schemas.openxmlformats.org/officeDocument/2006/relationships/customXml" Target="../ink/ink301.xml"/><Relationship Id="rId166" Type="http://schemas.openxmlformats.org/officeDocument/2006/relationships/image" Target="../media/image2295.png"/><Relationship Id="rId187" Type="http://schemas.openxmlformats.org/officeDocument/2006/relationships/customXml" Target="../ink/ink322.xml"/><Relationship Id="rId331" Type="http://schemas.openxmlformats.org/officeDocument/2006/relationships/customXml" Target="../ink/ink394.xml"/><Relationship Id="rId352" Type="http://schemas.openxmlformats.org/officeDocument/2006/relationships/image" Target="../media/image2387.png"/><Relationship Id="rId373" Type="http://schemas.openxmlformats.org/officeDocument/2006/relationships/customXml" Target="../ink/ink415.xml"/><Relationship Id="rId394" Type="http://schemas.openxmlformats.org/officeDocument/2006/relationships/image" Target="../media/image2408.png"/><Relationship Id="rId408" Type="http://schemas.openxmlformats.org/officeDocument/2006/relationships/image" Target="../media/image2415.png"/><Relationship Id="rId429" Type="http://schemas.openxmlformats.org/officeDocument/2006/relationships/customXml" Target="../ink/ink443.xml"/><Relationship Id="rId580" Type="http://schemas.openxmlformats.org/officeDocument/2006/relationships/image" Target="../media/image2501.png"/><Relationship Id="rId1" Type="http://schemas.openxmlformats.org/officeDocument/2006/relationships/slideLayout" Target="../slideLayouts/slideLayout18.xml"/><Relationship Id="rId212" Type="http://schemas.openxmlformats.org/officeDocument/2006/relationships/image" Target="../media/image2318.png"/><Relationship Id="rId233" Type="http://schemas.openxmlformats.org/officeDocument/2006/relationships/customXml" Target="../ink/ink345.xml"/><Relationship Id="rId254" Type="http://schemas.openxmlformats.org/officeDocument/2006/relationships/image" Target="../media/image2338.png"/><Relationship Id="rId440" Type="http://schemas.openxmlformats.org/officeDocument/2006/relationships/image" Target="../media/image2431.png"/><Relationship Id="rId28" Type="http://schemas.openxmlformats.org/officeDocument/2006/relationships/image" Target="../media/image2226.png"/><Relationship Id="rId49" Type="http://schemas.openxmlformats.org/officeDocument/2006/relationships/customXml" Target="../ink/ink253.xml"/><Relationship Id="rId114" Type="http://schemas.openxmlformats.org/officeDocument/2006/relationships/image" Target="../media/image2269.png"/><Relationship Id="rId275" Type="http://schemas.openxmlformats.org/officeDocument/2006/relationships/customXml" Target="../ink/ink366.xml"/><Relationship Id="rId296" Type="http://schemas.openxmlformats.org/officeDocument/2006/relationships/image" Target="../media/image2359.png"/><Relationship Id="rId300" Type="http://schemas.openxmlformats.org/officeDocument/2006/relationships/image" Target="../media/image2361.png"/><Relationship Id="rId461" Type="http://schemas.openxmlformats.org/officeDocument/2006/relationships/customXml" Target="../ink/ink459.xml"/><Relationship Id="rId482" Type="http://schemas.openxmlformats.org/officeDocument/2006/relationships/image" Target="../media/image2452.png"/><Relationship Id="rId517" Type="http://schemas.openxmlformats.org/officeDocument/2006/relationships/customXml" Target="../ink/ink487.xml"/><Relationship Id="rId538" Type="http://schemas.openxmlformats.org/officeDocument/2006/relationships/image" Target="../media/image2480.png"/><Relationship Id="rId559" Type="http://schemas.openxmlformats.org/officeDocument/2006/relationships/customXml" Target="../ink/ink508.xml"/><Relationship Id="rId60" Type="http://schemas.openxmlformats.org/officeDocument/2006/relationships/image" Target="../media/image2242.png"/><Relationship Id="rId81" Type="http://schemas.openxmlformats.org/officeDocument/2006/relationships/customXml" Target="../ink/ink269.xml"/><Relationship Id="rId135" Type="http://schemas.openxmlformats.org/officeDocument/2006/relationships/customXml" Target="../ink/ink296.xml"/><Relationship Id="rId156" Type="http://schemas.openxmlformats.org/officeDocument/2006/relationships/image" Target="../media/image2290.png"/><Relationship Id="rId177" Type="http://schemas.openxmlformats.org/officeDocument/2006/relationships/customXml" Target="../ink/ink317.xml"/><Relationship Id="rId198" Type="http://schemas.openxmlformats.org/officeDocument/2006/relationships/image" Target="../media/image2311.png"/><Relationship Id="rId321" Type="http://schemas.openxmlformats.org/officeDocument/2006/relationships/customXml" Target="../ink/ink389.xml"/><Relationship Id="rId342" Type="http://schemas.openxmlformats.org/officeDocument/2006/relationships/image" Target="../media/image2382.png"/><Relationship Id="rId363" Type="http://schemas.openxmlformats.org/officeDocument/2006/relationships/customXml" Target="../ink/ink410.xml"/><Relationship Id="rId384" Type="http://schemas.openxmlformats.org/officeDocument/2006/relationships/image" Target="../media/image2403.png"/><Relationship Id="rId419" Type="http://schemas.openxmlformats.org/officeDocument/2006/relationships/customXml" Target="../ink/ink438.xml"/><Relationship Id="rId570" Type="http://schemas.openxmlformats.org/officeDocument/2006/relationships/image" Target="../media/image2496.png"/><Relationship Id="rId202" Type="http://schemas.openxmlformats.org/officeDocument/2006/relationships/image" Target="../media/image2313.png"/><Relationship Id="rId223" Type="http://schemas.openxmlformats.org/officeDocument/2006/relationships/customXml" Target="../ink/ink340.xml"/><Relationship Id="rId244" Type="http://schemas.openxmlformats.org/officeDocument/2006/relationships/image" Target="../media/image2333.png"/><Relationship Id="rId430" Type="http://schemas.openxmlformats.org/officeDocument/2006/relationships/image" Target="../media/image2426.png"/><Relationship Id="rId18" Type="http://schemas.openxmlformats.org/officeDocument/2006/relationships/image" Target="../media/image2221.png"/><Relationship Id="rId39" Type="http://schemas.openxmlformats.org/officeDocument/2006/relationships/customXml" Target="../ink/ink248.xml"/><Relationship Id="rId265" Type="http://schemas.openxmlformats.org/officeDocument/2006/relationships/customXml" Target="../ink/ink361.xml"/><Relationship Id="rId286" Type="http://schemas.openxmlformats.org/officeDocument/2006/relationships/image" Target="../media/image2354.png"/><Relationship Id="rId451" Type="http://schemas.openxmlformats.org/officeDocument/2006/relationships/customXml" Target="../ink/ink454.xml"/><Relationship Id="rId472" Type="http://schemas.openxmlformats.org/officeDocument/2006/relationships/image" Target="../media/image2447.png"/><Relationship Id="rId493" Type="http://schemas.openxmlformats.org/officeDocument/2006/relationships/customXml" Target="../ink/ink475.xml"/><Relationship Id="rId507" Type="http://schemas.openxmlformats.org/officeDocument/2006/relationships/customXml" Target="../ink/ink482.xml"/><Relationship Id="rId528" Type="http://schemas.openxmlformats.org/officeDocument/2006/relationships/image" Target="../media/image2475.png"/><Relationship Id="rId549" Type="http://schemas.openxmlformats.org/officeDocument/2006/relationships/customXml" Target="../ink/ink503.xml"/><Relationship Id="rId50" Type="http://schemas.openxmlformats.org/officeDocument/2006/relationships/image" Target="../media/image2237.png"/><Relationship Id="rId104" Type="http://schemas.openxmlformats.org/officeDocument/2006/relationships/image" Target="../media/image2264.png"/><Relationship Id="rId125" Type="http://schemas.openxmlformats.org/officeDocument/2006/relationships/customXml" Target="../ink/ink291.xml"/><Relationship Id="rId146" Type="http://schemas.openxmlformats.org/officeDocument/2006/relationships/image" Target="../media/image2285.png"/><Relationship Id="rId167" Type="http://schemas.openxmlformats.org/officeDocument/2006/relationships/customXml" Target="../ink/ink312.xml"/><Relationship Id="rId188" Type="http://schemas.openxmlformats.org/officeDocument/2006/relationships/image" Target="../media/image2306.png"/><Relationship Id="rId311" Type="http://schemas.openxmlformats.org/officeDocument/2006/relationships/customXml" Target="../ink/ink384.xml"/><Relationship Id="rId332" Type="http://schemas.openxmlformats.org/officeDocument/2006/relationships/image" Target="../media/image2377.png"/><Relationship Id="rId353" Type="http://schemas.openxmlformats.org/officeDocument/2006/relationships/customXml" Target="../ink/ink405.xml"/><Relationship Id="rId374" Type="http://schemas.openxmlformats.org/officeDocument/2006/relationships/image" Target="../media/image2398.png"/><Relationship Id="rId395" Type="http://schemas.openxmlformats.org/officeDocument/2006/relationships/customXml" Target="../ink/ink426.xml"/><Relationship Id="rId409" Type="http://schemas.openxmlformats.org/officeDocument/2006/relationships/customXml" Target="../ink/ink433.xml"/><Relationship Id="rId560" Type="http://schemas.openxmlformats.org/officeDocument/2006/relationships/image" Target="../media/image2491.png"/><Relationship Id="rId581" Type="http://schemas.openxmlformats.org/officeDocument/2006/relationships/customXml" Target="../ink/ink519.xml"/><Relationship Id="rId71" Type="http://schemas.openxmlformats.org/officeDocument/2006/relationships/customXml" Target="../ink/ink264.xml"/><Relationship Id="rId92" Type="http://schemas.openxmlformats.org/officeDocument/2006/relationships/image" Target="../media/image2258.png"/><Relationship Id="rId213" Type="http://schemas.openxmlformats.org/officeDocument/2006/relationships/customXml" Target="../ink/ink335.xml"/><Relationship Id="rId234" Type="http://schemas.openxmlformats.org/officeDocument/2006/relationships/image" Target="../media/image2329.png"/><Relationship Id="rId420" Type="http://schemas.openxmlformats.org/officeDocument/2006/relationships/image" Target="../media/image2421.png"/><Relationship Id="rId2" Type="http://schemas.openxmlformats.org/officeDocument/2006/relationships/image" Target="../media/image4.png"/><Relationship Id="rId29" Type="http://schemas.openxmlformats.org/officeDocument/2006/relationships/customXml" Target="../ink/ink243.xml"/><Relationship Id="rId255" Type="http://schemas.openxmlformats.org/officeDocument/2006/relationships/customXml" Target="../ink/ink356.xml"/><Relationship Id="rId276" Type="http://schemas.openxmlformats.org/officeDocument/2006/relationships/image" Target="../media/image2349.png"/><Relationship Id="rId297" Type="http://schemas.openxmlformats.org/officeDocument/2006/relationships/customXml" Target="../ink/ink377.xml"/><Relationship Id="rId441" Type="http://schemas.openxmlformats.org/officeDocument/2006/relationships/customXml" Target="../ink/ink449.xml"/><Relationship Id="rId462" Type="http://schemas.openxmlformats.org/officeDocument/2006/relationships/image" Target="../media/image2442.png"/><Relationship Id="rId483" Type="http://schemas.openxmlformats.org/officeDocument/2006/relationships/customXml" Target="../ink/ink470.xml"/><Relationship Id="rId518" Type="http://schemas.openxmlformats.org/officeDocument/2006/relationships/image" Target="../media/image2470.png"/><Relationship Id="rId539" Type="http://schemas.openxmlformats.org/officeDocument/2006/relationships/customXml" Target="../ink/ink498.xml"/><Relationship Id="rId40" Type="http://schemas.openxmlformats.org/officeDocument/2006/relationships/image" Target="../media/image2232.png"/><Relationship Id="rId115" Type="http://schemas.openxmlformats.org/officeDocument/2006/relationships/customXml" Target="../ink/ink286.xml"/><Relationship Id="rId136" Type="http://schemas.openxmlformats.org/officeDocument/2006/relationships/image" Target="../media/image2280.png"/><Relationship Id="rId157" Type="http://schemas.openxmlformats.org/officeDocument/2006/relationships/customXml" Target="../ink/ink307.xml"/><Relationship Id="rId178" Type="http://schemas.openxmlformats.org/officeDocument/2006/relationships/image" Target="../media/image2301.png"/><Relationship Id="rId301" Type="http://schemas.openxmlformats.org/officeDocument/2006/relationships/customXml" Target="../ink/ink379.xml"/><Relationship Id="rId322" Type="http://schemas.openxmlformats.org/officeDocument/2006/relationships/image" Target="../media/image2372.png"/><Relationship Id="rId343" Type="http://schemas.openxmlformats.org/officeDocument/2006/relationships/customXml" Target="../ink/ink400.xml"/><Relationship Id="rId364" Type="http://schemas.openxmlformats.org/officeDocument/2006/relationships/image" Target="../media/image2393.png"/><Relationship Id="rId550" Type="http://schemas.openxmlformats.org/officeDocument/2006/relationships/image" Target="../media/image2486.png"/><Relationship Id="rId61" Type="http://schemas.openxmlformats.org/officeDocument/2006/relationships/customXml" Target="../ink/ink259.xml"/><Relationship Id="rId82" Type="http://schemas.openxmlformats.org/officeDocument/2006/relationships/image" Target="../media/image2253.png"/><Relationship Id="rId199" Type="http://schemas.openxmlformats.org/officeDocument/2006/relationships/customXml" Target="../ink/ink328.xml"/><Relationship Id="rId203" Type="http://schemas.openxmlformats.org/officeDocument/2006/relationships/customXml" Target="../ink/ink330.xml"/><Relationship Id="rId385" Type="http://schemas.openxmlformats.org/officeDocument/2006/relationships/customXml" Target="../ink/ink421.xml"/><Relationship Id="rId571" Type="http://schemas.openxmlformats.org/officeDocument/2006/relationships/customXml" Target="../ink/ink514.xml"/><Relationship Id="rId19" Type="http://schemas.openxmlformats.org/officeDocument/2006/relationships/customXml" Target="../ink/ink238.xml"/><Relationship Id="rId224" Type="http://schemas.openxmlformats.org/officeDocument/2006/relationships/image" Target="../media/image2324.png"/><Relationship Id="rId245" Type="http://schemas.openxmlformats.org/officeDocument/2006/relationships/customXml" Target="../ink/ink351.xml"/><Relationship Id="rId266" Type="http://schemas.openxmlformats.org/officeDocument/2006/relationships/image" Target="../media/image2344.png"/><Relationship Id="rId287" Type="http://schemas.openxmlformats.org/officeDocument/2006/relationships/customXml" Target="../ink/ink372.xml"/><Relationship Id="rId410" Type="http://schemas.openxmlformats.org/officeDocument/2006/relationships/image" Target="../media/image2416.png"/><Relationship Id="rId431" Type="http://schemas.openxmlformats.org/officeDocument/2006/relationships/customXml" Target="../ink/ink444.xml"/><Relationship Id="rId452" Type="http://schemas.openxmlformats.org/officeDocument/2006/relationships/image" Target="../media/image2437.png"/><Relationship Id="rId473" Type="http://schemas.openxmlformats.org/officeDocument/2006/relationships/customXml" Target="../ink/ink465.xml"/><Relationship Id="rId494" Type="http://schemas.openxmlformats.org/officeDocument/2006/relationships/image" Target="../media/image2458.png"/><Relationship Id="rId508" Type="http://schemas.openxmlformats.org/officeDocument/2006/relationships/image" Target="../media/image2465.png"/><Relationship Id="rId529" Type="http://schemas.openxmlformats.org/officeDocument/2006/relationships/customXml" Target="../ink/ink493.xml"/><Relationship Id="rId30" Type="http://schemas.openxmlformats.org/officeDocument/2006/relationships/image" Target="../media/image2227.png"/><Relationship Id="rId105" Type="http://schemas.openxmlformats.org/officeDocument/2006/relationships/customXml" Target="../ink/ink281.xml"/><Relationship Id="rId126" Type="http://schemas.openxmlformats.org/officeDocument/2006/relationships/image" Target="../media/image2275.png"/><Relationship Id="rId147" Type="http://schemas.openxmlformats.org/officeDocument/2006/relationships/customXml" Target="../ink/ink302.xml"/><Relationship Id="rId168" Type="http://schemas.openxmlformats.org/officeDocument/2006/relationships/image" Target="../media/image2296.png"/><Relationship Id="rId312" Type="http://schemas.openxmlformats.org/officeDocument/2006/relationships/image" Target="../media/image2367.png"/><Relationship Id="rId333" Type="http://schemas.openxmlformats.org/officeDocument/2006/relationships/customXml" Target="../ink/ink395.xml"/><Relationship Id="rId354" Type="http://schemas.openxmlformats.org/officeDocument/2006/relationships/image" Target="../media/image2388.png"/><Relationship Id="rId540" Type="http://schemas.openxmlformats.org/officeDocument/2006/relationships/image" Target="../media/image2481.png"/><Relationship Id="rId51" Type="http://schemas.openxmlformats.org/officeDocument/2006/relationships/customXml" Target="../ink/ink254.xml"/><Relationship Id="rId72" Type="http://schemas.openxmlformats.org/officeDocument/2006/relationships/image" Target="../media/image2248.png"/><Relationship Id="rId93" Type="http://schemas.openxmlformats.org/officeDocument/2006/relationships/customXml" Target="../ink/ink275.xml"/><Relationship Id="rId189" Type="http://schemas.openxmlformats.org/officeDocument/2006/relationships/customXml" Target="../ink/ink323.xml"/><Relationship Id="rId375" Type="http://schemas.openxmlformats.org/officeDocument/2006/relationships/customXml" Target="../ink/ink416.xml"/><Relationship Id="rId396" Type="http://schemas.openxmlformats.org/officeDocument/2006/relationships/image" Target="../media/image2409.png"/><Relationship Id="rId561" Type="http://schemas.openxmlformats.org/officeDocument/2006/relationships/customXml" Target="../ink/ink509.xml"/><Relationship Id="rId582" Type="http://schemas.openxmlformats.org/officeDocument/2006/relationships/image" Target="../media/image2502.png"/><Relationship Id="rId3" Type="http://schemas.openxmlformats.org/officeDocument/2006/relationships/customXml" Target="../ink/ink230.xml"/><Relationship Id="rId214" Type="http://schemas.openxmlformats.org/officeDocument/2006/relationships/image" Target="../media/image2319.png"/><Relationship Id="rId235" Type="http://schemas.openxmlformats.org/officeDocument/2006/relationships/customXml" Target="../ink/ink346.xml"/><Relationship Id="rId256" Type="http://schemas.openxmlformats.org/officeDocument/2006/relationships/image" Target="../media/image2339.png"/><Relationship Id="rId277" Type="http://schemas.openxmlformats.org/officeDocument/2006/relationships/customXml" Target="../ink/ink367.xml"/><Relationship Id="rId298" Type="http://schemas.openxmlformats.org/officeDocument/2006/relationships/image" Target="../media/image2360.png"/><Relationship Id="rId400" Type="http://schemas.openxmlformats.org/officeDocument/2006/relationships/image" Target="../media/image2411.png"/><Relationship Id="rId421" Type="http://schemas.openxmlformats.org/officeDocument/2006/relationships/customXml" Target="../ink/ink439.xml"/><Relationship Id="rId442" Type="http://schemas.openxmlformats.org/officeDocument/2006/relationships/image" Target="../media/image2432.png"/><Relationship Id="rId463" Type="http://schemas.openxmlformats.org/officeDocument/2006/relationships/customXml" Target="../ink/ink460.xml"/><Relationship Id="rId484" Type="http://schemas.openxmlformats.org/officeDocument/2006/relationships/image" Target="../media/image2453.png"/><Relationship Id="rId519" Type="http://schemas.openxmlformats.org/officeDocument/2006/relationships/customXml" Target="../ink/ink488.xml"/><Relationship Id="rId116" Type="http://schemas.openxmlformats.org/officeDocument/2006/relationships/image" Target="../media/image2270.png"/><Relationship Id="rId137" Type="http://schemas.openxmlformats.org/officeDocument/2006/relationships/customXml" Target="../ink/ink297.xml"/><Relationship Id="rId158" Type="http://schemas.openxmlformats.org/officeDocument/2006/relationships/image" Target="../media/image2291.png"/><Relationship Id="rId302" Type="http://schemas.openxmlformats.org/officeDocument/2006/relationships/image" Target="../media/image2362.png"/><Relationship Id="rId323" Type="http://schemas.openxmlformats.org/officeDocument/2006/relationships/customXml" Target="../ink/ink390.xml"/><Relationship Id="rId344" Type="http://schemas.openxmlformats.org/officeDocument/2006/relationships/image" Target="../media/image2383.png"/><Relationship Id="rId530" Type="http://schemas.openxmlformats.org/officeDocument/2006/relationships/image" Target="../media/image2476.png"/><Relationship Id="rId20" Type="http://schemas.openxmlformats.org/officeDocument/2006/relationships/image" Target="../media/image2222.png"/><Relationship Id="rId41" Type="http://schemas.openxmlformats.org/officeDocument/2006/relationships/customXml" Target="../ink/ink249.xml"/><Relationship Id="rId62" Type="http://schemas.openxmlformats.org/officeDocument/2006/relationships/image" Target="../media/image2243.png"/><Relationship Id="rId83" Type="http://schemas.openxmlformats.org/officeDocument/2006/relationships/customXml" Target="../ink/ink270.xml"/><Relationship Id="rId179" Type="http://schemas.openxmlformats.org/officeDocument/2006/relationships/customXml" Target="../ink/ink318.xml"/><Relationship Id="rId365" Type="http://schemas.openxmlformats.org/officeDocument/2006/relationships/customXml" Target="../ink/ink411.xml"/><Relationship Id="rId386" Type="http://schemas.openxmlformats.org/officeDocument/2006/relationships/image" Target="../media/image2404.png"/><Relationship Id="rId551" Type="http://schemas.openxmlformats.org/officeDocument/2006/relationships/customXml" Target="../ink/ink504.xml"/><Relationship Id="rId572" Type="http://schemas.openxmlformats.org/officeDocument/2006/relationships/image" Target="../media/image2497.png"/><Relationship Id="rId190" Type="http://schemas.openxmlformats.org/officeDocument/2006/relationships/image" Target="../media/image2307.png"/><Relationship Id="rId204" Type="http://schemas.openxmlformats.org/officeDocument/2006/relationships/image" Target="../media/image2314.png"/><Relationship Id="rId225" Type="http://schemas.openxmlformats.org/officeDocument/2006/relationships/customXml" Target="../ink/ink341.xml"/><Relationship Id="rId246" Type="http://schemas.openxmlformats.org/officeDocument/2006/relationships/image" Target="../media/image2334.png"/><Relationship Id="rId267" Type="http://schemas.openxmlformats.org/officeDocument/2006/relationships/customXml" Target="../ink/ink362.xml"/><Relationship Id="rId288" Type="http://schemas.openxmlformats.org/officeDocument/2006/relationships/image" Target="../media/image2355.png"/><Relationship Id="rId411" Type="http://schemas.openxmlformats.org/officeDocument/2006/relationships/customXml" Target="../ink/ink434.xml"/><Relationship Id="rId432" Type="http://schemas.openxmlformats.org/officeDocument/2006/relationships/image" Target="../media/image2427.png"/><Relationship Id="rId453" Type="http://schemas.openxmlformats.org/officeDocument/2006/relationships/customXml" Target="../ink/ink455.xml"/><Relationship Id="rId474" Type="http://schemas.openxmlformats.org/officeDocument/2006/relationships/image" Target="../media/image2448.png"/><Relationship Id="rId509" Type="http://schemas.openxmlformats.org/officeDocument/2006/relationships/customXml" Target="../ink/ink483.xml"/><Relationship Id="rId106" Type="http://schemas.openxmlformats.org/officeDocument/2006/relationships/image" Target="../media/image2265.png"/><Relationship Id="rId127" Type="http://schemas.openxmlformats.org/officeDocument/2006/relationships/customXml" Target="../ink/ink292.xml"/><Relationship Id="rId313" Type="http://schemas.openxmlformats.org/officeDocument/2006/relationships/customXml" Target="../ink/ink385.xml"/><Relationship Id="rId495" Type="http://schemas.openxmlformats.org/officeDocument/2006/relationships/customXml" Target="../ink/ink476.xml"/><Relationship Id="rId10" Type="http://schemas.openxmlformats.org/officeDocument/2006/relationships/image" Target="../media/image2217.png"/><Relationship Id="rId31" Type="http://schemas.openxmlformats.org/officeDocument/2006/relationships/customXml" Target="../ink/ink244.xml"/><Relationship Id="rId52" Type="http://schemas.openxmlformats.org/officeDocument/2006/relationships/image" Target="../media/image2238.png"/><Relationship Id="rId73" Type="http://schemas.openxmlformats.org/officeDocument/2006/relationships/customXml" Target="../ink/ink265.xml"/><Relationship Id="rId94" Type="http://schemas.openxmlformats.org/officeDocument/2006/relationships/image" Target="../media/image2259.png"/><Relationship Id="rId148" Type="http://schemas.openxmlformats.org/officeDocument/2006/relationships/image" Target="../media/image2286.png"/><Relationship Id="rId169" Type="http://schemas.openxmlformats.org/officeDocument/2006/relationships/customXml" Target="../ink/ink313.xml"/><Relationship Id="rId334" Type="http://schemas.openxmlformats.org/officeDocument/2006/relationships/image" Target="../media/image2378.png"/><Relationship Id="rId355" Type="http://schemas.openxmlformats.org/officeDocument/2006/relationships/customXml" Target="../ink/ink406.xml"/><Relationship Id="rId376" Type="http://schemas.openxmlformats.org/officeDocument/2006/relationships/image" Target="../media/image2399.png"/><Relationship Id="rId397" Type="http://schemas.openxmlformats.org/officeDocument/2006/relationships/customXml" Target="../ink/ink427.xml"/><Relationship Id="rId520" Type="http://schemas.openxmlformats.org/officeDocument/2006/relationships/image" Target="../media/image2471.png"/><Relationship Id="rId541" Type="http://schemas.openxmlformats.org/officeDocument/2006/relationships/customXml" Target="../ink/ink499.xml"/><Relationship Id="rId562" Type="http://schemas.openxmlformats.org/officeDocument/2006/relationships/image" Target="../media/image2492.png"/><Relationship Id="rId583" Type="http://schemas.openxmlformats.org/officeDocument/2006/relationships/customXml" Target="../ink/ink520.xml"/><Relationship Id="rId4" Type="http://schemas.openxmlformats.org/officeDocument/2006/relationships/image" Target="../media/image2214.png"/><Relationship Id="rId180" Type="http://schemas.openxmlformats.org/officeDocument/2006/relationships/image" Target="../media/image2302.png"/><Relationship Id="rId215" Type="http://schemas.openxmlformats.org/officeDocument/2006/relationships/customXml" Target="../ink/ink336.xml"/><Relationship Id="rId236" Type="http://schemas.openxmlformats.org/officeDocument/2006/relationships/image" Target="../media/image2330.png"/><Relationship Id="rId257" Type="http://schemas.openxmlformats.org/officeDocument/2006/relationships/customXml" Target="../ink/ink357.xml"/><Relationship Id="rId278" Type="http://schemas.openxmlformats.org/officeDocument/2006/relationships/image" Target="../media/image2350.png"/><Relationship Id="rId401" Type="http://schemas.openxmlformats.org/officeDocument/2006/relationships/customXml" Target="../ink/ink429.xml"/><Relationship Id="rId422" Type="http://schemas.openxmlformats.org/officeDocument/2006/relationships/image" Target="../media/image2422.png"/><Relationship Id="rId443" Type="http://schemas.openxmlformats.org/officeDocument/2006/relationships/customXml" Target="../ink/ink450.xml"/><Relationship Id="rId464" Type="http://schemas.openxmlformats.org/officeDocument/2006/relationships/image" Target="../media/image2443.png"/><Relationship Id="rId303" Type="http://schemas.openxmlformats.org/officeDocument/2006/relationships/customXml" Target="../ink/ink380.xml"/><Relationship Id="rId485" Type="http://schemas.openxmlformats.org/officeDocument/2006/relationships/customXml" Target="../ink/ink471.xml"/><Relationship Id="rId42" Type="http://schemas.openxmlformats.org/officeDocument/2006/relationships/image" Target="../media/image2233.png"/><Relationship Id="rId84" Type="http://schemas.openxmlformats.org/officeDocument/2006/relationships/image" Target="../media/image2254.png"/><Relationship Id="rId138" Type="http://schemas.openxmlformats.org/officeDocument/2006/relationships/image" Target="../media/image2281.png"/><Relationship Id="rId345" Type="http://schemas.openxmlformats.org/officeDocument/2006/relationships/customXml" Target="../ink/ink401.xml"/><Relationship Id="rId387" Type="http://schemas.openxmlformats.org/officeDocument/2006/relationships/customXml" Target="../ink/ink422.xml"/><Relationship Id="rId510" Type="http://schemas.openxmlformats.org/officeDocument/2006/relationships/image" Target="../media/image2466.png"/><Relationship Id="rId552" Type="http://schemas.openxmlformats.org/officeDocument/2006/relationships/image" Target="../media/image2487.png"/><Relationship Id="rId191" Type="http://schemas.openxmlformats.org/officeDocument/2006/relationships/customXml" Target="../ink/ink324.xml"/><Relationship Id="rId205" Type="http://schemas.openxmlformats.org/officeDocument/2006/relationships/customXml" Target="../ink/ink331.xml"/><Relationship Id="rId247" Type="http://schemas.openxmlformats.org/officeDocument/2006/relationships/customXml" Target="../ink/ink352.xml"/><Relationship Id="rId412" Type="http://schemas.openxmlformats.org/officeDocument/2006/relationships/image" Target="../media/image2417.png"/><Relationship Id="rId107" Type="http://schemas.openxmlformats.org/officeDocument/2006/relationships/customXml" Target="../ink/ink282.xml"/><Relationship Id="rId289" Type="http://schemas.openxmlformats.org/officeDocument/2006/relationships/customXml" Target="../ink/ink373.xml"/><Relationship Id="rId454" Type="http://schemas.openxmlformats.org/officeDocument/2006/relationships/image" Target="../media/image2438.png"/><Relationship Id="rId496" Type="http://schemas.openxmlformats.org/officeDocument/2006/relationships/image" Target="../media/image2459.png"/><Relationship Id="rId11" Type="http://schemas.openxmlformats.org/officeDocument/2006/relationships/customXml" Target="../ink/ink234.xml"/><Relationship Id="rId53" Type="http://schemas.openxmlformats.org/officeDocument/2006/relationships/customXml" Target="../ink/ink255.xml"/><Relationship Id="rId149" Type="http://schemas.openxmlformats.org/officeDocument/2006/relationships/customXml" Target="../ink/ink303.xml"/><Relationship Id="rId314" Type="http://schemas.openxmlformats.org/officeDocument/2006/relationships/image" Target="../media/image2368.png"/><Relationship Id="rId356" Type="http://schemas.openxmlformats.org/officeDocument/2006/relationships/image" Target="../media/image2389.png"/><Relationship Id="rId398" Type="http://schemas.openxmlformats.org/officeDocument/2006/relationships/image" Target="../media/image2410.png"/><Relationship Id="rId521" Type="http://schemas.openxmlformats.org/officeDocument/2006/relationships/customXml" Target="../ink/ink489.xml"/><Relationship Id="rId563" Type="http://schemas.openxmlformats.org/officeDocument/2006/relationships/customXml" Target="../ink/ink510.xml"/><Relationship Id="rId95" Type="http://schemas.openxmlformats.org/officeDocument/2006/relationships/customXml" Target="../ink/ink276.xml"/><Relationship Id="rId160" Type="http://schemas.openxmlformats.org/officeDocument/2006/relationships/image" Target="../media/image2292.png"/><Relationship Id="rId216" Type="http://schemas.openxmlformats.org/officeDocument/2006/relationships/image" Target="../media/image2320.png"/><Relationship Id="rId423" Type="http://schemas.openxmlformats.org/officeDocument/2006/relationships/customXml" Target="../ink/ink440.xml"/><Relationship Id="rId258" Type="http://schemas.openxmlformats.org/officeDocument/2006/relationships/image" Target="../media/image2340.png"/><Relationship Id="rId465" Type="http://schemas.openxmlformats.org/officeDocument/2006/relationships/customXml" Target="../ink/ink461.xml"/><Relationship Id="rId22" Type="http://schemas.openxmlformats.org/officeDocument/2006/relationships/image" Target="../media/image2223.png"/><Relationship Id="rId64" Type="http://schemas.openxmlformats.org/officeDocument/2006/relationships/image" Target="../media/image2244.png"/><Relationship Id="rId118" Type="http://schemas.openxmlformats.org/officeDocument/2006/relationships/image" Target="../media/image2271.png"/><Relationship Id="rId325" Type="http://schemas.openxmlformats.org/officeDocument/2006/relationships/customXml" Target="../ink/ink391.xml"/><Relationship Id="rId367" Type="http://schemas.openxmlformats.org/officeDocument/2006/relationships/customXml" Target="../ink/ink412.xml"/><Relationship Id="rId532" Type="http://schemas.openxmlformats.org/officeDocument/2006/relationships/image" Target="../media/image2477.png"/><Relationship Id="rId574" Type="http://schemas.openxmlformats.org/officeDocument/2006/relationships/image" Target="../media/image2498.png"/><Relationship Id="rId171" Type="http://schemas.openxmlformats.org/officeDocument/2006/relationships/customXml" Target="../ink/ink314.xml"/><Relationship Id="rId227" Type="http://schemas.openxmlformats.org/officeDocument/2006/relationships/customXml" Target="../ink/ink342.xml"/><Relationship Id="rId269" Type="http://schemas.openxmlformats.org/officeDocument/2006/relationships/customXml" Target="../ink/ink363.xml"/><Relationship Id="rId434" Type="http://schemas.openxmlformats.org/officeDocument/2006/relationships/image" Target="../media/image2428.png"/><Relationship Id="rId476" Type="http://schemas.openxmlformats.org/officeDocument/2006/relationships/image" Target="../media/image2449.png"/><Relationship Id="rId33" Type="http://schemas.openxmlformats.org/officeDocument/2006/relationships/customXml" Target="../ink/ink245.xml"/><Relationship Id="rId129" Type="http://schemas.openxmlformats.org/officeDocument/2006/relationships/customXml" Target="../ink/ink293.xml"/><Relationship Id="rId280" Type="http://schemas.openxmlformats.org/officeDocument/2006/relationships/image" Target="../media/image2351.png"/><Relationship Id="rId336" Type="http://schemas.openxmlformats.org/officeDocument/2006/relationships/image" Target="../media/image2379.png"/><Relationship Id="rId501" Type="http://schemas.openxmlformats.org/officeDocument/2006/relationships/customXml" Target="../ink/ink479.xml"/><Relationship Id="rId543" Type="http://schemas.openxmlformats.org/officeDocument/2006/relationships/customXml" Target="../ink/ink500.xml"/><Relationship Id="rId75" Type="http://schemas.openxmlformats.org/officeDocument/2006/relationships/customXml" Target="../ink/ink266.xml"/><Relationship Id="rId140" Type="http://schemas.openxmlformats.org/officeDocument/2006/relationships/image" Target="../media/image2282.png"/><Relationship Id="rId182" Type="http://schemas.openxmlformats.org/officeDocument/2006/relationships/image" Target="../media/image2303.png"/><Relationship Id="rId378" Type="http://schemas.openxmlformats.org/officeDocument/2006/relationships/image" Target="../media/image2400.png"/><Relationship Id="rId403" Type="http://schemas.openxmlformats.org/officeDocument/2006/relationships/customXml" Target="../ink/ink430.xml"/><Relationship Id="rId6" Type="http://schemas.openxmlformats.org/officeDocument/2006/relationships/image" Target="../media/image2215.png"/><Relationship Id="rId238" Type="http://schemas.openxmlformats.org/officeDocument/2006/relationships/image" Target="../media/image2331.png"/><Relationship Id="rId445" Type="http://schemas.openxmlformats.org/officeDocument/2006/relationships/customXml" Target="../ink/ink451.xml"/><Relationship Id="rId487" Type="http://schemas.openxmlformats.org/officeDocument/2006/relationships/customXml" Target="../ink/ink472.xml"/><Relationship Id="rId291" Type="http://schemas.openxmlformats.org/officeDocument/2006/relationships/customXml" Target="../ink/ink374.xml"/><Relationship Id="rId305" Type="http://schemas.openxmlformats.org/officeDocument/2006/relationships/customXml" Target="../ink/ink381.xml"/><Relationship Id="rId347" Type="http://schemas.openxmlformats.org/officeDocument/2006/relationships/customXml" Target="../ink/ink402.xml"/><Relationship Id="rId512" Type="http://schemas.openxmlformats.org/officeDocument/2006/relationships/image" Target="../media/image2467.png"/><Relationship Id="rId44" Type="http://schemas.openxmlformats.org/officeDocument/2006/relationships/image" Target="../media/image2234.png"/><Relationship Id="rId86" Type="http://schemas.openxmlformats.org/officeDocument/2006/relationships/image" Target="../media/image2255.png"/><Relationship Id="rId151" Type="http://schemas.openxmlformats.org/officeDocument/2006/relationships/customXml" Target="../ink/ink304.xml"/><Relationship Id="rId389" Type="http://schemas.openxmlformats.org/officeDocument/2006/relationships/customXml" Target="../ink/ink423.xml"/><Relationship Id="rId554" Type="http://schemas.openxmlformats.org/officeDocument/2006/relationships/image" Target="../media/image2488.png"/><Relationship Id="rId193" Type="http://schemas.openxmlformats.org/officeDocument/2006/relationships/customXml" Target="../ink/ink325.xml"/><Relationship Id="rId207" Type="http://schemas.openxmlformats.org/officeDocument/2006/relationships/customXml" Target="../ink/ink332.xml"/><Relationship Id="rId249" Type="http://schemas.openxmlformats.org/officeDocument/2006/relationships/customXml" Target="../ink/ink353.xml"/><Relationship Id="rId414" Type="http://schemas.openxmlformats.org/officeDocument/2006/relationships/image" Target="../media/image2418.png"/><Relationship Id="rId456" Type="http://schemas.openxmlformats.org/officeDocument/2006/relationships/image" Target="../media/image2439.png"/><Relationship Id="rId498" Type="http://schemas.openxmlformats.org/officeDocument/2006/relationships/image" Target="../media/image2460.png"/><Relationship Id="rId13" Type="http://schemas.openxmlformats.org/officeDocument/2006/relationships/customXml" Target="../ink/ink235.xml"/><Relationship Id="rId109" Type="http://schemas.openxmlformats.org/officeDocument/2006/relationships/customXml" Target="../ink/ink283.xml"/><Relationship Id="rId260" Type="http://schemas.openxmlformats.org/officeDocument/2006/relationships/image" Target="../media/image2341.png"/><Relationship Id="rId316" Type="http://schemas.openxmlformats.org/officeDocument/2006/relationships/image" Target="../media/image2369.png"/><Relationship Id="rId523" Type="http://schemas.openxmlformats.org/officeDocument/2006/relationships/customXml" Target="../ink/ink490.xml"/><Relationship Id="rId55" Type="http://schemas.openxmlformats.org/officeDocument/2006/relationships/customXml" Target="../ink/ink256.xml"/><Relationship Id="rId97" Type="http://schemas.openxmlformats.org/officeDocument/2006/relationships/customXml" Target="../ink/ink277.xml"/><Relationship Id="rId120" Type="http://schemas.openxmlformats.org/officeDocument/2006/relationships/image" Target="../media/image2272.png"/><Relationship Id="rId358" Type="http://schemas.openxmlformats.org/officeDocument/2006/relationships/image" Target="../media/image2390.png"/><Relationship Id="rId565" Type="http://schemas.openxmlformats.org/officeDocument/2006/relationships/customXml" Target="../ink/ink511.xml"/><Relationship Id="rId162" Type="http://schemas.openxmlformats.org/officeDocument/2006/relationships/image" Target="../media/image2293.png"/><Relationship Id="rId218" Type="http://schemas.openxmlformats.org/officeDocument/2006/relationships/image" Target="../media/image2321.png"/><Relationship Id="rId425" Type="http://schemas.openxmlformats.org/officeDocument/2006/relationships/customXml" Target="../ink/ink441.xml"/><Relationship Id="rId467" Type="http://schemas.openxmlformats.org/officeDocument/2006/relationships/customXml" Target="../ink/ink462.xml"/><Relationship Id="rId271" Type="http://schemas.openxmlformats.org/officeDocument/2006/relationships/customXml" Target="../ink/ink364.xml"/><Relationship Id="rId24" Type="http://schemas.openxmlformats.org/officeDocument/2006/relationships/image" Target="../media/image2224.png"/><Relationship Id="rId66" Type="http://schemas.openxmlformats.org/officeDocument/2006/relationships/image" Target="../media/image2245.png"/><Relationship Id="rId131" Type="http://schemas.openxmlformats.org/officeDocument/2006/relationships/customXml" Target="../ink/ink294.xml"/><Relationship Id="rId327" Type="http://schemas.openxmlformats.org/officeDocument/2006/relationships/customXml" Target="../ink/ink392.xml"/><Relationship Id="rId369" Type="http://schemas.openxmlformats.org/officeDocument/2006/relationships/customXml" Target="../ink/ink413.xml"/><Relationship Id="rId534" Type="http://schemas.openxmlformats.org/officeDocument/2006/relationships/image" Target="../media/image2478.png"/><Relationship Id="rId576" Type="http://schemas.openxmlformats.org/officeDocument/2006/relationships/image" Target="../media/image2499.png"/><Relationship Id="rId173" Type="http://schemas.openxmlformats.org/officeDocument/2006/relationships/customXml" Target="../ink/ink315.xml"/><Relationship Id="rId229" Type="http://schemas.openxmlformats.org/officeDocument/2006/relationships/customXml" Target="../ink/ink343.xml"/><Relationship Id="rId380" Type="http://schemas.openxmlformats.org/officeDocument/2006/relationships/image" Target="../media/image2401.png"/><Relationship Id="rId436" Type="http://schemas.openxmlformats.org/officeDocument/2006/relationships/image" Target="../media/image2429.png"/><Relationship Id="rId240" Type="http://schemas.openxmlformats.org/officeDocument/2006/relationships/image" Target="../media/image2332.png"/><Relationship Id="rId478" Type="http://schemas.openxmlformats.org/officeDocument/2006/relationships/image" Target="../media/image2450.png"/><Relationship Id="rId35" Type="http://schemas.openxmlformats.org/officeDocument/2006/relationships/customXml" Target="../ink/ink246.xml"/><Relationship Id="rId77" Type="http://schemas.openxmlformats.org/officeDocument/2006/relationships/customXml" Target="../ink/ink267.xml"/><Relationship Id="rId100" Type="http://schemas.openxmlformats.org/officeDocument/2006/relationships/image" Target="../media/image2262.png"/><Relationship Id="rId282" Type="http://schemas.openxmlformats.org/officeDocument/2006/relationships/image" Target="../media/image2352.png"/><Relationship Id="rId338" Type="http://schemas.openxmlformats.org/officeDocument/2006/relationships/image" Target="../media/image2380.png"/><Relationship Id="rId503" Type="http://schemas.openxmlformats.org/officeDocument/2006/relationships/customXml" Target="../ink/ink480.xml"/><Relationship Id="rId545" Type="http://schemas.openxmlformats.org/officeDocument/2006/relationships/customXml" Target="../ink/ink501.xml"/><Relationship Id="rId8" Type="http://schemas.openxmlformats.org/officeDocument/2006/relationships/image" Target="../media/image2216.png"/><Relationship Id="rId142" Type="http://schemas.openxmlformats.org/officeDocument/2006/relationships/image" Target="../media/image2283.png"/><Relationship Id="rId184" Type="http://schemas.openxmlformats.org/officeDocument/2006/relationships/image" Target="../media/image2304.png"/><Relationship Id="rId391" Type="http://schemas.openxmlformats.org/officeDocument/2006/relationships/customXml" Target="../ink/ink424.xml"/><Relationship Id="rId405" Type="http://schemas.openxmlformats.org/officeDocument/2006/relationships/customXml" Target="../ink/ink431.xml"/><Relationship Id="rId447" Type="http://schemas.openxmlformats.org/officeDocument/2006/relationships/customXml" Target="../ink/ink452.xml"/><Relationship Id="rId251" Type="http://schemas.openxmlformats.org/officeDocument/2006/relationships/customXml" Target="../ink/ink354.xml"/><Relationship Id="rId489" Type="http://schemas.openxmlformats.org/officeDocument/2006/relationships/customXml" Target="../ink/ink473.xml"/><Relationship Id="rId46" Type="http://schemas.openxmlformats.org/officeDocument/2006/relationships/image" Target="../media/image2235.png"/><Relationship Id="rId293" Type="http://schemas.openxmlformats.org/officeDocument/2006/relationships/customXml" Target="../ink/ink375.xml"/><Relationship Id="rId307" Type="http://schemas.openxmlformats.org/officeDocument/2006/relationships/customXml" Target="../ink/ink382.xml"/><Relationship Id="rId349" Type="http://schemas.openxmlformats.org/officeDocument/2006/relationships/customXml" Target="../ink/ink403.xml"/><Relationship Id="rId514" Type="http://schemas.openxmlformats.org/officeDocument/2006/relationships/image" Target="../media/image2468.png"/><Relationship Id="rId556" Type="http://schemas.openxmlformats.org/officeDocument/2006/relationships/image" Target="../media/image2489.png"/><Relationship Id="rId88" Type="http://schemas.openxmlformats.org/officeDocument/2006/relationships/image" Target="../media/image2256.png"/><Relationship Id="rId111" Type="http://schemas.openxmlformats.org/officeDocument/2006/relationships/customXml" Target="../ink/ink284.xml"/><Relationship Id="rId153" Type="http://schemas.openxmlformats.org/officeDocument/2006/relationships/customXml" Target="../ink/ink305.xml"/><Relationship Id="rId195" Type="http://schemas.openxmlformats.org/officeDocument/2006/relationships/customXml" Target="../ink/ink326.xml"/><Relationship Id="rId209" Type="http://schemas.openxmlformats.org/officeDocument/2006/relationships/customXml" Target="../ink/ink333.xml"/><Relationship Id="rId360" Type="http://schemas.openxmlformats.org/officeDocument/2006/relationships/image" Target="../media/image2391.png"/><Relationship Id="rId416" Type="http://schemas.openxmlformats.org/officeDocument/2006/relationships/image" Target="../media/image2419.png"/><Relationship Id="rId220" Type="http://schemas.openxmlformats.org/officeDocument/2006/relationships/image" Target="../media/image2322.png"/><Relationship Id="rId458" Type="http://schemas.openxmlformats.org/officeDocument/2006/relationships/image" Target="../media/image2440.png"/><Relationship Id="rId15" Type="http://schemas.openxmlformats.org/officeDocument/2006/relationships/customXml" Target="../ink/ink236.xml"/><Relationship Id="rId57" Type="http://schemas.openxmlformats.org/officeDocument/2006/relationships/customXml" Target="../ink/ink257.xml"/><Relationship Id="rId262" Type="http://schemas.openxmlformats.org/officeDocument/2006/relationships/image" Target="../media/image2342.png"/><Relationship Id="rId318" Type="http://schemas.openxmlformats.org/officeDocument/2006/relationships/image" Target="../media/image2370.png"/><Relationship Id="rId525" Type="http://schemas.openxmlformats.org/officeDocument/2006/relationships/customXml" Target="../ink/ink491.xml"/><Relationship Id="rId567" Type="http://schemas.openxmlformats.org/officeDocument/2006/relationships/customXml" Target="../ink/ink512.xml"/><Relationship Id="rId99" Type="http://schemas.openxmlformats.org/officeDocument/2006/relationships/customXml" Target="../ink/ink278.xml"/><Relationship Id="rId122" Type="http://schemas.openxmlformats.org/officeDocument/2006/relationships/image" Target="../media/image2273.png"/><Relationship Id="rId164" Type="http://schemas.openxmlformats.org/officeDocument/2006/relationships/image" Target="../media/image2294.png"/><Relationship Id="rId371" Type="http://schemas.openxmlformats.org/officeDocument/2006/relationships/customXml" Target="../ink/ink414.xml"/><Relationship Id="rId427" Type="http://schemas.openxmlformats.org/officeDocument/2006/relationships/customXml" Target="../ink/ink442.xml"/><Relationship Id="rId469" Type="http://schemas.openxmlformats.org/officeDocument/2006/relationships/customXml" Target="../ink/ink463.xml"/><Relationship Id="rId26" Type="http://schemas.openxmlformats.org/officeDocument/2006/relationships/image" Target="../media/image2225.png"/><Relationship Id="rId231" Type="http://schemas.openxmlformats.org/officeDocument/2006/relationships/customXml" Target="../ink/ink344.xml"/><Relationship Id="rId273" Type="http://schemas.openxmlformats.org/officeDocument/2006/relationships/customXml" Target="../ink/ink365.xml"/><Relationship Id="rId329" Type="http://schemas.openxmlformats.org/officeDocument/2006/relationships/customXml" Target="../ink/ink393.xml"/><Relationship Id="rId480" Type="http://schemas.openxmlformats.org/officeDocument/2006/relationships/image" Target="../media/image2451.png"/><Relationship Id="rId536" Type="http://schemas.openxmlformats.org/officeDocument/2006/relationships/image" Target="../media/image2479.png"/><Relationship Id="rId68" Type="http://schemas.openxmlformats.org/officeDocument/2006/relationships/image" Target="../media/image2246.png"/><Relationship Id="rId133" Type="http://schemas.openxmlformats.org/officeDocument/2006/relationships/customXml" Target="../ink/ink295.xml"/><Relationship Id="rId175" Type="http://schemas.openxmlformats.org/officeDocument/2006/relationships/customXml" Target="../ink/ink316.xml"/><Relationship Id="rId340" Type="http://schemas.openxmlformats.org/officeDocument/2006/relationships/image" Target="../media/image2381.png"/><Relationship Id="rId578" Type="http://schemas.openxmlformats.org/officeDocument/2006/relationships/image" Target="../media/image250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9.xml"/><Relationship Id="rId21" Type="http://schemas.openxmlformats.org/officeDocument/2006/relationships/customXml" Target="../ink/ink530.xml"/><Relationship Id="rId42" Type="http://schemas.openxmlformats.org/officeDocument/2006/relationships/image" Target="../media/image2524.png"/><Relationship Id="rId63" Type="http://schemas.openxmlformats.org/officeDocument/2006/relationships/customXml" Target="../ink/ink551.xml"/><Relationship Id="rId84" Type="http://schemas.openxmlformats.org/officeDocument/2006/relationships/image" Target="../media/image2544.png"/><Relationship Id="rId138" Type="http://schemas.openxmlformats.org/officeDocument/2006/relationships/customXml" Target="../ink/ink590.xml"/><Relationship Id="rId159" Type="http://schemas.openxmlformats.org/officeDocument/2006/relationships/image" Target="../media/image2581.png"/><Relationship Id="rId170" Type="http://schemas.openxmlformats.org/officeDocument/2006/relationships/customXml" Target="../ink/ink606.xml"/><Relationship Id="rId191" Type="http://schemas.openxmlformats.org/officeDocument/2006/relationships/image" Target="../media/image2597.png"/><Relationship Id="rId205" Type="http://schemas.openxmlformats.org/officeDocument/2006/relationships/image" Target="../media/image2604.png"/><Relationship Id="rId226" Type="http://schemas.openxmlformats.org/officeDocument/2006/relationships/customXml" Target="../ink/ink634.xml"/><Relationship Id="rId107" Type="http://schemas.openxmlformats.org/officeDocument/2006/relationships/customXml" Target="../ink/ink574.xml"/><Relationship Id="rId11" Type="http://schemas.openxmlformats.org/officeDocument/2006/relationships/customXml" Target="../ink/ink525.xml"/><Relationship Id="rId32" Type="http://schemas.openxmlformats.org/officeDocument/2006/relationships/image" Target="../media/image2519.png"/><Relationship Id="rId53" Type="http://schemas.openxmlformats.org/officeDocument/2006/relationships/customXml" Target="../ink/ink546.xml"/><Relationship Id="rId74" Type="http://schemas.openxmlformats.org/officeDocument/2006/relationships/customXml" Target="../ink/ink557.xml"/><Relationship Id="rId128" Type="http://schemas.openxmlformats.org/officeDocument/2006/relationships/customXml" Target="../ink/ink585.xml"/><Relationship Id="rId149" Type="http://schemas.openxmlformats.org/officeDocument/2006/relationships/image" Target="../media/image2576.png"/><Relationship Id="rId5" Type="http://schemas.openxmlformats.org/officeDocument/2006/relationships/customXml" Target="../ink/ink522.xml"/><Relationship Id="rId95" Type="http://schemas.openxmlformats.org/officeDocument/2006/relationships/customXml" Target="../ink/ink568.xml"/><Relationship Id="rId160" Type="http://schemas.openxmlformats.org/officeDocument/2006/relationships/customXml" Target="../ink/ink601.xml"/><Relationship Id="rId181" Type="http://schemas.openxmlformats.org/officeDocument/2006/relationships/image" Target="../media/image2592.png"/><Relationship Id="rId216" Type="http://schemas.openxmlformats.org/officeDocument/2006/relationships/customXml" Target="../ink/ink629.xml"/><Relationship Id="rId237" Type="http://schemas.openxmlformats.org/officeDocument/2006/relationships/image" Target="../media/image2620.png"/><Relationship Id="rId22" Type="http://schemas.openxmlformats.org/officeDocument/2006/relationships/image" Target="../media/image2514.png"/><Relationship Id="rId43" Type="http://schemas.openxmlformats.org/officeDocument/2006/relationships/customXml" Target="../ink/ink541.xml"/><Relationship Id="rId64" Type="http://schemas.openxmlformats.org/officeDocument/2006/relationships/image" Target="../media/image2535.png"/><Relationship Id="rId118" Type="http://schemas.openxmlformats.org/officeDocument/2006/relationships/image" Target="../media/image2561.png"/><Relationship Id="rId139" Type="http://schemas.openxmlformats.org/officeDocument/2006/relationships/image" Target="../media/image2571.png"/><Relationship Id="rId80" Type="http://schemas.openxmlformats.org/officeDocument/2006/relationships/image" Target="../media/image2542.png"/><Relationship Id="rId85" Type="http://schemas.openxmlformats.org/officeDocument/2006/relationships/customXml" Target="../ink/ink563.xml"/><Relationship Id="rId150" Type="http://schemas.openxmlformats.org/officeDocument/2006/relationships/customXml" Target="../ink/ink596.xml"/><Relationship Id="rId155" Type="http://schemas.openxmlformats.org/officeDocument/2006/relationships/image" Target="../media/image2579.png"/><Relationship Id="rId171" Type="http://schemas.openxmlformats.org/officeDocument/2006/relationships/image" Target="../media/image2587.png"/><Relationship Id="rId176" Type="http://schemas.openxmlformats.org/officeDocument/2006/relationships/customXml" Target="../ink/ink609.xml"/><Relationship Id="rId192" Type="http://schemas.openxmlformats.org/officeDocument/2006/relationships/customXml" Target="../ink/ink617.xml"/><Relationship Id="rId197" Type="http://schemas.openxmlformats.org/officeDocument/2006/relationships/image" Target="../media/image2600.png"/><Relationship Id="rId206" Type="http://schemas.openxmlformats.org/officeDocument/2006/relationships/customXml" Target="../ink/ink624.xml"/><Relationship Id="rId227" Type="http://schemas.openxmlformats.org/officeDocument/2006/relationships/image" Target="../media/image2615.png"/><Relationship Id="rId201" Type="http://schemas.openxmlformats.org/officeDocument/2006/relationships/image" Target="../media/image2602.png"/><Relationship Id="rId222" Type="http://schemas.openxmlformats.org/officeDocument/2006/relationships/customXml" Target="../ink/ink632.xml"/><Relationship Id="rId12" Type="http://schemas.openxmlformats.org/officeDocument/2006/relationships/image" Target="../media/image2509.png"/><Relationship Id="rId17" Type="http://schemas.openxmlformats.org/officeDocument/2006/relationships/customXml" Target="../ink/ink528.xml"/><Relationship Id="rId33" Type="http://schemas.openxmlformats.org/officeDocument/2006/relationships/customXml" Target="../ink/ink536.xml"/><Relationship Id="rId38" Type="http://schemas.openxmlformats.org/officeDocument/2006/relationships/image" Target="../media/image2522.png"/><Relationship Id="rId59" Type="http://schemas.openxmlformats.org/officeDocument/2006/relationships/customXml" Target="../ink/ink549.xml"/><Relationship Id="rId103" Type="http://schemas.openxmlformats.org/officeDocument/2006/relationships/customXml" Target="../ink/ink572.xml"/><Relationship Id="rId108" Type="http://schemas.openxmlformats.org/officeDocument/2006/relationships/image" Target="../media/image2556.png"/><Relationship Id="rId124" Type="http://schemas.openxmlformats.org/officeDocument/2006/relationships/customXml" Target="../ink/ink583.xml"/><Relationship Id="rId129" Type="http://schemas.openxmlformats.org/officeDocument/2006/relationships/image" Target="../media/image2566.png"/><Relationship Id="rId54" Type="http://schemas.openxmlformats.org/officeDocument/2006/relationships/image" Target="../media/image2530.png"/><Relationship Id="rId70" Type="http://schemas.openxmlformats.org/officeDocument/2006/relationships/customXml" Target="../ink/ink555.xml"/><Relationship Id="rId75" Type="http://schemas.openxmlformats.org/officeDocument/2006/relationships/customXml" Target="../ink/ink558.xml"/><Relationship Id="rId91" Type="http://schemas.openxmlformats.org/officeDocument/2006/relationships/customXml" Target="../ink/ink566.xml"/><Relationship Id="rId96" Type="http://schemas.openxmlformats.org/officeDocument/2006/relationships/image" Target="../media/image2550.png"/><Relationship Id="rId140" Type="http://schemas.openxmlformats.org/officeDocument/2006/relationships/customXml" Target="../ink/ink591.xml"/><Relationship Id="rId145" Type="http://schemas.openxmlformats.org/officeDocument/2006/relationships/image" Target="../media/image2574.png"/><Relationship Id="rId161" Type="http://schemas.openxmlformats.org/officeDocument/2006/relationships/image" Target="../media/image2582.png"/><Relationship Id="rId166" Type="http://schemas.openxmlformats.org/officeDocument/2006/relationships/customXml" Target="../ink/ink604.xml"/><Relationship Id="rId182" Type="http://schemas.openxmlformats.org/officeDocument/2006/relationships/customXml" Target="../ink/ink612.xml"/><Relationship Id="rId187" Type="http://schemas.openxmlformats.org/officeDocument/2006/relationships/image" Target="../media/image2595.png"/><Relationship Id="rId217" Type="http://schemas.openxmlformats.org/officeDocument/2006/relationships/image" Target="../media/image26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06.png"/><Relationship Id="rId212" Type="http://schemas.openxmlformats.org/officeDocument/2006/relationships/customXml" Target="../ink/ink627.xml"/><Relationship Id="rId233" Type="http://schemas.openxmlformats.org/officeDocument/2006/relationships/image" Target="../media/image2618.png"/><Relationship Id="rId238" Type="http://schemas.openxmlformats.org/officeDocument/2006/relationships/customXml" Target="../ink/ink640.xml"/><Relationship Id="rId23" Type="http://schemas.openxmlformats.org/officeDocument/2006/relationships/customXml" Target="../ink/ink531.xml"/><Relationship Id="rId28" Type="http://schemas.openxmlformats.org/officeDocument/2006/relationships/image" Target="../media/image2517.png"/><Relationship Id="rId49" Type="http://schemas.openxmlformats.org/officeDocument/2006/relationships/customXml" Target="../ink/ink544.xml"/><Relationship Id="rId114" Type="http://schemas.openxmlformats.org/officeDocument/2006/relationships/image" Target="../media/image2559.png"/><Relationship Id="rId119" Type="http://schemas.openxmlformats.org/officeDocument/2006/relationships/customXml" Target="../ink/ink580.xml"/><Relationship Id="rId44" Type="http://schemas.openxmlformats.org/officeDocument/2006/relationships/image" Target="../media/image2525.png"/><Relationship Id="rId60" Type="http://schemas.openxmlformats.org/officeDocument/2006/relationships/image" Target="../media/image2533.png"/><Relationship Id="rId65" Type="http://schemas.openxmlformats.org/officeDocument/2006/relationships/customXml" Target="../ink/ink552.xml"/><Relationship Id="rId81" Type="http://schemas.openxmlformats.org/officeDocument/2006/relationships/customXml" Target="../ink/ink561.xml"/><Relationship Id="rId86" Type="http://schemas.openxmlformats.org/officeDocument/2006/relationships/image" Target="../media/image2545.png"/><Relationship Id="rId130" Type="http://schemas.openxmlformats.org/officeDocument/2006/relationships/customXml" Target="../ink/ink586.xml"/><Relationship Id="rId135" Type="http://schemas.openxmlformats.org/officeDocument/2006/relationships/image" Target="../media/image2569.png"/><Relationship Id="rId151" Type="http://schemas.openxmlformats.org/officeDocument/2006/relationships/image" Target="../media/image2577.png"/><Relationship Id="rId156" Type="http://schemas.openxmlformats.org/officeDocument/2006/relationships/customXml" Target="../ink/ink599.xml"/><Relationship Id="rId177" Type="http://schemas.openxmlformats.org/officeDocument/2006/relationships/image" Target="../media/image2590.png"/><Relationship Id="rId198" Type="http://schemas.openxmlformats.org/officeDocument/2006/relationships/customXml" Target="../ink/ink620.xml"/><Relationship Id="rId172" Type="http://schemas.openxmlformats.org/officeDocument/2006/relationships/customXml" Target="../ink/ink607.xml"/><Relationship Id="rId193" Type="http://schemas.openxmlformats.org/officeDocument/2006/relationships/image" Target="../media/image2598.png"/><Relationship Id="rId202" Type="http://schemas.openxmlformats.org/officeDocument/2006/relationships/customXml" Target="../ink/ink622.xml"/><Relationship Id="rId207" Type="http://schemas.openxmlformats.org/officeDocument/2006/relationships/image" Target="../media/image2605.png"/><Relationship Id="rId223" Type="http://schemas.openxmlformats.org/officeDocument/2006/relationships/image" Target="../media/image2613.png"/><Relationship Id="rId228" Type="http://schemas.openxmlformats.org/officeDocument/2006/relationships/customXml" Target="../ink/ink635.xml"/><Relationship Id="rId13" Type="http://schemas.openxmlformats.org/officeDocument/2006/relationships/customXml" Target="../ink/ink526.xml"/><Relationship Id="rId18" Type="http://schemas.openxmlformats.org/officeDocument/2006/relationships/image" Target="../media/image2512.png"/><Relationship Id="rId39" Type="http://schemas.openxmlformats.org/officeDocument/2006/relationships/customXml" Target="../ink/ink539.xml"/><Relationship Id="rId109" Type="http://schemas.openxmlformats.org/officeDocument/2006/relationships/customXml" Target="../ink/ink575.xml"/><Relationship Id="rId34" Type="http://schemas.openxmlformats.org/officeDocument/2006/relationships/image" Target="../media/image2520.png"/><Relationship Id="rId50" Type="http://schemas.openxmlformats.org/officeDocument/2006/relationships/image" Target="../media/image2528.png"/><Relationship Id="rId55" Type="http://schemas.openxmlformats.org/officeDocument/2006/relationships/customXml" Target="../ink/ink547.xml"/><Relationship Id="rId76" Type="http://schemas.openxmlformats.org/officeDocument/2006/relationships/image" Target="../media/image2540.png"/><Relationship Id="rId97" Type="http://schemas.openxmlformats.org/officeDocument/2006/relationships/customXml" Target="../ink/ink569.xml"/><Relationship Id="rId104" Type="http://schemas.openxmlformats.org/officeDocument/2006/relationships/image" Target="../media/image2554.png"/><Relationship Id="rId120" Type="http://schemas.openxmlformats.org/officeDocument/2006/relationships/image" Target="../media/image2562.png"/><Relationship Id="rId125" Type="http://schemas.openxmlformats.org/officeDocument/2006/relationships/image" Target="../media/image2564.png"/><Relationship Id="rId141" Type="http://schemas.openxmlformats.org/officeDocument/2006/relationships/image" Target="../media/image2572.png"/><Relationship Id="rId146" Type="http://schemas.openxmlformats.org/officeDocument/2006/relationships/customXml" Target="../ink/ink594.xml"/><Relationship Id="rId167" Type="http://schemas.openxmlformats.org/officeDocument/2006/relationships/image" Target="../media/image2585.png"/><Relationship Id="rId188" Type="http://schemas.openxmlformats.org/officeDocument/2006/relationships/customXml" Target="../ink/ink615.xml"/><Relationship Id="rId7" Type="http://schemas.openxmlformats.org/officeDocument/2006/relationships/customXml" Target="../ink/ink523.xml"/><Relationship Id="rId71" Type="http://schemas.openxmlformats.org/officeDocument/2006/relationships/image" Target="../media/image2538.png"/><Relationship Id="rId92" Type="http://schemas.openxmlformats.org/officeDocument/2006/relationships/image" Target="../media/image2548.png"/><Relationship Id="rId162" Type="http://schemas.openxmlformats.org/officeDocument/2006/relationships/customXml" Target="../ink/ink602.xml"/><Relationship Id="rId183" Type="http://schemas.openxmlformats.org/officeDocument/2006/relationships/image" Target="../media/image2593.png"/><Relationship Id="rId213" Type="http://schemas.openxmlformats.org/officeDocument/2006/relationships/image" Target="../media/image2608.png"/><Relationship Id="rId218" Type="http://schemas.openxmlformats.org/officeDocument/2006/relationships/customXml" Target="../ink/ink630.xml"/><Relationship Id="rId234" Type="http://schemas.openxmlformats.org/officeDocument/2006/relationships/customXml" Target="../ink/ink638.xml"/><Relationship Id="rId239" Type="http://schemas.openxmlformats.org/officeDocument/2006/relationships/image" Target="../media/image2621.png"/><Relationship Id="rId2" Type="http://schemas.openxmlformats.org/officeDocument/2006/relationships/image" Target="../media/image5.png"/><Relationship Id="rId29" Type="http://schemas.openxmlformats.org/officeDocument/2006/relationships/customXml" Target="../ink/ink534.xml"/><Relationship Id="rId24" Type="http://schemas.openxmlformats.org/officeDocument/2006/relationships/image" Target="../media/image2515.png"/><Relationship Id="rId40" Type="http://schemas.openxmlformats.org/officeDocument/2006/relationships/image" Target="../media/image2523.png"/><Relationship Id="rId45" Type="http://schemas.openxmlformats.org/officeDocument/2006/relationships/customXml" Target="../ink/ink542.xml"/><Relationship Id="rId66" Type="http://schemas.openxmlformats.org/officeDocument/2006/relationships/image" Target="../media/image2536.png"/><Relationship Id="rId87" Type="http://schemas.openxmlformats.org/officeDocument/2006/relationships/customXml" Target="../ink/ink564.xml"/><Relationship Id="rId110" Type="http://schemas.openxmlformats.org/officeDocument/2006/relationships/image" Target="../media/image2557.png"/><Relationship Id="rId115" Type="http://schemas.openxmlformats.org/officeDocument/2006/relationships/customXml" Target="../ink/ink578.xml"/><Relationship Id="rId131" Type="http://schemas.openxmlformats.org/officeDocument/2006/relationships/image" Target="../media/image2567.png"/><Relationship Id="rId136" Type="http://schemas.openxmlformats.org/officeDocument/2006/relationships/customXml" Target="../ink/ink589.xml"/><Relationship Id="rId157" Type="http://schemas.openxmlformats.org/officeDocument/2006/relationships/image" Target="../media/image2580.png"/><Relationship Id="rId178" Type="http://schemas.openxmlformats.org/officeDocument/2006/relationships/customXml" Target="../ink/ink610.xml"/><Relationship Id="rId61" Type="http://schemas.openxmlformats.org/officeDocument/2006/relationships/customXml" Target="../ink/ink550.xml"/><Relationship Id="rId82" Type="http://schemas.openxmlformats.org/officeDocument/2006/relationships/image" Target="../media/image2543.png"/><Relationship Id="rId152" Type="http://schemas.openxmlformats.org/officeDocument/2006/relationships/customXml" Target="../ink/ink597.xml"/><Relationship Id="rId173" Type="http://schemas.openxmlformats.org/officeDocument/2006/relationships/image" Target="../media/image2588.png"/><Relationship Id="rId194" Type="http://schemas.openxmlformats.org/officeDocument/2006/relationships/customXml" Target="../ink/ink618.xml"/><Relationship Id="rId199" Type="http://schemas.openxmlformats.org/officeDocument/2006/relationships/image" Target="../media/image2601.png"/><Relationship Id="rId203" Type="http://schemas.openxmlformats.org/officeDocument/2006/relationships/image" Target="../media/image2603.png"/><Relationship Id="rId208" Type="http://schemas.openxmlformats.org/officeDocument/2006/relationships/customXml" Target="../ink/ink625.xml"/><Relationship Id="rId229" Type="http://schemas.openxmlformats.org/officeDocument/2006/relationships/image" Target="../media/image2616.png"/><Relationship Id="rId19" Type="http://schemas.openxmlformats.org/officeDocument/2006/relationships/customXml" Target="../ink/ink529.xml"/><Relationship Id="rId224" Type="http://schemas.openxmlformats.org/officeDocument/2006/relationships/customXml" Target="../ink/ink633.xml"/><Relationship Id="rId14" Type="http://schemas.openxmlformats.org/officeDocument/2006/relationships/image" Target="../media/image2510.png"/><Relationship Id="rId30" Type="http://schemas.openxmlformats.org/officeDocument/2006/relationships/image" Target="../media/image2518.png"/><Relationship Id="rId35" Type="http://schemas.openxmlformats.org/officeDocument/2006/relationships/customXml" Target="../ink/ink537.xml"/><Relationship Id="rId56" Type="http://schemas.openxmlformats.org/officeDocument/2006/relationships/image" Target="../media/image2531.png"/><Relationship Id="rId77" Type="http://schemas.openxmlformats.org/officeDocument/2006/relationships/customXml" Target="../ink/ink559.xml"/><Relationship Id="rId100" Type="http://schemas.openxmlformats.org/officeDocument/2006/relationships/image" Target="../media/image2552.png"/><Relationship Id="rId105" Type="http://schemas.openxmlformats.org/officeDocument/2006/relationships/customXml" Target="../ink/ink573.xml"/><Relationship Id="rId126" Type="http://schemas.openxmlformats.org/officeDocument/2006/relationships/customXml" Target="../ink/ink584.xml"/><Relationship Id="rId147" Type="http://schemas.openxmlformats.org/officeDocument/2006/relationships/image" Target="../media/image2575.png"/><Relationship Id="rId168" Type="http://schemas.openxmlformats.org/officeDocument/2006/relationships/customXml" Target="../ink/ink605.xml"/><Relationship Id="rId8" Type="http://schemas.openxmlformats.org/officeDocument/2006/relationships/image" Target="../media/image2507.png"/><Relationship Id="rId51" Type="http://schemas.openxmlformats.org/officeDocument/2006/relationships/customXml" Target="../ink/ink545.xml"/><Relationship Id="rId72" Type="http://schemas.openxmlformats.org/officeDocument/2006/relationships/customXml" Target="../ink/ink556.xml"/><Relationship Id="rId93" Type="http://schemas.openxmlformats.org/officeDocument/2006/relationships/customXml" Target="../ink/ink567.xml"/><Relationship Id="rId98" Type="http://schemas.openxmlformats.org/officeDocument/2006/relationships/image" Target="../media/image2551.png"/><Relationship Id="rId121" Type="http://schemas.openxmlformats.org/officeDocument/2006/relationships/customXml" Target="../ink/ink581.xml"/><Relationship Id="rId142" Type="http://schemas.openxmlformats.org/officeDocument/2006/relationships/customXml" Target="../ink/ink592.xml"/><Relationship Id="rId163" Type="http://schemas.openxmlformats.org/officeDocument/2006/relationships/image" Target="../media/image2583.png"/><Relationship Id="rId184" Type="http://schemas.openxmlformats.org/officeDocument/2006/relationships/customXml" Target="../ink/ink613.xml"/><Relationship Id="rId189" Type="http://schemas.openxmlformats.org/officeDocument/2006/relationships/image" Target="../media/image2596.png"/><Relationship Id="rId219" Type="http://schemas.openxmlformats.org/officeDocument/2006/relationships/image" Target="../media/image2611.png"/><Relationship Id="rId3" Type="http://schemas.openxmlformats.org/officeDocument/2006/relationships/customXml" Target="../ink/ink521.xml"/><Relationship Id="rId214" Type="http://schemas.openxmlformats.org/officeDocument/2006/relationships/customXml" Target="../ink/ink628.xml"/><Relationship Id="rId230" Type="http://schemas.openxmlformats.org/officeDocument/2006/relationships/customXml" Target="../ink/ink636.xml"/><Relationship Id="rId235" Type="http://schemas.openxmlformats.org/officeDocument/2006/relationships/image" Target="../media/image2619.png"/><Relationship Id="rId25" Type="http://schemas.openxmlformats.org/officeDocument/2006/relationships/customXml" Target="../ink/ink532.xml"/><Relationship Id="rId46" Type="http://schemas.openxmlformats.org/officeDocument/2006/relationships/image" Target="../media/image2526.png"/><Relationship Id="rId67" Type="http://schemas.openxmlformats.org/officeDocument/2006/relationships/customXml" Target="../ink/ink553.xml"/><Relationship Id="rId116" Type="http://schemas.openxmlformats.org/officeDocument/2006/relationships/image" Target="../media/image2560.png"/><Relationship Id="rId137" Type="http://schemas.openxmlformats.org/officeDocument/2006/relationships/image" Target="../media/image2570.png"/><Relationship Id="rId158" Type="http://schemas.openxmlformats.org/officeDocument/2006/relationships/customXml" Target="../ink/ink600.xml"/><Relationship Id="rId20" Type="http://schemas.openxmlformats.org/officeDocument/2006/relationships/image" Target="../media/image2513.png"/><Relationship Id="rId41" Type="http://schemas.openxmlformats.org/officeDocument/2006/relationships/customXml" Target="../ink/ink540.xml"/><Relationship Id="rId62" Type="http://schemas.openxmlformats.org/officeDocument/2006/relationships/image" Target="../media/image2534.png"/><Relationship Id="rId83" Type="http://schemas.openxmlformats.org/officeDocument/2006/relationships/customXml" Target="../ink/ink562.xml"/><Relationship Id="rId88" Type="http://schemas.openxmlformats.org/officeDocument/2006/relationships/image" Target="../media/image2546.png"/><Relationship Id="rId111" Type="http://schemas.openxmlformats.org/officeDocument/2006/relationships/customXml" Target="../ink/ink576.xml"/><Relationship Id="rId132" Type="http://schemas.openxmlformats.org/officeDocument/2006/relationships/customXml" Target="../ink/ink587.xml"/><Relationship Id="rId153" Type="http://schemas.openxmlformats.org/officeDocument/2006/relationships/image" Target="../media/image2578.png"/><Relationship Id="rId174" Type="http://schemas.openxmlformats.org/officeDocument/2006/relationships/customXml" Target="../ink/ink608.xml"/><Relationship Id="rId179" Type="http://schemas.openxmlformats.org/officeDocument/2006/relationships/image" Target="../media/image2591.png"/><Relationship Id="rId195" Type="http://schemas.openxmlformats.org/officeDocument/2006/relationships/image" Target="../media/image2599.png"/><Relationship Id="rId209" Type="http://schemas.openxmlformats.org/officeDocument/2006/relationships/image" Target="../media/image2606.png"/><Relationship Id="rId190" Type="http://schemas.openxmlformats.org/officeDocument/2006/relationships/customXml" Target="../ink/ink616.xml"/><Relationship Id="rId204" Type="http://schemas.openxmlformats.org/officeDocument/2006/relationships/customXml" Target="../ink/ink623.xml"/><Relationship Id="rId220" Type="http://schemas.openxmlformats.org/officeDocument/2006/relationships/customXml" Target="../ink/ink631.xml"/><Relationship Id="rId225" Type="http://schemas.openxmlformats.org/officeDocument/2006/relationships/image" Target="../media/image2614.png"/><Relationship Id="rId15" Type="http://schemas.openxmlformats.org/officeDocument/2006/relationships/customXml" Target="../ink/ink527.xml"/><Relationship Id="rId36" Type="http://schemas.openxmlformats.org/officeDocument/2006/relationships/image" Target="../media/image2521.png"/><Relationship Id="rId57" Type="http://schemas.openxmlformats.org/officeDocument/2006/relationships/customXml" Target="../ink/ink548.xml"/><Relationship Id="rId106" Type="http://schemas.openxmlformats.org/officeDocument/2006/relationships/image" Target="../media/image2555.png"/><Relationship Id="rId127" Type="http://schemas.openxmlformats.org/officeDocument/2006/relationships/image" Target="../media/image2565.png"/><Relationship Id="rId10" Type="http://schemas.openxmlformats.org/officeDocument/2006/relationships/image" Target="../media/image2508.png"/><Relationship Id="rId31" Type="http://schemas.openxmlformats.org/officeDocument/2006/relationships/customXml" Target="../ink/ink535.xml"/><Relationship Id="rId52" Type="http://schemas.openxmlformats.org/officeDocument/2006/relationships/image" Target="../media/image2529.png"/><Relationship Id="rId73" Type="http://schemas.openxmlformats.org/officeDocument/2006/relationships/image" Target="../media/image2539.png"/><Relationship Id="rId78" Type="http://schemas.openxmlformats.org/officeDocument/2006/relationships/image" Target="../media/image2541.png"/><Relationship Id="rId94" Type="http://schemas.openxmlformats.org/officeDocument/2006/relationships/image" Target="../media/image2549.png"/><Relationship Id="rId99" Type="http://schemas.openxmlformats.org/officeDocument/2006/relationships/customXml" Target="../ink/ink570.xml"/><Relationship Id="rId101" Type="http://schemas.openxmlformats.org/officeDocument/2006/relationships/customXml" Target="../ink/ink571.xml"/><Relationship Id="rId122" Type="http://schemas.openxmlformats.org/officeDocument/2006/relationships/customXml" Target="../ink/ink582.xml"/><Relationship Id="rId143" Type="http://schemas.openxmlformats.org/officeDocument/2006/relationships/image" Target="../media/image2573.png"/><Relationship Id="rId148" Type="http://schemas.openxmlformats.org/officeDocument/2006/relationships/customXml" Target="../ink/ink595.xml"/><Relationship Id="rId164" Type="http://schemas.openxmlformats.org/officeDocument/2006/relationships/customXml" Target="../ink/ink603.xml"/><Relationship Id="rId169" Type="http://schemas.openxmlformats.org/officeDocument/2006/relationships/image" Target="../media/image2586.png"/><Relationship Id="rId185" Type="http://schemas.openxmlformats.org/officeDocument/2006/relationships/image" Target="../media/image2594.png"/><Relationship Id="rId4" Type="http://schemas.openxmlformats.org/officeDocument/2006/relationships/image" Target="../media/image2505.png"/><Relationship Id="rId9" Type="http://schemas.openxmlformats.org/officeDocument/2006/relationships/customXml" Target="../ink/ink524.xml"/><Relationship Id="rId180" Type="http://schemas.openxmlformats.org/officeDocument/2006/relationships/customXml" Target="../ink/ink611.xml"/><Relationship Id="rId210" Type="http://schemas.openxmlformats.org/officeDocument/2006/relationships/customXml" Target="../ink/ink626.xml"/><Relationship Id="rId215" Type="http://schemas.openxmlformats.org/officeDocument/2006/relationships/image" Target="../media/image2609.png"/><Relationship Id="rId236" Type="http://schemas.openxmlformats.org/officeDocument/2006/relationships/customXml" Target="../ink/ink639.xml"/><Relationship Id="rId26" Type="http://schemas.openxmlformats.org/officeDocument/2006/relationships/image" Target="../media/image2516.png"/><Relationship Id="rId231" Type="http://schemas.openxmlformats.org/officeDocument/2006/relationships/image" Target="../media/image2617.png"/><Relationship Id="rId47" Type="http://schemas.openxmlformats.org/officeDocument/2006/relationships/customXml" Target="../ink/ink543.xml"/><Relationship Id="rId68" Type="http://schemas.openxmlformats.org/officeDocument/2006/relationships/image" Target="../media/image2537.png"/><Relationship Id="rId89" Type="http://schemas.openxmlformats.org/officeDocument/2006/relationships/customXml" Target="../ink/ink565.xml"/><Relationship Id="rId112" Type="http://schemas.openxmlformats.org/officeDocument/2006/relationships/image" Target="../media/image2558.png"/><Relationship Id="rId133" Type="http://schemas.openxmlformats.org/officeDocument/2006/relationships/image" Target="../media/image2568.png"/><Relationship Id="rId154" Type="http://schemas.openxmlformats.org/officeDocument/2006/relationships/customXml" Target="../ink/ink598.xml"/><Relationship Id="rId175" Type="http://schemas.openxmlformats.org/officeDocument/2006/relationships/image" Target="../media/image2589.png"/><Relationship Id="rId196" Type="http://schemas.openxmlformats.org/officeDocument/2006/relationships/customXml" Target="../ink/ink619.xml"/><Relationship Id="rId200" Type="http://schemas.openxmlformats.org/officeDocument/2006/relationships/customXml" Target="../ink/ink621.xml"/><Relationship Id="rId16" Type="http://schemas.openxmlformats.org/officeDocument/2006/relationships/image" Target="../media/image2511.png"/><Relationship Id="rId221" Type="http://schemas.openxmlformats.org/officeDocument/2006/relationships/image" Target="../media/image2612.png"/><Relationship Id="rId37" Type="http://schemas.openxmlformats.org/officeDocument/2006/relationships/customXml" Target="../ink/ink538.xml"/><Relationship Id="rId58" Type="http://schemas.openxmlformats.org/officeDocument/2006/relationships/image" Target="../media/image2532.png"/><Relationship Id="rId79" Type="http://schemas.openxmlformats.org/officeDocument/2006/relationships/customXml" Target="../ink/ink560.xml"/><Relationship Id="rId102" Type="http://schemas.openxmlformats.org/officeDocument/2006/relationships/image" Target="../media/image2553.png"/><Relationship Id="rId123" Type="http://schemas.openxmlformats.org/officeDocument/2006/relationships/image" Target="../media/image2563.png"/><Relationship Id="rId144" Type="http://schemas.openxmlformats.org/officeDocument/2006/relationships/customXml" Target="../ink/ink593.xml"/><Relationship Id="rId90" Type="http://schemas.openxmlformats.org/officeDocument/2006/relationships/image" Target="../media/image2547.png"/><Relationship Id="rId165" Type="http://schemas.openxmlformats.org/officeDocument/2006/relationships/image" Target="../media/image2584.png"/><Relationship Id="rId186" Type="http://schemas.openxmlformats.org/officeDocument/2006/relationships/customXml" Target="../ink/ink614.xml"/><Relationship Id="rId211" Type="http://schemas.openxmlformats.org/officeDocument/2006/relationships/image" Target="../media/image2607.png"/><Relationship Id="rId232" Type="http://schemas.openxmlformats.org/officeDocument/2006/relationships/customXml" Target="../ink/ink637.xml"/><Relationship Id="rId27" Type="http://schemas.openxmlformats.org/officeDocument/2006/relationships/customXml" Target="../ink/ink533.xml"/><Relationship Id="rId48" Type="http://schemas.openxmlformats.org/officeDocument/2006/relationships/image" Target="../media/image2527.png"/><Relationship Id="rId69" Type="http://schemas.openxmlformats.org/officeDocument/2006/relationships/customXml" Target="../ink/ink554.xml"/><Relationship Id="rId113" Type="http://schemas.openxmlformats.org/officeDocument/2006/relationships/customXml" Target="../ink/ink577.xml"/><Relationship Id="rId134" Type="http://schemas.openxmlformats.org/officeDocument/2006/relationships/customXml" Target="../ink/ink588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46.xml"/><Relationship Id="rId18" Type="http://schemas.openxmlformats.org/officeDocument/2006/relationships/image" Target="../media/image2630.png"/><Relationship Id="rId26" Type="http://schemas.openxmlformats.org/officeDocument/2006/relationships/image" Target="../media/image2634.png"/><Relationship Id="rId39" Type="http://schemas.openxmlformats.org/officeDocument/2006/relationships/customXml" Target="../ink/ink659.xml"/><Relationship Id="rId21" Type="http://schemas.openxmlformats.org/officeDocument/2006/relationships/customXml" Target="../ink/ink650.xml"/><Relationship Id="rId34" Type="http://schemas.openxmlformats.org/officeDocument/2006/relationships/image" Target="../media/image2638.png"/><Relationship Id="rId42" Type="http://schemas.openxmlformats.org/officeDocument/2006/relationships/image" Target="../media/image2642.png"/><Relationship Id="rId47" Type="http://schemas.openxmlformats.org/officeDocument/2006/relationships/customXml" Target="../ink/ink663.xml"/><Relationship Id="rId50" Type="http://schemas.openxmlformats.org/officeDocument/2006/relationships/image" Target="../media/image2646.png"/><Relationship Id="rId55" Type="http://schemas.openxmlformats.org/officeDocument/2006/relationships/customXml" Target="../ink/ink667.xml"/><Relationship Id="rId63" Type="http://schemas.openxmlformats.org/officeDocument/2006/relationships/customXml" Target="../ink/ink671.xml"/><Relationship Id="rId68" Type="http://schemas.openxmlformats.org/officeDocument/2006/relationships/image" Target="../media/image2655.png"/><Relationship Id="rId76" Type="http://schemas.openxmlformats.org/officeDocument/2006/relationships/image" Target="../media/image2659.png"/><Relationship Id="rId7" Type="http://schemas.openxmlformats.org/officeDocument/2006/relationships/customXml" Target="../ink/ink643.xml"/><Relationship Id="rId71" Type="http://schemas.openxmlformats.org/officeDocument/2006/relationships/customXml" Target="../ink/ink675.xml"/><Relationship Id="rId2" Type="http://schemas.openxmlformats.org/officeDocument/2006/relationships/image" Target="../media/image6.png"/><Relationship Id="rId16" Type="http://schemas.openxmlformats.org/officeDocument/2006/relationships/image" Target="../media/image2629.png"/><Relationship Id="rId29" Type="http://schemas.openxmlformats.org/officeDocument/2006/relationships/customXml" Target="../ink/ink654.xml"/><Relationship Id="rId11" Type="http://schemas.openxmlformats.org/officeDocument/2006/relationships/customXml" Target="../ink/ink645.xml"/><Relationship Id="rId24" Type="http://schemas.openxmlformats.org/officeDocument/2006/relationships/image" Target="../media/image2633.png"/><Relationship Id="rId32" Type="http://schemas.openxmlformats.org/officeDocument/2006/relationships/image" Target="../media/image2637.png"/><Relationship Id="rId37" Type="http://schemas.openxmlformats.org/officeDocument/2006/relationships/customXml" Target="../ink/ink658.xml"/><Relationship Id="rId40" Type="http://schemas.openxmlformats.org/officeDocument/2006/relationships/image" Target="../media/image2641.png"/><Relationship Id="rId45" Type="http://schemas.openxmlformats.org/officeDocument/2006/relationships/customXml" Target="../ink/ink662.xml"/><Relationship Id="rId53" Type="http://schemas.openxmlformats.org/officeDocument/2006/relationships/customXml" Target="../ink/ink666.xml"/><Relationship Id="rId58" Type="http://schemas.openxmlformats.org/officeDocument/2006/relationships/image" Target="../media/image2650.png"/><Relationship Id="rId66" Type="http://schemas.openxmlformats.org/officeDocument/2006/relationships/image" Target="../media/image2654.png"/><Relationship Id="rId74" Type="http://schemas.openxmlformats.org/officeDocument/2006/relationships/image" Target="../media/image2658.png"/><Relationship Id="rId79" Type="http://schemas.openxmlformats.org/officeDocument/2006/relationships/customXml" Target="../ink/ink679.xml"/><Relationship Id="rId5" Type="http://schemas.openxmlformats.org/officeDocument/2006/relationships/customXml" Target="../ink/ink642.xml"/><Relationship Id="rId61" Type="http://schemas.openxmlformats.org/officeDocument/2006/relationships/customXml" Target="../ink/ink670.xml"/><Relationship Id="rId10" Type="http://schemas.openxmlformats.org/officeDocument/2006/relationships/image" Target="../media/image2626.png"/><Relationship Id="rId19" Type="http://schemas.openxmlformats.org/officeDocument/2006/relationships/customXml" Target="../ink/ink649.xml"/><Relationship Id="rId31" Type="http://schemas.openxmlformats.org/officeDocument/2006/relationships/customXml" Target="../ink/ink655.xml"/><Relationship Id="rId44" Type="http://schemas.openxmlformats.org/officeDocument/2006/relationships/image" Target="../media/image2643.png"/><Relationship Id="rId52" Type="http://schemas.openxmlformats.org/officeDocument/2006/relationships/image" Target="../media/image2647.png"/><Relationship Id="rId60" Type="http://schemas.openxmlformats.org/officeDocument/2006/relationships/image" Target="../media/image2651.png"/><Relationship Id="rId65" Type="http://schemas.openxmlformats.org/officeDocument/2006/relationships/customXml" Target="../ink/ink672.xml"/><Relationship Id="rId73" Type="http://schemas.openxmlformats.org/officeDocument/2006/relationships/customXml" Target="../ink/ink676.xml"/><Relationship Id="rId78" Type="http://schemas.openxmlformats.org/officeDocument/2006/relationships/image" Target="../media/image2660.png"/><Relationship Id="rId4" Type="http://schemas.openxmlformats.org/officeDocument/2006/relationships/image" Target="../media/image2623.png"/><Relationship Id="rId9" Type="http://schemas.openxmlformats.org/officeDocument/2006/relationships/customXml" Target="../ink/ink644.xml"/><Relationship Id="rId14" Type="http://schemas.openxmlformats.org/officeDocument/2006/relationships/image" Target="../media/image2628.png"/><Relationship Id="rId22" Type="http://schemas.openxmlformats.org/officeDocument/2006/relationships/image" Target="../media/image2632.png"/><Relationship Id="rId27" Type="http://schemas.openxmlformats.org/officeDocument/2006/relationships/customXml" Target="../ink/ink653.xml"/><Relationship Id="rId30" Type="http://schemas.openxmlformats.org/officeDocument/2006/relationships/image" Target="../media/image2636.png"/><Relationship Id="rId35" Type="http://schemas.openxmlformats.org/officeDocument/2006/relationships/customXml" Target="../ink/ink657.xml"/><Relationship Id="rId43" Type="http://schemas.openxmlformats.org/officeDocument/2006/relationships/customXml" Target="../ink/ink661.xml"/><Relationship Id="rId48" Type="http://schemas.openxmlformats.org/officeDocument/2006/relationships/image" Target="../media/image2645.png"/><Relationship Id="rId56" Type="http://schemas.openxmlformats.org/officeDocument/2006/relationships/image" Target="../media/image2649.png"/><Relationship Id="rId64" Type="http://schemas.openxmlformats.org/officeDocument/2006/relationships/image" Target="../media/image2653.png"/><Relationship Id="rId69" Type="http://schemas.openxmlformats.org/officeDocument/2006/relationships/customXml" Target="../ink/ink674.xml"/><Relationship Id="rId77" Type="http://schemas.openxmlformats.org/officeDocument/2006/relationships/customXml" Target="../ink/ink678.xml"/><Relationship Id="rId8" Type="http://schemas.openxmlformats.org/officeDocument/2006/relationships/image" Target="../media/image2625.png"/><Relationship Id="rId51" Type="http://schemas.openxmlformats.org/officeDocument/2006/relationships/customXml" Target="../ink/ink665.xml"/><Relationship Id="rId72" Type="http://schemas.openxmlformats.org/officeDocument/2006/relationships/image" Target="../media/image2657.png"/><Relationship Id="rId80" Type="http://schemas.openxmlformats.org/officeDocument/2006/relationships/image" Target="../media/image2661.png"/><Relationship Id="rId3" Type="http://schemas.openxmlformats.org/officeDocument/2006/relationships/customXml" Target="../ink/ink641.xml"/><Relationship Id="rId12" Type="http://schemas.openxmlformats.org/officeDocument/2006/relationships/image" Target="../media/image2627.png"/><Relationship Id="rId17" Type="http://schemas.openxmlformats.org/officeDocument/2006/relationships/customXml" Target="../ink/ink648.xml"/><Relationship Id="rId25" Type="http://schemas.openxmlformats.org/officeDocument/2006/relationships/customXml" Target="../ink/ink652.xml"/><Relationship Id="rId33" Type="http://schemas.openxmlformats.org/officeDocument/2006/relationships/customXml" Target="../ink/ink656.xml"/><Relationship Id="rId38" Type="http://schemas.openxmlformats.org/officeDocument/2006/relationships/image" Target="../media/image2640.png"/><Relationship Id="rId46" Type="http://schemas.openxmlformats.org/officeDocument/2006/relationships/image" Target="../media/image2644.png"/><Relationship Id="rId59" Type="http://schemas.openxmlformats.org/officeDocument/2006/relationships/customXml" Target="../ink/ink669.xml"/><Relationship Id="rId67" Type="http://schemas.openxmlformats.org/officeDocument/2006/relationships/customXml" Target="../ink/ink673.xml"/><Relationship Id="rId20" Type="http://schemas.openxmlformats.org/officeDocument/2006/relationships/image" Target="../media/image2631.png"/><Relationship Id="rId41" Type="http://schemas.openxmlformats.org/officeDocument/2006/relationships/customXml" Target="../ink/ink660.xml"/><Relationship Id="rId54" Type="http://schemas.openxmlformats.org/officeDocument/2006/relationships/image" Target="../media/image2648.png"/><Relationship Id="rId62" Type="http://schemas.openxmlformats.org/officeDocument/2006/relationships/image" Target="../media/image2652.png"/><Relationship Id="rId70" Type="http://schemas.openxmlformats.org/officeDocument/2006/relationships/image" Target="../media/image2656.png"/><Relationship Id="rId75" Type="http://schemas.openxmlformats.org/officeDocument/2006/relationships/customXml" Target="../ink/ink67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24.png"/><Relationship Id="rId15" Type="http://schemas.openxmlformats.org/officeDocument/2006/relationships/customXml" Target="../ink/ink647.xml"/><Relationship Id="rId23" Type="http://schemas.openxmlformats.org/officeDocument/2006/relationships/customXml" Target="../ink/ink651.xml"/><Relationship Id="rId28" Type="http://schemas.openxmlformats.org/officeDocument/2006/relationships/image" Target="../media/image2635.png"/><Relationship Id="rId36" Type="http://schemas.openxmlformats.org/officeDocument/2006/relationships/image" Target="../media/image2639.png"/><Relationship Id="rId49" Type="http://schemas.openxmlformats.org/officeDocument/2006/relationships/customXml" Target="../ink/ink664.xml"/><Relationship Id="rId57" Type="http://schemas.openxmlformats.org/officeDocument/2006/relationships/customXml" Target="../ink/ink66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8.png"/><Relationship Id="rId299" Type="http://schemas.openxmlformats.org/officeDocument/2006/relationships/image" Target="../media/image2808.png"/><Relationship Id="rId21" Type="http://schemas.openxmlformats.org/officeDocument/2006/relationships/customXml" Target="../ink/ink689.xml"/><Relationship Id="rId63" Type="http://schemas.openxmlformats.org/officeDocument/2006/relationships/image" Target="../media/image2691.png"/><Relationship Id="rId159" Type="http://schemas.openxmlformats.org/officeDocument/2006/relationships/image" Target="../media/image973.png"/><Relationship Id="rId324" Type="http://schemas.openxmlformats.org/officeDocument/2006/relationships/customXml" Target="../ink/ink841.xml"/><Relationship Id="rId366" Type="http://schemas.openxmlformats.org/officeDocument/2006/relationships/customXml" Target="../ink/ink862.xml"/><Relationship Id="rId170" Type="http://schemas.openxmlformats.org/officeDocument/2006/relationships/customXml" Target="../ink/ink764.xml"/><Relationship Id="rId226" Type="http://schemas.openxmlformats.org/officeDocument/2006/relationships/customXml" Target="../ink/ink792.xml"/><Relationship Id="rId433" Type="http://schemas.openxmlformats.org/officeDocument/2006/relationships/image" Target="../media/image2875.png"/><Relationship Id="rId268" Type="http://schemas.openxmlformats.org/officeDocument/2006/relationships/customXml" Target="../ink/ink813.xml"/><Relationship Id="rId475" Type="http://schemas.openxmlformats.org/officeDocument/2006/relationships/image" Target="../media/image2896.png"/><Relationship Id="rId32" Type="http://schemas.openxmlformats.org/officeDocument/2006/relationships/image" Target="../media/image2677.png"/><Relationship Id="rId74" Type="http://schemas.openxmlformats.org/officeDocument/2006/relationships/customXml" Target="../ink/ink716.xml"/><Relationship Id="rId128" Type="http://schemas.openxmlformats.org/officeDocument/2006/relationships/customXml" Target="../ink/ink743.xml"/><Relationship Id="rId335" Type="http://schemas.openxmlformats.org/officeDocument/2006/relationships/image" Target="../media/image2826.png"/><Relationship Id="rId377" Type="http://schemas.openxmlformats.org/officeDocument/2006/relationships/image" Target="../media/image2847.png"/><Relationship Id="rId500" Type="http://schemas.openxmlformats.org/officeDocument/2006/relationships/customXml" Target="../ink/ink929.xml"/><Relationship Id="rId5" Type="http://schemas.openxmlformats.org/officeDocument/2006/relationships/customXml" Target="../ink/ink681.xml"/><Relationship Id="rId181" Type="http://schemas.openxmlformats.org/officeDocument/2006/relationships/image" Target="../media/image2749.png"/><Relationship Id="rId237" Type="http://schemas.openxmlformats.org/officeDocument/2006/relationships/image" Target="../media/image2777.png"/><Relationship Id="rId402" Type="http://schemas.openxmlformats.org/officeDocument/2006/relationships/customXml" Target="../ink/ink880.xml"/><Relationship Id="rId279" Type="http://schemas.openxmlformats.org/officeDocument/2006/relationships/image" Target="../media/image2798.png"/><Relationship Id="rId444" Type="http://schemas.openxmlformats.org/officeDocument/2006/relationships/customXml" Target="../ink/ink901.xml"/><Relationship Id="rId486" Type="http://schemas.openxmlformats.org/officeDocument/2006/relationships/customXml" Target="../ink/ink922.xml"/><Relationship Id="rId43" Type="http://schemas.openxmlformats.org/officeDocument/2006/relationships/customXml" Target="../ink/ink700.xml"/><Relationship Id="rId139" Type="http://schemas.openxmlformats.org/officeDocument/2006/relationships/image" Target="../media/image2729.png"/><Relationship Id="rId290" Type="http://schemas.openxmlformats.org/officeDocument/2006/relationships/customXml" Target="../ink/ink824.xml"/><Relationship Id="rId304" Type="http://schemas.openxmlformats.org/officeDocument/2006/relationships/customXml" Target="../ink/ink831.xml"/><Relationship Id="rId346" Type="http://schemas.openxmlformats.org/officeDocument/2006/relationships/customXml" Target="../ink/ink852.xml"/><Relationship Id="rId388" Type="http://schemas.openxmlformats.org/officeDocument/2006/relationships/customXml" Target="../ink/ink873.xml"/><Relationship Id="rId85" Type="http://schemas.openxmlformats.org/officeDocument/2006/relationships/image" Target="../media/image2702.png"/><Relationship Id="rId150" Type="http://schemas.openxmlformats.org/officeDocument/2006/relationships/customXml" Target="../ink/ink754.xml"/><Relationship Id="rId192" Type="http://schemas.openxmlformats.org/officeDocument/2006/relationships/customXml" Target="../ink/ink775.xml"/><Relationship Id="rId206" Type="http://schemas.openxmlformats.org/officeDocument/2006/relationships/customXml" Target="../ink/ink782.xml"/><Relationship Id="rId413" Type="http://schemas.openxmlformats.org/officeDocument/2006/relationships/image" Target="../media/image2865.png"/><Relationship Id="rId248" Type="http://schemas.openxmlformats.org/officeDocument/2006/relationships/customXml" Target="../ink/ink803.xml"/><Relationship Id="rId455" Type="http://schemas.openxmlformats.org/officeDocument/2006/relationships/image" Target="../media/image2886.png"/><Relationship Id="rId497" Type="http://schemas.openxmlformats.org/officeDocument/2006/relationships/image" Target="../media/image2907.png"/><Relationship Id="rId12" Type="http://schemas.openxmlformats.org/officeDocument/2006/relationships/image" Target="../media/image2667.png"/><Relationship Id="rId108" Type="http://schemas.openxmlformats.org/officeDocument/2006/relationships/customXml" Target="../ink/ink733.xml"/><Relationship Id="rId315" Type="http://schemas.openxmlformats.org/officeDocument/2006/relationships/image" Target="../media/image2816.png"/><Relationship Id="rId357" Type="http://schemas.openxmlformats.org/officeDocument/2006/relationships/image" Target="../media/image2837.png"/><Relationship Id="rId54" Type="http://schemas.openxmlformats.org/officeDocument/2006/relationships/image" Target="../media/image2687.png"/><Relationship Id="rId96" Type="http://schemas.openxmlformats.org/officeDocument/2006/relationships/customXml" Target="../ink/ink727.xml"/><Relationship Id="rId161" Type="http://schemas.openxmlformats.org/officeDocument/2006/relationships/image" Target="../media/image2739.png"/><Relationship Id="rId217" Type="http://schemas.openxmlformats.org/officeDocument/2006/relationships/image" Target="../media/image2767.png"/><Relationship Id="rId399" Type="http://schemas.openxmlformats.org/officeDocument/2006/relationships/image" Target="../media/image2858.png"/><Relationship Id="rId259" Type="http://schemas.openxmlformats.org/officeDocument/2006/relationships/image" Target="../media/image2788.png"/><Relationship Id="rId424" Type="http://schemas.openxmlformats.org/officeDocument/2006/relationships/customXml" Target="../ink/ink891.xml"/><Relationship Id="rId466" Type="http://schemas.openxmlformats.org/officeDocument/2006/relationships/customXml" Target="../ink/ink912.xml"/><Relationship Id="rId23" Type="http://schemas.openxmlformats.org/officeDocument/2006/relationships/customXml" Target="../ink/ink690.xml"/><Relationship Id="rId119" Type="http://schemas.openxmlformats.org/officeDocument/2006/relationships/image" Target="../media/image2719.png"/><Relationship Id="rId270" Type="http://schemas.openxmlformats.org/officeDocument/2006/relationships/customXml" Target="../ink/ink814.xml"/><Relationship Id="rId326" Type="http://schemas.openxmlformats.org/officeDocument/2006/relationships/customXml" Target="../ink/ink842.xml"/><Relationship Id="rId65" Type="http://schemas.openxmlformats.org/officeDocument/2006/relationships/image" Target="../media/image2692.png"/><Relationship Id="rId130" Type="http://schemas.openxmlformats.org/officeDocument/2006/relationships/customXml" Target="../ink/ink744.xml"/><Relationship Id="rId368" Type="http://schemas.openxmlformats.org/officeDocument/2006/relationships/customXml" Target="../ink/ink863.xml"/><Relationship Id="rId172" Type="http://schemas.openxmlformats.org/officeDocument/2006/relationships/customXml" Target="../ink/ink765.xml"/><Relationship Id="rId228" Type="http://schemas.openxmlformats.org/officeDocument/2006/relationships/customXml" Target="../ink/ink793.xml"/><Relationship Id="rId435" Type="http://schemas.openxmlformats.org/officeDocument/2006/relationships/image" Target="../media/image2876.png"/><Relationship Id="rId477" Type="http://schemas.openxmlformats.org/officeDocument/2006/relationships/image" Target="../media/image2897.png"/><Relationship Id="rId281" Type="http://schemas.openxmlformats.org/officeDocument/2006/relationships/image" Target="../media/image2799.png"/><Relationship Id="rId337" Type="http://schemas.openxmlformats.org/officeDocument/2006/relationships/image" Target="../media/image2827.png"/><Relationship Id="rId502" Type="http://schemas.openxmlformats.org/officeDocument/2006/relationships/customXml" Target="../ink/ink930.xml"/><Relationship Id="rId34" Type="http://schemas.openxmlformats.org/officeDocument/2006/relationships/image" Target="../media/image2678.png"/><Relationship Id="rId76" Type="http://schemas.openxmlformats.org/officeDocument/2006/relationships/customXml" Target="../ink/ink717.xml"/><Relationship Id="rId141" Type="http://schemas.openxmlformats.org/officeDocument/2006/relationships/image" Target="../media/image2730.png"/><Relationship Id="rId379" Type="http://schemas.openxmlformats.org/officeDocument/2006/relationships/image" Target="../media/image2848.png"/><Relationship Id="rId7" Type="http://schemas.openxmlformats.org/officeDocument/2006/relationships/customXml" Target="../ink/ink682.xml"/><Relationship Id="rId183" Type="http://schemas.openxmlformats.org/officeDocument/2006/relationships/image" Target="../media/image2750.png"/><Relationship Id="rId239" Type="http://schemas.openxmlformats.org/officeDocument/2006/relationships/image" Target="../media/image2778.png"/><Relationship Id="rId390" Type="http://schemas.openxmlformats.org/officeDocument/2006/relationships/customXml" Target="../ink/ink874.xml"/><Relationship Id="rId404" Type="http://schemas.openxmlformats.org/officeDocument/2006/relationships/customXml" Target="../ink/ink881.xml"/><Relationship Id="rId446" Type="http://schemas.openxmlformats.org/officeDocument/2006/relationships/customXml" Target="../ink/ink902.xml"/><Relationship Id="rId250" Type="http://schemas.openxmlformats.org/officeDocument/2006/relationships/customXml" Target="../ink/ink804.xml"/><Relationship Id="rId292" Type="http://schemas.openxmlformats.org/officeDocument/2006/relationships/customXml" Target="../ink/ink825.xml"/><Relationship Id="rId306" Type="http://schemas.openxmlformats.org/officeDocument/2006/relationships/customXml" Target="../ink/ink832.xml"/><Relationship Id="rId488" Type="http://schemas.openxmlformats.org/officeDocument/2006/relationships/customXml" Target="../ink/ink923.xml"/><Relationship Id="rId45" Type="http://schemas.openxmlformats.org/officeDocument/2006/relationships/customXml" Target="../ink/ink701.xml"/><Relationship Id="rId87" Type="http://schemas.openxmlformats.org/officeDocument/2006/relationships/image" Target="../media/image2703.png"/><Relationship Id="rId110" Type="http://schemas.openxmlformats.org/officeDocument/2006/relationships/customXml" Target="../ink/ink734.xml"/><Relationship Id="rId348" Type="http://schemas.openxmlformats.org/officeDocument/2006/relationships/customXml" Target="../ink/ink853.xml"/><Relationship Id="rId152" Type="http://schemas.openxmlformats.org/officeDocument/2006/relationships/customXml" Target="../ink/ink755.xml"/><Relationship Id="rId173" Type="http://schemas.openxmlformats.org/officeDocument/2006/relationships/image" Target="../media/image2745.png"/><Relationship Id="rId194" Type="http://schemas.openxmlformats.org/officeDocument/2006/relationships/customXml" Target="../ink/ink776.xml"/><Relationship Id="rId208" Type="http://schemas.openxmlformats.org/officeDocument/2006/relationships/customXml" Target="../ink/ink783.xml"/><Relationship Id="rId229" Type="http://schemas.openxmlformats.org/officeDocument/2006/relationships/image" Target="../media/image2773.png"/><Relationship Id="rId380" Type="http://schemas.openxmlformats.org/officeDocument/2006/relationships/customXml" Target="../ink/ink869.xml"/><Relationship Id="rId415" Type="http://schemas.openxmlformats.org/officeDocument/2006/relationships/image" Target="../media/image2866.png"/><Relationship Id="rId436" Type="http://schemas.openxmlformats.org/officeDocument/2006/relationships/customXml" Target="../ink/ink897.xml"/><Relationship Id="rId457" Type="http://schemas.openxmlformats.org/officeDocument/2006/relationships/image" Target="../media/image2887.png"/><Relationship Id="rId240" Type="http://schemas.openxmlformats.org/officeDocument/2006/relationships/customXml" Target="../ink/ink799.xml"/><Relationship Id="rId261" Type="http://schemas.openxmlformats.org/officeDocument/2006/relationships/image" Target="../media/image2789.png"/><Relationship Id="rId478" Type="http://schemas.openxmlformats.org/officeDocument/2006/relationships/customXml" Target="../ink/ink918.xml"/><Relationship Id="rId499" Type="http://schemas.openxmlformats.org/officeDocument/2006/relationships/image" Target="../media/image2908.png"/><Relationship Id="rId14" Type="http://schemas.openxmlformats.org/officeDocument/2006/relationships/image" Target="../media/image2668.png"/><Relationship Id="rId35" Type="http://schemas.openxmlformats.org/officeDocument/2006/relationships/customXml" Target="../ink/ink696.xml"/><Relationship Id="rId56" Type="http://schemas.openxmlformats.org/officeDocument/2006/relationships/image" Target="../media/image2688.png"/><Relationship Id="rId77" Type="http://schemas.openxmlformats.org/officeDocument/2006/relationships/image" Target="../media/image2698.png"/><Relationship Id="rId100" Type="http://schemas.openxmlformats.org/officeDocument/2006/relationships/customXml" Target="../ink/ink729.xml"/><Relationship Id="rId282" Type="http://schemas.openxmlformats.org/officeDocument/2006/relationships/customXml" Target="../ink/ink820.xml"/><Relationship Id="rId317" Type="http://schemas.openxmlformats.org/officeDocument/2006/relationships/image" Target="../media/image2817.png"/><Relationship Id="rId338" Type="http://schemas.openxmlformats.org/officeDocument/2006/relationships/customXml" Target="../ink/ink848.xml"/><Relationship Id="rId359" Type="http://schemas.openxmlformats.org/officeDocument/2006/relationships/image" Target="../media/image2838.png"/><Relationship Id="rId503" Type="http://schemas.openxmlformats.org/officeDocument/2006/relationships/image" Target="../media/image2910.png"/><Relationship Id="rId8" Type="http://schemas.openxmlformats.org/officeDocument/2006/relationships/image" Target="../media/image2665.png"/><Relationship Id="rId98" Type="http://schemas.openxmlformats.org/officeDocument/2006/relationships/customXml" Target="../ink/ink728.xml"/><Relationship Id="rId121" Type="http://schemas.openxmlformats.org/officeDocument/2006/relationships/image" Target="../media/image2720.png"/><Relationship Id="rId142" Type="http://schemas.openxmlformats.org/officeDocument/2006/relationships/customXml" Target="../ink/ink750.xml"/><Relationship Id="rId163" Type="http://schemas.openxmlformats.org/officeDocument/2006/relationships/image" Target="../media/image2740.png"/><Relationship Id="rId184" Type="http://schemas.openxmlformats.org/officeDocument/2006/relationships/customXml" Target="../ink/ink771.xml"/><Relationship Id="rId219" Type="http://schemas.openxmlformats.org/officeDocument/2006/relationships/image" Target="../media/image2768.png"/><Relationship Id="rId370" Type="http://schemas.openxmlformats.org/officeDocument/2006/relationships/customXml" Target="../ink/ink864.xml"/><Relationship Id="rId391" Type="http://schemas.openxmlformats.org/officeDocument/2006/relationships/image" Target="../media/image2854.png"/><Relationship Id="rId405" Type="http://schemas.openxmlformats.org/officeDocument/2006/relationships/image" Target="../media/image2861.png"/><Relationship Id="rId426" Type="http://schemas.openxmlformats.org/officeDocument/2006/relationships/customXml" Target="../ink/ink892.xml"/><Relationship Id="rId447" Type="http://schemas.openxmlformats.org/officeDocument/2006/relationships/image" Target="../media/image2882.png"/><Relationship Id="rId230" Type="http://schemas.openxmlformats.org/officeDocument/2006/relationships/customXml" Target="../ink/ink794.xml"/><Relationship Id="rId251" Type="http://schemas.openxmlformats.org/officeDocument/2006/relationships/image" Target="../media/image2784.png"/><Relationship Id="rId468" Type="http://schemas.openxmlformats.org/officeDocument/2006/relationships/customXml" Target="../ink/ink913.xml"/><Relationship Id="rId489" Type="http://schemas.openxmlformats.org/officeDocument/2006/relationships/image" Target="../media/image2903.png"/><Relationship Id="rId25" Type="http://schemas.openxmlformats.org/officeDocument/2006/relationships/customXml" Target="../ink/ink691.xml"/><Relationship Id="rId46" Type="http://schemas.openxmlformats.org/officeDocument/2006/relationships/image" Target="../media/image2011.png"/><Relationship Id="rId67" Type="http://schemas.openxmlformats.org/officeDocument/2006/relationships/image" Target="../media/image2693.png"/><Relationship Id="rId272" Type="http://schemas.openxmlformats.org/officeDocument/2006/relationships/customXml" Target="../ink/ink815.xml"/><Relationship Id="rId293" Type="http://schemas.openxmlformats.org/officeDocument/2006/relationships/image" Target="../media/image2805.png"/><Relationship Id="rId307" Type="http://schemas.openxmlformats.org/officeDocument/2006/relationships/image" Target="../media/image2812.png"/><Relationship Id="rId328" Type="http://schemas.openxmlformats.org/officeDocument/2006/relationships/customXml" Target="../ink/ink843.xml"/><Relationship Id="rId349" Type="http://schemas.openxmlformats.org/officeDocument/2006/relationships/image" Target="../media/image2833.png"/><Relationship Id="rId88" Type="http://schemas.openxmlformats.org/officeDocument/2006/relationships/customXml" Target="../ink/ink723.xml"/><Relationship Id="rId111" Type="http://schemas.openxmlformats.org/officeDocument/2006/relationships/image" Target="../media/image2715.png"/><Relationship Id="rId132" Type="http://schemas.openxmlformats.org/officeDocument/2006/relationships/customXml" Target="../ink/ink745.xml"/><Relationship Id="rId153" Type="http://schemas.openxmlformats.org/officeDocument/2006/relationships/image" Target="../media/image2736.png"/><Relationship Id="rId174" Type="http://schemas.openxmlformats.org/officeDocument/2006/relationships/customXml" Target="../ink/ink766.xml"/><Relationship Id="rId195" Type="http://schemas.openxmlformats.org/officeDocument/2006/relationships/image" Target="../media/image2756.png"/><Relationship Id="rId209" Type="http://schemas.openxmlformats.org/officeDocument/2006/relationships/image" Target="../media/image2763.png"/><Relationship Id="rId360" Type="http://schemas.openxmlformats.org/officeDocument/2006/relationships/customXml" Target="../ink/ink859.xml"/><Relationship Id="rId381" Type="http://schemas.openxmlformats.org/officeDocument/2006/relationships/image" Target="../media/image2849.png"/><Relationship Id="rId416" Type="http://schemas.openxmlformats.org/officeDocument/2006/relationships/customXml" Target="../ink/ink887.xml"/><Relationship Id="rId220" Type="http://schemas.openxmlformats.org/officeDocument/2006/relationships/customXml" Target="../ink/ink789.xml"/><Relationship Id="rId241" Type="http://schemas.openxmlformats.org/officeDocument/2006/relationships/image" Target="../media/image2779.png"/><Relationship Id="rId437" Type="http://schemas.openxmlformats.org/officeDocument/2006/relationships/image" Target="../media/image2877.png"/><Relationship Id="rId458" Type="http://schemas.openxmlformats.org/officeDocument/2006/relationships/customXml" Target="../ink/ink908.xml"/><Relationship Id="rId479" Type="http://schemas.openxmlformats.org/officeDocument/2006/relationships/image" Target="../media/image2898.png"/><Relationship Id="rId15" Type="http://schemas.openxmlformats.org/officeDocument/2006/relationships/customXml" Target="../ink/ink686.xml"/><Relationship Id="rId36" Type="http://schemas.openxmlformats.org/officeDocument/2006/relationships/image" Target="../media/image2679.png"/><Relationship Id="rId57" Type="http://schemas.openxmlformats.org/officeDocument/2006/relationships/customXml" Target="../ink/ink707.xml"/><Relationship Id="rId262" Type="http://schemas.openxmlformats.org/officeDocument/2006/relationships/customXml" Target="../ink/ink810.xml"/><Relationship Id="rId283" Type="http://schemas.openxmlformats.org/officeDocument/2006/relationships/image" Target="../media/image2800.png"/><Relationship Id="rId318" Type="http://schemas.openxmlformats.org/officeDocument/2006/relationships/customXml" Target="../ink/ink838.xml"/><Relationship Id="rId339" Type="http://schemas.openxmlformats.org/officeDocument/2006/relationships/image" Target="../media/image2828.png"/><Relationship Id="rId490" Type="http://schemas.openxmlformats.org/officeDocument/2006/relationships/customXml" Target="../ink/ink924.xml"/><Relationship Id="rId504" Type="http://schemas.openxmlformats.org/officeDocument/2006/relationships/customXml" Target="../ink/ink931.xml"/><Relationship Id="rId78" Type="http://schemas.openxmlformats.org/officeDocument/2006/relationships/customXml" Target="../ink/ink718.xml"/><Relationship Id="rId99" Type="http://schemas.openxmlformats.org/officeDocument/2006/relationships/image" Target="../media/image2709.png"/><Relationship Id="rId101" Type="http://schemas.openxmlformats.org/officeDocument/2006/relationships/image" Target="../media/image2710.png"/><Relationship Id="rId122" Type="http://schemas.openxmlformats.org/officeDocument/2006/relationships/customXml" Target="../ink/ink740.xml"/><Relationship Id="rId143" Type="http://schemas.openxmlformats.org/officeDocument/2006/relationships/image" Target="../media/image2731.png"/><Relationship Id="rId164" Type="http://schemas.openxmlformats.org/officeDocument/2006/relationships/customXml" Target="../ink/ink761.xml"/><Relationship Id="rId185" Type="http://schemas.openxmlformats.org/officeDocument/2006/relationships/image" Target="../media/image2751.png"/><Relationship Id="rId350" Type="http://schemas.openxmlformats.org/officeDocument/2006/relationships/customXml" Target="../ink/ink854.xml"/><Relationship Id="rId371" Type="http://schemas.openxmlformats.org/officeDocument/2006/relationships/image" Target="../media/image2844.png"/><Relationship Id="rId406" Type="http://schemas.openxmlformats.org/officeDocument/2006/relationships/customXml" Target="../ink/ink882.xml"/><Relationship Id="rId9" Type="http://schemas.openxmlformats.org/officeDocument/2006/relationships/customXml" Target="../ink/ink683.xml"/><Relationship Id="rId210" Type="http://schemas.openxmlformats.org/officeDocument/2006/relationships/customXml" Target="../ink/ink784.xml"/><Relationship Id="rId392" Type="http://schemas.openxmlformats.org/officeDocument/2006/relationships/customXml" Target="../ink/ink875.xml"/><Relationship Id="rId427" Type="http://schemas.openxmlformats.org/officeDocument/2006/relationships/image" Target="../media/image2872.png"/><Relationship Id="rId448" Type="http://schemas.openxmlformats.org/officeDocument/2006/relationships/customXml" Target="../ink/ink903.xml"/><Relationship Id="rId469" Type="http://schemas.openxmlformats.org/officeDocument/2006/relationships/image" Target="../media/image2893.png"/><Relationship Id="rId26" Type="http://schemas.openxmlformats.org/officeDocument/2006/relationships/image" Target="../media/image2674.png"/><Relationship Id="rId231" Type="http://schemas.openxmlformats.org/officeDocument/2006/relationships/image" Target="../media/image2774.png"/><Relationship Id="rId252" Type="http://schemas.openxmlformats.org/officeDocument/2006/relationships/customXml" Target="../ink/ink805.xml"/><Relationship Id="rId273" Type="http://schemas.openxmlformats.org/officeDocument/2006/relationships/image" Target="../media/image2795.png"/><Relationship Id="rId294" Type="http://schemas.openxmlformats.org/officeDocument/2006/relationships/customXml" Target="../ink/ink826.xml"/><Relationship Id="rId308" Type="http://schemas.openxmlformats.org/officeDocument/2006/relationships/customXml" Target="../ink/ink833.xml"/><Relationship Id="rId329" Type="http://schemas.openxmlformats.org/officeDocument/2006/relationships/image" Target="../media/image2823.png"/><Relationship Id="rId480" Type="http://schemas.openxmlformats.org/officeDocument/2006/relationships/customXml" Target="../ink/ink919.xml"/><Relationship Id="rId47" Type="http://schemas.openxmlformats.org/officeDocument/2006/relationships/customXml" Target="../ink/ink702.xml"/><Relationship Id="rId68" Type="http://schemas.openxmlformats.org/officeDocument/2006/relationships/customXml" Target="../ink/ink713.xml"/><Relationship Id="rId89" Type="http://schemas.openxmlformats.org/officeDocument/2006/relationships/image" Target="../media/image2704.png"/><Relationship Id="rId112" Type="http://schemas.openxmlformats.org/officeDocument/2006/relationships/customXml" Target="../ink/ink735.xml"/><Relationship Id="rId133" Type="http://schemas.openxmlformats.org/officeDocument/2006/relationships/image" Target="../media/image2726.png"/><Relationship Id="rId154" Type="http://schemas.openxmlformats.org/officeDocument/2006/relationships/customXml" Target="../ink/ink756.xml"/><Relationship Id="rId175" Type="http://schemas.openxmlformats.org/officeDocument/2006/relationships/image" Target="../media/image2746.png"/><Relationship Id="rId340" Type="http://schemas.openxmlformats.org/officeDocument/2006/relationships/customXml" Target="../ink/ink849.xml"/><Relationship Id="rId361" Type="http://schemas.openxmlformats.org/officeDocument/2006/relationships/image" Target="../media/image2839.png"/><Relationship Id="rId196" Type="http://schemas.openxmlformats.org/officeDocument/2006/relationships/customXml" Target="../ink/ink777.xml"/><Relationship Id="rId200" Type="http://schemas.openxmlformats.org/officeDocument/2006/relationships/customXml" Target="../ink/ink779.xml"/><Relationship Id="rId382" Type="http://schemas.openxmlformats.org/officeDocument/2006/relationships/customXml" Target="../ink/ink870.xml"/><Relationship Id="rId417" Type="http://schemas.openxmlformats.org/officeDocument/2006/relationships/image" Target="../media/image2867.png"/><Relationship Id="rId438" Type="http://schemas.openxmlformats.org/officeDocument/2006/relationships/customXml" Target="../ink/ink898.xml"/><Relationship Id="rId459" Type="http://schemas.openxmlformats.org/officeDocument/2006/relationships/image" Target="../media/image2888.png"/><Relationship Id="rId16" Type="http://schemas.openxmlformats.org/officeDocument/2006/relationships/image" Target="../media/image2669.png"/><Relationship Id="rId221" Type="http://schemas.openxmlformats.org/officeDocument/2006/relationships/image" Target="../media/image2769.png"/><Relationship Id="rId242" Type="http://schemas.openxmlformats.org/officeDocument/2006/relationships/customXml" Target="../ink/ink800.xml"/><Relationship Id="rId263" Type="http://schemas.openxmlformats.org/officeDocument/2006/relationships/image" Target="../media/image2790.png"/><Relationship Id="rId284" Type="http://schemas.openxmlformats.org/officeDocument/2006/relationships/customXml" Target="../ink/ink821.xml"/><Relationship Id="rId319" Type="http://schemas.openxmlformats.org/officeDocument/2006/relationships/image" Target="../media/image2818.png"/><Relationship Id="rId470" Type="http://schemas.openxmlformats.org/officeDocument/2006/relationships/customXml" Target="../ink/ink914.xml"/><Relationship Id="rId491" Type="http://schemas.openxmlformats.org/officeDocument/2006/relationships/image" Target="../media/image2904.png"/><Relationship Id="rId505" Type="http://schemas.openxmlformats.org/officeDocument/2006/relationships/image" Target="../media/image2911.png"/><Relationship Id="rId37" Type="http://schemas.openxmlformats.org/officeDocument/2006/relationships/customXml" Target="../ink/ink697.xml"/><Relationship Id="rId58" Type="http://schemas.openxmlformats.org/officeDocument/2006/relationships/image" Target="../media/image2689.png"/><Relationship Id="rId79" Type="http://schemas.openxmlformats.org/officeDocument/2006/relationships/image" Target="../media/image2699.png"/><Relationship Id="rId102" Type="http://schemas.openxmlformats.org/officeDocument/2006/relationships/customXml" Target="../ink/ink730.xml"/><Relationship Id="rId123" Type="http://schemas.openxmlformats.org/officeDocument/2006/relationships/image" Target="../media/image2721.png"/><Relationship Id="rId144" Type="http://schemas.openxmlformats.org/officeDocument/2006/relationships/customXml" Target="../ink/ink751.xml"/><Relationship Id="rId330" Type="http://schemas.openxmlformats.org/officeDocument/2006/relationships/customXml" Target="../ink/ink844.xml"/><Relationship Id="rId90" Type="http://schemas.openxmlformats.org/officeDocument/2006/relationships/customXml" Target="../ink/ink724.xml"/><Relationship Id="rId165" Type="http://schemas.openxmlformats.org/officeDocument/2006/relationships/image" Target="../media/image2741.png"/><Relationship Id="rId186" Type="http://schemas.openxmlformats.org/officeDocument/2006/relationships/customXml" Target="../ink/ink772.xml"/><Relationship Id="rId351" Type="http://schemas.openxmlformats.org/officeDocument/2006/relationships/image" Target="../media/image2834.png"/><Relationship Id="rId372" Type="http://schemas.openxmlformats.org/officeDocument/2006/relationships/customXml" Target="../ink/ink865.xml"/><Relationship Id="rId393" Type="http://schemas.openxmlformats.org/officeDocument/2006/relationships/image" Target="../media/image2855.png"/><Relationship Id="rId407" Type="http://schemas.openxmlformats.org/officeDocument/2006/relationships/image" Target="../media/image2862.png"/><Relationship Id="rId428" Type="http://schemas.openxmlformats.org/officeDocument/2006/relationships/customXml" Target="../ink/ink893.xml"/><Relationship Id="rId449" Type="http://schemas.openxmlformats.org/officeDocument/2006/relationships/image" Target="../media/image2883.png"/><Relationship Id="rId211" Type="http://schemas.openxmlformats.org/officeDocument/2006/relationships/image" Target="../media/image2764.png"/><Relationship Id="rId232" Type="http://schemas.openxmlformats.org/officeDocument/2006/relationships/customXml" Target="../ink/ink795.xml"/><Relationship Id="rId253" Type="http://schemas.openxmlformats.org/officeDocument/2006/relationships/image" Target="../media/image2785.png"/><Relationship Id="rId274" Type="http://schemas.openxmlformats.org/officeDocument/2006/relationships/customXml" Target="../ink/ink816.xml"/><Relationship Id="rId295" Type="http://schemas.openxmlformats.org/officeDocument/2006/relationships/image" Target="../media/image2806.png"/><Relationship Id="rId309" Type="http://schemas.openxmlformats.org/officeDocument/2006/relationships/image" Target="../media/image2813.png"/><Relationship Id="rId460" Type="http://schemas.openxmlformats.org/officeDocument/2006/relationships/customXml" Target="../ink/ink909.xml"/><Relationship Id="rId481" Type="http://schemas.openxmlformats.org/officeDocument/2006/relationships/image" Target="../media/image2899.png"/><Relationship Id="rId27" Type="http://schemas.openxmlformats.org/officeDocument/2006/relationships/customXml" Target="../ink/ink692.xml"/><Relationship Id="rId48" Type="http://schemas.openxmlformats.org/officeDocument/2006/relationships/image" Target="../media/image2684.png"/><Relationship Id="rId69" Type="http://schemas.openxmlformats.org/officeDocument/2006/relationships/image" Target="../media/image2694.png"/><Relationship Id="rId113" Type="http://schemas.openxmlformats.org/officeDocument/2006/relationships/image" Target="../media/image2716.png"/><Relationship Id="rId134" Type="http://schemas.openxmlformats.org/officeDocument/2006/relationships/customXml" Target="../ink/ink746.xml"/><Relationship Id="rId320" Type="http://schemas.openxmlformats.org/officeDocument/2006/relationships/customXml" Target="../ink/ink839.xml"/><Relationship Id="rId80" Type="http://schemas.openxmlformats.org/officeDocument/2006/relationships/customXml" Target="../ink/ink719.xml"/><Relationship Id="rId155" Type="http://schemas.openxmlformats.org/officeDocument/2006/relationships/image" Target="../media/image2737.png"/><Relationship Id="rId176" Type="http://schemas.openxmlformats.org/officeDocument/2006/relationships/customXml" Target="../ink/ink767.xml"/><Relationship Id="rId197" Type="http://schemas.openxmlformats.org/officeDocument/2006/relationships/image" Target="../media/image2757.png"/><Relationship Id="rId341" Type="http://schemas.openxmlformats.org/officeDocument/2006/relationships/image" Target="../media/image2829.png"/><Relationship Id="rId362" Type="http://schemas.openxmlformats.org/officeDocument/2006/relationships/customXml" Target="../ink/ink860.xml"/><Relationship Id="rId383" Type="http://schemas.openxmlformats.org/officeDocument/2006/relationships/image" Target="../media/image2850.png"/><Relationship Id="rId418" Type="http://schemas.openxmlformats.org/officeDocument/2006/relationships/customXml" Target="../ink/ink888.xml"/><Relationship Id="rId439" Type="http://schemas.openxmlformats.org/officeDocument/2006/relationships/image" Target="../media/image2878.png"/><Relationship Id="rId201" Type="http://schemas.openxmlformats.org/officeDocument/2006/relationships/image" Target="../media/image2759.png"/><Relationship Id="rId222" Type="http://schemas.openxmlformats.org/officeDocument/2006/relationships/customXml" Target="../ink/ink790.xml"/><Relationship Id="rId243" Type="http://schemas.openxmlformats.org/officeDocument/2006/relationships/image" Target="../media/image2780.png"/><Relationship Id="rId264" Type="http://schemas.openxmlformats.org/officeDocument/2006/relationships/customXml" Target="../ink/ink811.xml"/><Relationship Id="rId285" Type="http://schemas.openxmlformats.org/officeDocument/2006/relationships/image" Target="../media/image2801.png"/><Relationship Id="rId450" Type="http://schemas.openxmlformats.org/officeDocument/2006/relationships/customXml" Target="../ink/ink904.xml"/><Relationship Id="rId471" Type="http://schemas.openxmlformats.org/officeDocument/2006/relationships/image" Target="../media/image2894.png"/><Relationship Id="rId17" Type="http://schemas.openxmlformats.org/officeDocument/2006/relationships/customXml" Target="../ink/ink687.xml"/><Relationship Id="rId38" Type="http://schemas.openxmlformats.org/officeDocument/2006/relationships/image" Target="../media/image2680.png"/><Relationship Id="rId59" Type="http://schemas.openxmlformats.org/officeDocument/2006/relationships/customXml" Target="../ink/ink708.xml"/><Relationship Id="rId103" Type="http://schemas.openxmlformats.org/officeDocument/2006/relationships/image" Target="../media/image2711.png"/><Relationship Id="rId124" Type="http://schemas.openxmlformats.org/officeDocument/2006/relationships/customXml" Target="../ink/ink741.xml"/><Relationship Id="rId310" Type="http://schemas.openxmlformats.org/officeDocument/2006/relationships/customXml" Target="../ink/ink834.xml"/><Relationship Id="rId492" Type="http://schemas.openxmlformats.org/officeDocument/2006/relationships/customXml" Target="../ink/ink925.xml"/><Relationship Id="rId70" Type="http://schemas.openxmlformats.org/officeDocument/2006/relationships/customXml" Target="../ink/ink714.xml"/><Relationship Id="rId91" Type="http://schemas.openxmlformats.org/officeDocument/2006/relationships/image" Target="../media/image2705.png"/><Relationship Id="rId145" Type="http://schemas.openxmlformats.org/officeDocument/2006/relationships/image" Target="../media/image2732.png"/><Relationship Id="rId166" Type="http://schemas.openxmlformats.org/officeDocument/2006/relationships/customXml" Target="../ink/ink762.xml"/><Relationship Id="rId187" Type="http://schemas.openxmlformats.org/officeDocument/2006/relationships/image" Target="../media/image2752.png"/><Relationship Id="rId331" Type="http://schemas.openxmlformats.org/officeDocument/2006/relationships/image" Target="../media/image2824.png"/><Relationship Id="rId352" Type="http://schemas.openxmlformats.org/officeDocument/2006/relationships/customXml" Target="../ink/ink855.xml"/><Relationship Id="rId373" Type="http://schemas.openxmlformats.org/officeDocument/2006/relationships/image" Target="../media/image2845.png"/><Relationship Id="rId394" Type="http://schemas.openxmlformats.org/officeDocument/2006/relationships/customXml" Target="../ink/ink876.xml"/><Relationship Id="rId408" Type="http://schemas.openxmlformats.org/officeDocument/2006/relationships/customXml" Target="../ink/ink883.xml"/><Relationship Id="rId429" Type="http://schemas.openxmlformats.org/officeDocument/2006/relationships/image" Target="../media/image2873.png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785.xml"/><Relationship Id="rId233" Type="http://schemas.openxmlformats.org/officeDocument/2006/relationships/image" Target="../media/image2775.png"/><Relationship Id="rId254" Type="http://schemas.openxmlformats.org/officeDocument/2006/relationships/customXml" Target="../ink/ink806.xml"/><Relationship Id="rId440" Type="http://schemas.openxmlformats.org/officeDocument/2006/relationships/customXml" Target="../ink/ink899.xml"/><Relationship Id="rId28" Type="http://schemas.openxmlformats.org/officeDocument/2006/relationships/image" Target="../media/image2675.png"/><Relationship Id="rId49" Type="http://schemas.openxmlformats.org/officeDocument/2006/relationships/customXml" Target="../ink/ink703.xml"/><Relationship Id="rId114" Type="http://schemas.openxmlformats.org/officeDocument/2006/relationships/customXml" Target="../ink/ink736.xml"/><Relationship Id="rId275" Type="http://schemas.openxmlformats.org/officeDocument/2006/relationships/image" Target="../media/image2796.png"/><Relationship Id="rId296" Type="http://schemas.openxmlformats.org/officeDocument/2006/relationships/customXml" Target="../ink/ink827.xml"/><Relationship Id="rId300" Type="http://schemas.openxmlformats.org/officeDocument/2006/relationships/customXml" Target="../ink/ink829.xml"/><Relationship Id="rId461" Type="http://schemas.openxmlformats.org/officeDocument/2006/relationships/image" Target="../media/image2889.png"/><Relationship Id="rId482" Type="http://schemas.openxmlformats.org/officeDocument/2006/relationships/customXml" Target="../ink/ink920.xml"/><Relationship Id="rId60" Type="http://schemas.openxmlformats.org/officeDocument/2006/relationships/image" Target="../media/image2690.png"/><Relationship Id="rId81" Type="http://schemas.openxmlformats.org/officeDocument/2006/relationships/image" Target="../media/image2700.png"/><Relationship Id="rId135" Type="http://schemas.openxmlformats.org/officeDocument/2006/relationships/image" Target="../media/image2727.png"/><Relationship Id="rId156" Type="http://schemas.openxmlformats.org/officeDocument/2006/relationships/customXml" Target="../ink/ink757.xml"/><Relationship Id="rId177" Type="http://schemas.openxmlformats.org/officeDocument/2006/relationships/image" Target="../media/image2747.png"/><Relationship Id="rId198" Type="http://schemas.openxmlformats.org/officeDocument/2006/relationships/customXml" Target="../ink/ink778.xml"/><Relationship Id="rId321" Type="http://schemas.openxmlformats.org/officeDocument/2006/relationships/image" Target="../media/image2819.png"/><Relationship Id="rId342" Type="http://schemas.openxmlformats.org/officeDocument/2006/relationships/customXml" Target="../ink/ink850.xml"/><Relationship Id="rId363" Type="http://schemas.openxmlformats.org/officeDocument/2006/relationships/image" Target="../media/image2840.png"/><Relationship Id="rId384" Type="http://schemas.openxmlformats.org/officeDocument/2006/relationships/customXml" Target="../ink/ink871.xml"/><Relationship Id="rId419" Type="http://schemas.openxmlformats.org/officeDocument/2006/relationships/image" Target="../media/image2868.png"/><Relationship Id="rId202" Type="http://schemas.openxmlformats.org/officeDocument/2006/relationships/customXml" Target="../ink/ink780.xml"/><Relationship Id="rId223" Type="http://schemas.openxmlformats.org/officeDocument/2006/relationships/image" Target="../media/image2770.png"/><Relationship Id="rId244" Type="http://schemas.openxmlformats.org/officeDocument/2006/relationships/customXml" Target="../ink/ink801.xml"/><Relationship Id="rId430" Type="http://schemas.openxmlformats.org/officeDocument/2006/relationships/customXml" Target="../ink/ink894.xml"/><Relationship Id="rId18" Type="http://schemas.openxmlformats.org/officeDocument/2006/relationships/image" Target="../media/image2670.png"/><Relationship Id="rId39" Type="http://schemas.openxmlformats.org/officeDocument/2006/relationships/customXml" Target="../ink/ink698.xml"/><Relationship Id="rId265" Type="http://schemas.openxmlformats.org/officeDocument/2006/relationships/image" Target="../media/image2791.png"/><Relationship Id="rId286" Type="http://schemas.openxmlformats.org/officeDocument/2006/relationships/customXml" Target="../ink/ink822.xml"/><Relationship Id="rId451" Type="http://schemas.openxmlformats.org/officeDocument/2006/relationships/image" Target="../media/image2884.png"/><Relationship Id="rId472" Type="http://schemas.openxmlformats.org/officeDocument/2006/relationships/customXml" Target="../ink/ink915.xml"/><Relationship Id="rId493" Type="http://schemas.openxmlformats.org/officeDocument/2006/relationships/image" Target="../media/image2905.png"/><Relationship Id="rId50" Type="http://schemas.openxmlformats.org/officeDocument/2006/relationships/image" Target="../media/image2685.png"/><Relationship Id="rId104" Type="http://schemas.openxmlformats.org/officeDocument/2006/relationships/customXml" Target="../ink/ink731.xml"/><Relationship Id="rId125" Type="http://schemas.openxmlformats.org/officeDocument/2006/relationships/image" Target="../media/image2722.png"/><Relationship Id="rId146" Type="http://schemas.openxmlformats.org/officeDocument/2006/relationships/customXml" Target="../ink/ink752.xml"/><Relationship Id="rId167" Type="http://schemas.openxmlformats.org/officeDocument/2006/relationships/image" Target="../media/image2742.png"/><Relationship Id="rId188" Type="http://schemas.openxmlformats.org/officeDocument/2006/relationships/customXml" Target="../ink/ink773.xml"/><Relationship Id="rId311" Type="http://schemas.openxmlformats.org/officeDocument/2006/relationships/image" Target="../media/image2814.png"/><Relationship Id="rId332" Type="http://schemas.openxmlformats.org/officeDocument/2006/relationships/customXml" Target="../ink/ink845.xml"/><Relationship Id="rId353" Type="http://schemas.openxmlformats.org/officeDocument/2006/relationships/image" Target="../media/image2835.png"/><Relationship Id="rId374" Type="http://schemas.openxmlformats.org/officeDocument/2006/relationships/customXml" Target="../ink/ink866.xml"/><Relationship Id="rId395" Type="http://schemas.openxmlformats.org/officeDocument/2006/relationships/image" Target="../media/image2856.png"/><Relationship Id="rId409" Type="http://schemas.openxmlformats.org/officeDocument/2006/relationships/image" Target="../media/image2863.png"/><Relationship Id="rId71" Type="http://schemas.openxmlformats.org/officeDocument/2006/relationships/image" Target="../media/image2695.png"/><Relationship Id="rId92" Type="http://schemas.openxmlformats.org/officeDocument/2006/relationships/customXml" Target="../ink/ink725.xml"/><Relationship Id="rId213" Type="http://schemas.openxmlformats.org/officeDocument/2006/relationships/image" Target="../media/image2765.png"/><Relationship Id="rId234" Type="http://schemas.openxmlformats.org/officeDocument/2006/relationships/customXml" Target="../ink/ink796.xml"/><Relationship Id="rId420" Type="http://schemas.openxmlformats.org/officeDocument/2006/relationships/customXml" Target="../ink/ink889.xml"/><Relationship Id="rId2" Type="http://schemas.openxmlformats.org/officeDocument/2006/relationships/image" Target="../media/image8.png"/><Relationship Id="rId29" Type="http://schemas.openxmlformats.org/officeDocument/2006/relationships/customXml" Target="../ink/ink693.xml"/><Relationship Id="rId255" Type="http://schemas.openxmlformats.org/officeDocument/2006/relationships/image" Target="../media/image2786.png"/><Relationship Id="rId276" Type="http://schemas.openxmlformats.org/officeDocument/2006/relationships/customXml" Target="../ink/ink817.xml"/><Relationship Id="rId297" Type="http://schemas.openxmlformats.org/officeDocument/2006/relationships/image" Target="../media/image2807.png"/><Relationship Id="rId441" Type="http://schemas.openxmlformats.org/officeDocument/2006/relationships/image" Target="../media/image2879.png"/><Relationship Id="rId462" Type="http://schemas.openxmlformats.org/officeDocument/2006/relationships/customXml" Target="../ink/ink910.xml"/><Relationship Id="rId483" Type="http://schemas.openxmlformats.org/officeDocument/2006/relationships/image" Target="../media/image2900.png"/><Relationship Id="rId40" Type="http://schemas.openxmlformats.org/officeDocument/2006/relationships/image" Target="../media/image2681.png"/><Relationship Id="rId115" Type="http://schemas.openxmlformats.org/officeDocument/2006/relationships/image" Target="../media/image2717.png"/><Relationship Id="rId136" Type="http://schemas.openxmlformats.org/officeDocument/2006/relationships/customXml" Target="../ink/ink747.xml"/><Relationship Id="rId157" Type="http://schemas.openxmlformats.org/officeDocument/2006/relationships/image" Target="../media/image2738.png"/><Relationship Id="rId178" Type="http://schemas.openxmlformats.org/officeDocument/2006/relationships/customXml" Target="../ink/ink768.xml"/><Relationship Id="rId301" Type="http://schemas.openxmlformats.org/officeDocument/2006/relationships/image" Target="../media/image2809.png"/><Relationship Id="rId322" Type="http://schemas.openxmlformats.org/officeDocument/2006/relationships/customXml" Target="../ink/ink840.xml"/><Relationship Id="rId343" Type="http://schemas.openxmlformats.org/officeDocument/2006/relationships/image" Target="../media/image2830.png"/><Relationship Id="rId364" Type="http://schemas.openxmlformats.org/officeDocument/2006/relationships/customXml" Target="../ink/ink861.xml"/><Relationship Id="rId61" Type="http://schemas.openxmlformats.org/officeDocument/2006/relationships/customXml" Target="../ink/ink709.xml"/><Relationship Id="rId82" Type="http://schemas.openxmlformats.org/officeDocument/2006/relationships/customXml" Target="../ink/ink720.xml"/><Relationship Id="rId199" Type="http://schemas.openxmlformats.org/officeDocument/2006/relationships/image" Target="../media/image2758.png"/><Relationship Id="rId203" Type="http://schemas.openxmlformats.org/officeDocument/2006/relationships/image" Target="../media/image2760.png"/><Relationship Id="rId385" Type="http://schemas.openxmlformats.org/officeDocument/2006/relationships/image" Target="../media/image2851.png"/><Relationship Id="rId19" Type="http://schemas.openxmlformats.org/officeDocument/2006/relationships/customXml" Target="../ink/ink688.xml"/><Relationship Id="rId224" Type="http://schemas.openxmlformats.org/officeDocument/2006/relationships/customXml" Target="../ink/ink791.xml"/><Relationship Id="rId245" Type="http://schemas.openxmlformats.org/officeDocument/2006/relationships/image" Target="../media/image2781.png"/><Relationship Id="rId266" Type="http://schemas.openxmlformats.org/officeDocument/2006/relationships/customXml" Target="../ink/ink812.xml"/><Relationship Id="rId287" Type="http://schemas.openxmlformats.org/officeDocument/2006/relationships/image" Target="../media/image2802.png"/><Relationship Id="rId410" Type="http://schemas.openxmlformats.org/officeDocument/2006/relationships/customXml" Target="../ink/ink884.xml"/><Relationship Id="rId431" Type="http://schemas.openxmlformats.org/officeDocument/2006/relationships/image" Target="../media/image2874.png"/><Relationship Id="rId452" Type="http://schemas.openxmlformats.org/officeDocument/2006/relationships/customXml" Target="../ink/ink905.xml"/><Relationship Id="rId473" Type="http://schemas.openxmlformats.org/officeDocument/2006/relationships/image" Target="../media/image2895.png"/><Relationship Id="rId494" Type="http://schemas.openxmlformats.org/officeDocument/2006/relationships/customXml" Target="../ink/ink926.xml"/><Relationship Id="rId30" Type="http://schemas.openxmlformats.org/officeDocument/2006/relationships/image" Target="../media/image2676.png"/><Relationship Id="rId105" Type="http://schemas.openxmlformats.org/officeDocument/2006/relationships/image" Target="../media/image2712.png"/><Relationship Id="rId126" Type="http://schemas.openxmlformats.org/officeDocument/2006/relationships/customXml" Target="../ink/ink742.xml"/><Relationship Id="rId147" Type="http://schemas.openxmlformats.org/officeDocument/2006/relationships/image" Target="../media/image2733.png"/><Relationship Id="rId168" Type="http://schemas.openxmlformats.org/officeDocument/2006/relationships/customXml" Target="../ink/ink763.xml"/><Relationship Id="rId312" Type="http://schemas.openxmlformats.org/officeDocument/2006/relationships/customXml" Target="../ink/ink835.xml"/><Relationship Id="rId333" Type="http://schemas.openxmlformats.org/officeDocument/2006/relationships/image" Target="../media/image2825.png"/><Relationship Id="rId354" Type="http://schemas.openxmlformats.org/officeDocument/2006/relationships/customXml" Target="../ink/ink856.xml"/><Relationship Id="rId51" Type="http://schemas.openxmlformats.org/officeDocument/2006/relationships/customXml" Target="../ink/ink704.xml"/><Relationship Id="rId72" Type="http://schemas.openxmlformats.org/officeDocument/2006/relationships/customXml" Target="../ink/ink715.xml"/><Relationship Id="rId93" Type="http://schemas.openxmlformats.org/officeDocument/2006/relationships/image" Target="../media/image2706.png"/><Relationship Id="rId189" Type="http://schemas.openxmlformats.org/officeDocument/2006/relationships/image" Target="../media/image2753.png"/><Relationship Id="rId375" Type="http://schemas.openxmlformats.org/officeDocument/2006/relationships/image" Target="../media/image2846.png"/><Relationship Id="rId396" Type="http://schemas.openxmlformats.org/officeDocument/2006/relationships/customXml" Target="../ink/ink877.xml"/><Relationship Id="rId3" Type="http://schemas.openxmlformats.org/officeDocument/2006/relationships/customXml" Target="../ink/ink680.xml"/><Relationship Id="rId214" Type="http://schemas.openxmlformats.org/officeDocument/2006/relationships/customXml" Target="../ink/ink786.xml"/><Relationship Id="rId235" Type="http://schemas.openxmlformats.org/officeDocument/2006/relationships/image" Target="../media/image2776.png"/><Relationship Id="rId256" Type="http://schemas.openxmlformats.org/officeDocument/2006/relationships/customXml" Target="../ink/ink807.xml"/><Relationship Id="rId277" Type="http://schemas.openxmlformats.org/officeDocument/2006/relationships/image" Target="../media/image2797.png"/><Relationship Id="rId298" Type="http://schemas.openxmlformats.org/officeDocument/2006/relationships/customXml" Target="../ink/ink828.xml"/><Relationship Id="rId400" Type="http://schemas.openxmlformats.org/officeDocument/2006/relationships/customXml" Target="../ink/ink879.xml"/><Relationship Id="rId421" Type="http://schemas.openxmlformats.org/officeDocument/2006/relationships/image" Target="../media/image2869.png"/><Relationship Id="rId442" Type="http://schemas.openxmlformats.org/officeDocument/2006/relationships/customXml" Target="../ink/ink900.xml"/><Relationship Id="rId463" Type="http://schemas.openxmlformats.org/officeDocument/2006/relationships/image" Target="../media/image2890.png"/><Relationship Id="rId484" Type="http://schemas.openxmlformats.org/officeDocument/2006/relationships/customXml" Target="../ink/ink921.xml"/><Relationship Id="rId116" Type="http://schemas.openxmlformats.org/officeDocument/2006/relationships/customXml" Target="../ink/ink737.xml"/><Relationship Id="rId137" Type="http://schemas.openxmlformats.org/officeDocument/2006/relationships/image" Target="../media/image2728.png"/><Relationship Id="rId158" Type="http://schemas.openxmlformats.org/officeDocument/2006/relationships/customXml" Target="../ink/ink758.xml"/><Relationship Id="rId302" Type="http://schemas.openxmlformats.org/officeDocument/2006/relationships/customXml" Target="../ink/ink830.xml"/><Relationship Id="rId323" Type="http://schemas.openxmlformats.org/officeDocument/2006/relationships/image" Target="../media/image2820.png"/><Relationship Id="rId344" Type="http://schemas.openxmlformats.org/officeDocument/2006/relationships/customXml" Target="../ink/ink851.xml"/><Relationship Id="rId20" Type="http://schemas.openxmlformats.org/officeDocument/2006/relationships/image" Target="../media/image2671.png"/><Relationship Id="rId41" Type="http://schemas.openxmlformats.org/officeDocument/2006/relationships/customXml" Target="../ink/ink699.xml"/><Relationship Id="rId62" Type="http://schemas.openxmlformats.org/officeDocument/2006/relationships/customXml" Target="../ink/ink710.xml"/><Relationship Id="rId83" Type="http://schemas.openxmlformats.org/officeDocument/2006/relationships/image" Target="../media/image2701.png"/><Relationship Id="rId179" Type="http://schemas.openxmlformats.org/officeDocument/2006/relationships/image" Target="../media/image2748.png"/><Relationship Id="rId365" Type="http://schemas.openxmlformats.org/officeDocument/2006/relationships/image" Target="../media/image2841.png"/><Relationship Id="rId386" Type="http://schemas.openxmlformats.org/officeDocument/2006/relationships/customXml" Target="../ink/ink872.xml"/><Relationship Id="rId190" Type="http://schemas.openxmlformats.org/officeDocument/2006/relationships/customXml" Target="../ink/ink774.xml"/><Relationship Id="rId204" Type="http://schemas.openxmlformats.org/officeDocument/2006/relationships/customXml" Target="../ink/ink781.xml"/><Relationship Id="rId225" Type="http://schemas.openxmlformats.org/officeDocument/2006/relationships/image" Target="../media/image2771.png"/><Relationship Id="rId246" Type="http://schemas.openxmlformats.org/officeDocument/2006/relationships/customXml" Target="../ink/ink802.xml"/><Relationship Id="rId267" Type="http://schemas.openxmlformats.org/officeDocument/2006/relationships/image" Target="../media/image2792.png"/><Relationship Id="rId288" Type="http://schemas.openxmlformats.org/officeDocument/2006/relationships/customXml" Target="../ink/ink823.xml"/><Relationship Id="rId411" Type="http://schemas.openxmlformats.org/officeDocument/2006/relationships/image" Target="../media/image2864.png"/><Relationship Id="rId432" Type="http://schemas.openxmlformats.org/officeDocument/2006/relationships/customXml" Target="../ink/ink895.xml"/><Relationship Id="rId453" Type="http://schemas.openxmlformats.org/officeDocument/2006/relationships/image" Target="../media/image2885.png"/><Relationship Id="rId474" Type="http://schemas.openxmlformats.org/officeDocument/2006/relationships/customXml" Target="../ink/ink916.xml"/><Relationship Id="rId106" Type="http://schemas.openxmlformats.org/officeDocument/2006/relationships/customXml" Target="../ink/ink732.xml"/><Relationship Id="rId127" Type="http://schemas.openxmlformats.org/officeDocument/2006/relationships/image" Target="../media/image2723.png"/><Relationship Id="rId313" Type="http://schemas.openxmlformats.org/officeDocument/2006/relationships/image" Target="../media/image2815.png"/><Relationship Id="rId495" Type="http://schemas.openxmlformats.org/officeDocument/2006/relationships/image" Target="../media/image2906.png"/><Relationship Id="rId10" Type="http://schemas.openxmlformats.org/officeDocument/2006/relationships/image" Target="../media/image2666.png"/><Relationship Id="rId31" Type="http://schemas.openxmlformats.org/officeDocument/2006/relationships/customXml" Target="../ink/ink694.xml"/><Relationship Id="rId52" Type="http://schemas.openxmlformats.org/officeDocument/2006/relationships/image" Target="../media/image2686.png"/><Relationship Id="rId73" Type="http://schemas.openxmlformats.org/officeDocument/2006/relationships/image" Target="../media/image2696.png"/><Relationship Id="rId94" Type="http://schemas.openxmlformats.org/officeDocument/2006/relationships/customXml" Target="../ink/ink726.xml"/><Relationship Id="rId148" Type="http://schemas.openxmlformats.org/officeDocument/2006/relationships/customXml" Target="../ink/ink753.xml"/><Relationship Id="rId169" Type="http://schemas.openxmlformats.org/officeDocument/2006/relationships/image" Target="../media/image2743.png"/><Relationship Id="rId334" Type="http://schemas.openxmlformats.org/officeDocument/2006/relationships/customXml" Target="../ink/ink846.xml"/><Relationship Id="rId355" Type="http://schemas.openxmlformats.org/officeDocument/2006/relationships/image" Target="../media/image2836.png"/><Relationship Id="rId376" Type="http://schemas.openxmlformats.org/officeDocument/2006/relationships/customXml" Target="../ink/ink867.xml"/><Relationship Id="rId397" Type="http://schemas.openxmlformats.org/officeDocument/2006/relationships/image" Target="../media/image2857.png"/><Relationship Id="rId4" Type="http://schemas.openxmlformats.org/officeDocument/2006/relationships/image" Target="../media/image2663.png"/><Relationship Id="rId180" Type="http://schemas.openxmlformats.org/officeDocument/2006/relationships/customXml" Target="../ink/ink769.xml"/><Relationship Id="rId215" Type="http://schemas.openxmlformats.org/officeDocument/2006/relationships/image" Target="../media/image2766.png"/><Relationship Id="rId236" Type="http://schemas.openxmlformats.org/officeDocument/2006/relationships/customXml" Target="../ink/ink797.xml"/><Relationship Id="rId257" Type="http://schemas.openxmlformats.org/officeDocument/2006/relationships/image" Target="../media/image2787.png"/><Relationship Id="rId278" Type="http://schemas.openxmlformats.org/officeDocument/2006/relationships/customXml" Target="../ink/ink818.xml"/><Relationship Id="rId401" Type="http://schemas.openxmlformats.org/officeDocument/2006/relationships/image" Target="../media/image2859.png"/><Relationship Id="rId422" Type="http://schemas.openxmlformats.org/officeDocument/2006/relationships/customXml" Target="../ink/ink890.xml"/><Relationship Id="rId443" Type="http://schemas.openxmlformats.org/officeDocument/2006/relationships/image" Target="../media/image2880.png"/><Relationship Id="rId464" Type="http://schemas.openxmlformats.org/officeDocument/2006/relationships/customXml" Target="../ink/ink911.xml"/><Relationship Id="rId303" Type="http://schemas.openxmlformats.org/officeDocument/2006/relationships/image" Target="../media/image2810.png"/><Relationship Id="rId485" Type="http://schemas.openxmlformats.org/officeDocument/2006/relationships/image" Target="../media/image2901.png"/><Relationship Id="rId42" Type="http://schemas.openxmlformats.org/officeDocument/2006/relationships/image" Target="../media/image2682.png"/><Relationship Id="rId84" Type="http://schemas.openxmlformats.org/officeDocument/2006/relationships/customXml" Target="../ink/ink721.xml"/><Relationship Id="rId138" Type="http://schemas.openxmlformats.org/officeDocument/2006/relationships/customXml" Target="../ink/ink748.xml"/><Relationship Id="rId345" Type="http://schemas.openxmlformats.org/officeDocument/2006/relationships/image" Target="../media/image2831.png"/><Relationship Id="rId387" Type="http://schemas.openxmlformats.org/officeDocument/2006/relationships/image" Target="../media/image2852.png"/><Relationship Id="rId191" Type="http://schemas.openxmlformats.org/officeDocument/2006/relationships/image" Target="../media/image2754.png"/><Relationship Id="rId205" Type="http://schemas.openxmlformats.org/officeDocument/2006/relationships/image" Target="../media/image2761.png"/><Relationship Id="rId247" Type="http://schemas.openxmlformats.org/officeDocument/2006/relationships/image" Target="../media/image2782.png"/><Relationship Id="rId412" Type="http://schemas.openxmlformats.org/officeDocument/2006/relationships/customXml" Target="../ink/ink885.xml"/><Relationship Id="rId107" Type="http://schemas.openxmlformats.org/officeDocument/2006/relationships/image" Target="../media/image2713.png"/><Relationship Id="rId289" Type="http://schemas.openxmlformats.org/officeDocument/2006/relationships/image" Target="../media/image2803.png"/><Relationship Id="rId454" Type="http://schemas.openxmlformats.org/officeDocument/2006/relationships/customXml" Target="../ink/ink906.xml"/><Relationship Id="rId496" Type="http://schemas.openxmlformats.org/officeDocument/2006/relationships/customXml" Target="../ink/ink927.xml"/><Relationship Id="rId11" Type="http://schemas.openxmlformats.org/officeDocument/2006/relationships/customXml" Target="../ink/ink684.xml"/><Relationship Id="rId53" Type="http://schemas.openxmlformats.org/officeDocument/2006/relationships/customXml" Target="../ink/ink705.xml"/><Relationship Id="rId149" Type="http://schemas.openxmlformats.org/officeDocument/2006/relationships/image" Target="../media/image2734.png"/><Relationship Id="rId314" Type="http://schemas.openxmlformats.org/officeDocument/2006/relationships/customXml" Target="../ink/ink836.xml"/><Relationship Id="rId356" Type="http://schemas.openxmlformats.org/officeDocument/2006/relationships/customXml" Target="../ink/ink857.xml"/><Relationship Id="rId398" Type="http://schemas.openxmlformats.org/officeDocument/2006/relationships/customXml" Target="../ink/ink878.xml"/><Relationship Id="rId95" Type="http://schemas.openxmlformats.org/officeDocument/2006/relationships/image" Target="../media/image2707.png"/><Relationship Id="rId160" Type="http://schemas.openxmlformats.org/officeDocument/2006/relationships/customXml" Target="../ink/ink759.xml"/><Relationship Id="rId216" Type="http://schemas.openxmlformats.org/officeDocument/2006/relationships/customXml" Target="../ink/ink787.xml"/><Relationship Id="rId423" Type="http://schemas.openxmlformats.org/officeDocument/2006/relationships/image" Target="../media/image2870.png"/><Relationship Id="rId258" Type="http://schemas.openxmlformats.org/officeDocument/2006/relationships/customXml" Target="../ink/ink808.xml"/><Relationship Id="rId465" Type="http://schemas.openxmlformats.org/officeDocument/2006/relationships/image" Target="../media/image2891.png"/><Relationship Id="rId22" Type="http://schemas.openxmlformats.org/officeDocument/2006/relationships/image" Target="../media/image2672.png"/><Relationship Id="rId64" Type="http://schemas.openxmlformats.org/officeDocument/2006/relationships/customXml" Target="../ink/ink711.xml"/><Relationship Id="rId118" Type="http://schemas.openxmlformats.org/officeDocument/2006/relationships/customXml" Target="../ink/ink738.xml"/><Relationship Id="rId325" Type="http://schemas.openxmlformats.org/officeDocument/2006/relationships/image" Target="../media/image2821.png"/><Relationship Id="rId367" Type="http://schemas.openxmlformats.org/officeDocument/2006/relationships/image" Target="../media/image2842.png"/><Relationship Id="rId171" Type="http://schemas.openxmlformats.org/officeDocument/2006/relationships/image" Target="../media/image2744.png"/><Relationship Id="rId227" Type="http://schemas.openxmlformats.org/officeDocument/2006/relationships/image" Target="../media/image2772.png"/><Relationship Id="rId269" Type="http://schemas.openxmlformats.org/officeDocument/2006/relationships/image" Target="../media/image2793.png"/><Relationship Id="rId434" Type="http://schemas.openxmlformats.org/officeDocument/2006/relationships/customXml" Target="../ink/ink896.xml"/><Relationship Id="rId476" Type="http://schemas.openxmlformats.org/officeDocument/2006/relationships/customXml" Target="../ink/ink917.xml"/><Relationship Id="rId33" Type="http://schemas.openxmlformats.org/officeDocument/2006/relationships/customXml" Target="../ink/ink695.xml"/><Relationship Id="rId129" Type="http://schemas.openxmlformats.org/officeDocument/2006/relationships/image" Target="../media/image2724.png"/><Relationship Id="rId280" Type="http://schemas.openxmlformats.org/officeDocument/2006/relationships/customXml" Target="../ink/ink819.xml"/><Relationship Id="rId336" Type="http://schemas.openxmlformats.org/officeDocument/2006/relationships/customXml" Target="../ink/ink847.xml"/><Relationship Id="rId501" Type="http://schemas.openxmlformats.org/officeDocument/2006/relationships/image" Target="../media/image2909.png"/><Relationship Id="rId75" Type="http://schemas.openxmlformats.org/officeDocument/2006/relationships/image" Target="../media/image2697.png"/><Relationship Id="rId140" Type="http://schemas.openxmlformats.org/officeDocument/2006/relationships/customXml" Target="../ink/ink749.xml"/><Relationship Id="rId182" Type="http://schemas.openxmlformats.org/officeDocument/2006/relationships/customXml" Target="../ink/ink770.xml"/><Relationship Id="rId378" Type="http://schemas.openxmlformats.org/officeDocument/2006/relationships/customXml" Target="../ink/ink868.xml"/><Relationship Id="rId403" Type="http://schemas.openxmlformats.org/officeDocument/2006/relationships/image" Target="../media/image2860.png"/><Relationship Id="rId6" Type="http://schemas.openxmlformats.org/officeDocument/2006/relationships/image" Target="../media/image2664.png"/><Relationship Id="rId238" Type="http://schemas.openxmlformats.org/officeDocument/2006/relationships/customXml" Target="../ink/ink798.xml"/><Relationship Id="rId445" Type="http://schemas.openxmlformats.org/officeDocument/2006/relationships/image" Target="../media/image2881.png"/><Relationship Id="rId487" Type="http://schemas.openxmlformats.org/officeDocument/2006/relationships/image" Target="../media/image2902.png"/><Relationship Id="rId291" Type="http://schemas.openxmlformats.org/officeDocument/2006/relationships/image" Target="../media/image2804.png"/><Relationship Id="rId305" Type="http://schemas.openxmlformats.org/officeDocument/2006/relationships/image" Target="../media/image2811.png"/><Relationship Id="rId347" Type="http://schemas.openxmlformats.org/officeDocument/2006/relationships/image" Target="../media/image2832.png"/><Relationship Id="rId44" Type="http://schemas.openxmlformats.org/officeDocument/2006/relationships/image" Target="../media/image2683.png"/><Relationship Id="rId86" Type="http://schemas.openxmlformats.org/officeDocument/2006/relationships/customXml" Target="../ink/ink722.xml"/><Relationship Id="rId151" Type="http://schemas.openxmlformats.org/officeDocument/2006/relationships/image" Target="../media/image2735.png"/><Relationship Id="rId389" Type="http://schemas.openxmlformats.org/officeDocument/2006/relationships/image" Target="../media/image2853.png"/><Relationship Id="rId193" Type="http://schemas.openxmlformats.org/officeDocument/2006/relationships/image" Target="../media/image2755.png"/><Relationship Id="rId207" Type="http://schemas.openxmlformats.org/officeDocument/2006/relationships/image" Target="../media/image2762.png"/><Relationship Id="rId249" Type="http://schemas.openxmlformats.org/officeDocument/2006/relationships/image" Target="../media/image2783.png"/><Relationship Id="rId414" Type="http://schemas.openxmlformats.org/officeDocument/2006/relationships/customXml" Target="../ink/ink886.xml"/><Relationship Id="rId456" Type="http://schemas.openxmlformats.org/officeDocument/2006/relationships/customXml" Target="../ink/ink907.xml"/><Relationship Id="rId498" Type="http://schemas.openxmlformats.org/officeDocument/2006/relationships/customXml" Target="../ink/ink928.xml"/><Relationship Id="rId13" Type="http://schemas.openxmlformats.org/officeDocument/2006/relationships/customXml" Target="../ink/ink685.xml"/><Relationship Id="rId109" Type="http://schemas.openxmlformats.org/officeDocument/2006/relationships/image" Target="../media/image2714.png"/><Relationship Id="rId260" Type="http://schemas.openxmlformats.org/officeDocument/2006/relationships/customXml" Target="../ink/ink809.xml"/><Relationship Id="rId316" Type="http://schemas.openxmlformats.org/officeDocument/2006/relationships/customXml" Target="../ink/ink837.xml"/><Relationship Id="rId55" Type="http://schemas.openxmlformats.org/officeDocument/2006/relationships/customXml" Target="../ink/ink706.xml"/><Relationship Id="rId97" Type="http://schemas.openxmlformats.org/officeDocument/2006/relationships/image" Target="../media/image2708.png"/><Relationship Id="rId120" Type="http://schemas.openxmlformats.org/officeDocument/2006/relationships/customXml" Target="../ink/ink739.xml"/><Relationship Id="rId358" Type="http://schemas.openxmlformats.org/officeDocument/2006/relationships/customXml" Target="../ink/ink858.xml"/><Relationship Id="rId162" Type="http://schemas.openxmlformats.org/officeDocument/2006/relationships/customXml" Target="../ink/ink760.xml"/><Relationship Id="rId218" Type="http://schemas.openxmlformats.org/officeDocument/2006/relationships/customXml" Target="../ink/ink788.xml"/><Relationship Id="rId425" Type="http://schemas.openxmlformats.org/officeDocument/2006/relationships/image" Target="../media/image2871.png"/><Relationship Id="rId467" Type="http://schemas.openxmlformats.org/officeDocument/2006/relationships/image" Target="../media/image2892.png"/><Relationship Id="rId271" Type="http://schemas.openxmlformats.org/officeDocument/2006/relationships/image" Target="../media/image2794.png"/><Relationship Id="rId24" Type="http://schemas.openxmlformats.org/officeDocument/2006/relationships/image" Target="../media/image2673.png"/><Relationship Id="rId66" Type="http://schemas.openxmlformats.org/officeDocument/2006/relationships/customXml" Target="../ink/ink712.xml"/><Relationship Id="rId131" Type="http://schemas.openxmlformats.org/officeDocument/2006/relationships/image" Target="../media/image2725.png"/><Relationship Id="rId327" Type="http://schemas.openxmlformats.org/officeDocument/2006/relationships/image" Target="../media/image2822.png"/><Relationship Id="rId369" Type="http://schemas.openxmlformats.org/officeDocument/2006/relationships/image" Target="../media/image2843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89.xml"/><Relationship Id="rId299" Type="http://schemas.openxmlformats.org/officeDocument/2006/relationships/image" Target="../media/image3061.png"/><Relationship Id="rId303" Type="http://schemas.openxmlformats.org/officeDocument/2006/relationships/image" Target="../media/image3063.png"/><Relationship Id="rId21" Type="http://schemas.openxmlformats.org/officeDocument/2006/relationships/customXml" Target="../ink/ink941.xml"/><Relationship Id="rId42" Type="http://schemas.openxmlformats.org/officeDocument/2006/relationships/image" Target="../media/image2932.png"/><Relationship Id="rId63" Type="http://schemas.openxmlformats.org/officeDocument/2006/relationships/customXml" Target="../ink/ink962.xml"/><Relationship Id="rId84" Type="http://schemas.openxmlformats.org/officeDocument/2006/relationships/image" Target="../media/image2953.png"/><Relationship Id="rId138" Type="http://schemas.openxmlformats.org/officeDocument/2006/relationships/image" Target="../media/image2980.png"/><Relationship Id="rId159" Type="http://schemas.openxmlformats.org/officeDocument/2006/relationships/customXml" Target="../ink/ink1010.xml"/><Relationship Id="rId324" Type="http://schemas.openxmlformats.org/officeDocument/2006/relationships/customXml" Target="../ink/ink1092.xml"/><Relationship Id="rId345" Type="http://schemas.openxmlformats.org/officeDocument/2006/relationships/image" Target="../media/image3084.png"/><Relationship Id="rId170" Type="http://schemas.openxmlformats.org/officeDocument/2006/relationships/customXml" Target="../ink/ink1015.xml"/><Relationship Id="rId191" Type="http://schemas.openxmlformats.org/officeDocument/2006/relationships/image" Target="../media/image3007.png"/><Relationship Id="rId205" Type="http://schemas.openxmlformats.org/officeDocument/2006/relationships/image" Target="../media/image3014.png"/><Relationship Id="rId226" Type="http://schemas.openxmlformats.org/officeDocument/2006/relationships/customXml" Target="../ink/ink1043.xml"/><Relationship Id="rId247" Type="http://schemas.openxmlformats.org/officeDocument/2006/relationships/image" Target="../media/image3035.png"/><Relationship Id="rId107" Type="http://schemas.openxmlformats.org/officeDocument/2006/relationships/customXml" Target="../ink/ink984.xml"/><Relationship Id="rId268" Type="http://schemas.openxmlformats.org/officeDocument/2006/relationships/customXml" Target="../ink/ink1064.xml"/><Relationship Id="rId289" Type="http://schemas.openxmlformats.org/officeDocument/2006/relationships/image" Target="../media/image3056.png"/><Relationship Id="rId11" Type="http://schemas.openxmlformats.org/officeDocument/2006/relationships/customXml" Target="../ink/ink936.xml"/><Relationship Id="rId32" Type="http://schemas.openxmlformats.org/officeDocument/2006/relationships/image" Target="../media/image2927.png"/><Relationship Id="rId53" Type="http://schemas.openxmlformats.org/officeDocument/2006/relationships/customXml" Target="../ink/ink957.xml"/><Relationship Id="rId74" Type="http://schemas.openxmlformats.org/officeDocument/2006/relationships/image" Target="../media/image2948.png"/><Relationship Id="rId128" Type="http://schemas.openxmlformats.org/officeDocument/2006/relationships/image" Target="../media/image2975.png"/><Relationship Id="rId149" Type="http://schemas.openxmlformats.org/officeDocument/2006/relationships/customXml" Target="../ink/ink1005.xml"/><Relationship Id="rId314" Type="http://schemas.openxmlformats.org/officeDocument/2006/relationships/customXml" Target="../ink/ink1087.xml"/><Relationship Id="rId335" Type="http://schemas.openxmlformats.org/officeDocument/2006/relationships/image" Target="../media/image3079.png"/><Relationship Id="rId356" Type="http://schemas.openxmlformats.org/officeDocument/2006/relationships/customXml" Target="../ink/ink1108.xml"/><Relationship Id="rId5" Type="http://schemas.openxmlformats.org/officeDocument/2006/relationships/customXml" Target="../ink/ink933.xml"/><Relationship Id="rId95" Type="http://schemas.openxmlformats.org/officeDocument/2006/relationships/customXml" Target="../ink/ink978.xml"/><Relationship Id="rId160" Type="http://schemas.openxmlformats.org/officeDocument/2006/relationships/image" Target="../media/image2991.png"/><Relationship Id="rId181" Type="http://schemas.openxmlformats.org/officeDocument/2006/relationships/image" Target="../media/image3002.png"/><Relationship Id="rId216" Type="http://schemas.openxmlformats.org/officeDocument/2006/relationships/customXml" Target="../ink/ink1038.xml"/><Relationship Id="rId237" Type="http://schemas.openxmlformats.org/officeDocument/2006/relationships/image" Target="../media/image3030.png"/><Relationship Id="rId258" Type="http://schemas.openxmlformats.org/officeDocument/2006/relationships/customXml" Target="../ink/ink1059.xml"/><Relationship Id="rId279" Type="http://schemas.openxmlformats.org/officeDocument/2006/relationships/image" Target="../media/image3051.png"/><Relationship Id="rId22" Type="http://schemas.openxmlformats.org/officeDocument/2006/relationships/image" Target="../media/image2922.png"/><Relationship Id="rId43" Type="http://schemas.openxmlformats.org/officeDocument/2006/relationships/customXml" Target="../ink/ink952.xml"/><Relationship Id="rId64" Type="http://schemas.openxmlformats.org/officeDocument/2006/relationships/image" Target="../media/image2943.png"/><Relationship Id="rId118" Type="http://schemas.openxmlformats.org/officeDocument/2006/relationships/image" Target="../media/image2970.png"/><Relationship Id="rId139" Type="http://schemas.openxmlformats.org/officeDocument/2006/relationships/customXml" Target="../ink/ink1000.xml"/><Relationship Id="rId290" Type="http://schemas.openxmlformats.org/officeDocument/2006/relationships/customXml" Target="../ink/ink1075.xml"/><Relationship Id="rId304" Type="http://schemas.openxmlformats.org/officeDocument/2006/relationships/customXml" Target="../ink/ink1082.xml"/><Relationship Id="rId325" Type="http://schemas.openxmlformats.org/officeDocument/2006/relationships/image" Target="../media/image3074.png"/><Relationship Id="rId346" Type="http://schemas.openxmlformats.org/officeDocument/2006/relationships/customXml" Target="../ink/ink1103.xml"/><Relationship Id="rId85" Type="http://schemas.openxmlformats.org/officeDocument/2006/relationships/customXml" Target="../ink/ink973.xml"/><Relationship Id="rId150" Type="http://schemas.openxmlformats.org/officeDocument/2006/relationships/image" Target="../media/image2986.png"/><Relationship Id="rId171" Type="http://schemas.openxmlformats.org/officeDocument/2006/relationships/image" Target="../media/image2997.png"/><Relationship Id="rId192" Type="http://schemas.openxmlformats.org/officeDocument/2006/relationships/customXml" Target="../ink/ink1026.xml"/><Relationship Id="rId206" Type="http://schemas.openxmlformats.org/officeDocument/2006/relationships/customXml" Target="../ink/ink1033.xml"/><Relationship Id="rId227" Type="http://schemas.openxmlformats.org/officeDocument/2006/relationships/image" Target="../media/image3025.png"/><Relationship Id="rId248" Type="http://schemas.openxmlformats.org/officeDocument/2006/relationships/customXml" Target="../ink/ink1054.xml"/><Relationship Id="rId269" Type="http://schemas.openxmlformats.org/officeDocument/2006/relationships/image" Target="../media/image3046.png"/><Relationship Id="rId12" Type="http://schemas.openxmlformats.org/officeDocument/2006/relationships/image" Target="../media/image2917.png"/><Relationship Id="rId33" Type="http://schemas.openxmlformats.org/officeDocument/2006/relationships/customXml" Target="../ink/ink947.xml"/><Relationship Id="rId108" Type="http://schemas.openxmlformats.org/officeDocument/2006/relationships/image" Target="../media/image2965.png"/><Relationship Id="rId129" Type="http://schemas.openxmlformats.org/officeDocument/2006/relationships/customXml" Target="../ink/ink995.xml"/><Relationship Id="rId280" Type="http://schemas.openxmlformats.org/officeDocument/2006/relationships/customXml" Target="../ink/ink1070.xml"/><Relationship Id="rId315" Type="http://schemas.openxmlformats.org/officeDocument/2006/relationships/image" Target="../media/image3069.png"/><Relationship Id="rId336" Type="http://schemas.openxmlformats.org/officeDocument/2006/relationships/customXml" Target="../ink/ink1098.xml"/><Relationship Id="rId357" Type="http://schemas.openxmlformats.org/officeDocument/2006/relationships/image" Target="../media/image3090.png"/><Relationship Id="rId54" Type="http://schemas.openxmlformats.org/officeDocument/2006/relationships/image" Target="../media/image2938.png"/><Relationship Id="rId75" Type="http://schemas.openxmlformats.org/officeDocument/2006/relationships/customXml" Target="../ink/ink968.xml"/><Relationship Id="rId96" Type="http://schemas.openxmlformats.org/officeDocument/2006/relationships/image" Target="../media/image2959.png"/><Relationship Id="rId140" Type="http://schemas.openxmlformats.org/officeDocument/2006/relationships/image" Target="../media/image2981.png"/><Relationship Id="rId161" Type="http://schemas.openxmlformats.org/officeDocument/2006/relationships/customXml" Target="../ink/ink1011.xml"/><Relationship Id="rId182" Type="http://schemas.openxmlformats.org/officeDocument/2006/relationships/customXml" Target="../ink/ink1021.xml"/><Relationship Id="rId217" Type="http://schemas.openxmlformats.org/officeDocument/2006/relationships/image" Target="../media/image3020.png"/><Relationship Id="rId6" Type="http://schemas.openxmlformats.org/officeDocument/2006/relationships/image" Target="../media/image2914.png"/><Relationship Id="rId238" Type="http://schemas.openxmlformats.org/officeDocument/2006/relationships/customXml" Target="../ink/ink1049.xml"/><Relationship Id="rId259" Type="http://schemas.openxmlformats.org/officeDocument/2006/relationships/image" Target="../media/image3041.png"/><Relationship Id="rId23" Type="http://schemas.openxmlformats.org/officeDocument/2006/relationships/customXml" Target="../ink/ink942.xml"/><Relationship Id="rId119" Type="http://schemas.openxmlformats.org/officeDocument/2006/relationships/customXml" Target="../ink/ink990.xml"/><Relationship Id="rId270" Type="http://schemas.openxmlformats.org/officeDocument/2006/relationships/customXml" Target="../ink/ink1065.xml"/><Relationship Id="rId291" Type="http://schemas.openxmlformats.org/officeDocument/2006/relationships/image" Target="../media/image3057.png"/><Relationship Id="rId305" Type="http://schemas.openxmlformats.org/officeDocument/2006/relationships/image" Target="../media/image3064.png"/><Relationship Id="rId326" Type="http://schemas.openxmlformats.org/officeDocument/2006/relationships/customXml" Target="../ink/ink1093.xml"/><Relationship Id="rId347" Type="http://schemas.openxmlformats.org/officeDocument/2006/relationships/image" Target="../media/image3085.png"/><Relationship Id="rId44" Type="http://schemas.openxmlformats.org/officeDocument/2006/relationships/image" Target="../media/image2933.png"/><Relationship Id="rId65" Type="http://schemas.openxmlformats.org/officeDocument/2006/relationships/customXml" Target="../ink/ink963.xml"/><Relationship Id="rId86" Type="http://schemas.openxmlformats.org/officeDocument/2006/relationships/image" Target="../media/image2954.png"/><Relationship Id="rId130" Type="http://schemas.openxmlformats.org/officeDocument/2006/relationships/image" Target="../media/image2976.png"/><Relationship Id="rId151" Type="http://schemas.openxmlformats.org/officeDocument/2006/relationships/customXml" Target="../ink/ink1006.xml"/><Relationship Id="rId172" Type="http://schemas.openxmlformats.org/officeDocument/2006/relationships/customXml" Target="../ink/ink1016.xml"/><Relationship Id="rId193" Type="http://schemas.openxmlformats.org/officeDocument/2006/relationships/image" Target="../media/image3008.png"/><Relationship Id="rId207" Type="http://schemas.openxmlformats.org/officeDocument/2006/relationships/image" Target="../media/image3015.png"/><Relationship Id="rId228" Type="http://schemas.openxmlformats.org/officeDocument/2006/relationships/customXml" Target="../ink/ink1044.xml"/><Relationship Id="rId249" Type="http://schemas.openxmlformats.org/officeDocument/2006/relationships/image" Target="../media/image3036.png"/><Relationship Id="rId13" Type="http://schemas.openxmlformats.org/officeDocument/2006/relationships/customXml" Target="../ink/ink937.xml"/><Relationship Id="rId109" Type="http://schemas.openxmlformats.org/officeDocument/2006/relationships/customXml" Target="../ink/ink985.xml"/><Relationship Id="rId260" Type="http://schemas.openxmlformats.org/officeDocument/2006/relationships/customXml" Target="../ink/ink1060.xml"/><Relationship Id="rId281" Type="http://schemas.openxmlformats.org/officeDocument/2006/relationships/image" Target="../media/image3052.png"/><Relationship Id="rId316" Type="http://schemas.openxmlformats.org/officeDocument/2006/relationships/customXml" Target="../ink/ink1088.xml"/><Relationship Id="rId337" Type="http://schemas.openxmlformats.org/officeDocument/2006/relationships/image" Target="../media/image3080.png"/><Relationship Id="rId34" Type="http://schemas.openxmlformats.org/officeDocument/2006/relationships/image" Target="../media/image2928.png"/><Relationship Id="rId55" Type="http://schemas.openxmlformats.org/officeDocument/2006/relationships/customXml" Target="../ink/ink958.xml"/><Relationship Id="rId76" Type="http://schemas.openxmlformats.org/officeDocument/2006/relationships/image" Target="../media/image2949.png"/><Relationship Id="rId97" Type="http://schemas.openxmlformats.org/officeDocument/2006/relationships/customXml" Target="../ink/ink979.xml"/><Relationship Id="rId120" Type="http://schemas.openxmlformats.org/officeDocument/2006/relationships/image" Target="../media/image2971.png"/><Relationship Id="rId141" Type="http://schemas.openxmlformats.org/officeDocument/2006/relationships/customXml" Target="../ink/ink1001.xml"/><Relationship Id="rId358" Type="http://schemas.openxmlformats.org/officeDocument/2006/relationships/customXml" Target="../ink/ink1109.xml"/><Relationship Id="rId7" Type="http://schemas.openxmlformats.org/officeDocument/2006/relationships/customXml" Target="../ink/ink934.xml"/><Relationship Id="rId162" Type="http://schemas.openxmlformats.org/officeDocument/2006/relationships/image" Target="../media/image2992.png"/><Relationship Id="rId183" Type="http://schemas.openxmlformats.org/officeDocument/2006/relationships/image" Target="../media/image3003.png"/><Relationship Id="rId218" Type="http://schemas.openxmlformats.org/officeDocument/2006/relationships/customXml" Target="../ink/ink1039.xml"/><Relationship Id="rId239" Type="http://schemas.openxmlformats.org/officeDocument/2006/relationships/image" Target="../media/image3031.png"/><Relationship Id="rId250" Type="http://schemas.openxmlformats.org/officeDocument/2006/relationships/customXml" Target="../ink/ink1055.xml"/><Relationship Id="rId271" Type="http://schemas.openxmlformats.org/officeDocument/2006/relationships/image" Target="../media/image3047.png"/><Relationship Id="rId292" Type="http://schemas.openxmlformats.org/officeDocument/2006/relationships/customXml" Target="../ink/ink1076.xml"/><Relationship Id="rId306" Type="http://schemas.openxmlformats.org/officeDocument/2006/relationships/customXml" Target="../ink/ink1083.xml"/><Relationship Id="rId24" Type="http://schemas.openxmlformats.org/officeDocument/2006/relationships/image" Target="../media/image2923.png"/><Relationship Id="rId45" Type="http://schemas.openxmlformats.org/officeDocument/2006/relationships/customXml" Target="../ink/ink953.xml"/><Relationship Id="rId66" Type="http://schemas.openxmlformats.org/officeDocument/2006/relationships/image" Target="../media/image2944.png"/><Relationship Id="rId87" Type="http://schemas.openxmlformats.org/officeDocument/2006/relationships/customXml" Target="../ink/ink974.xml"/><Relationship Id="rId110" Type="http://schemas.openxmlformats.org/officeDocument/2006/relationships/image" Target="../media/image2966.png"/><Relationship Id="rId131" Type="http://schemas.openxmlformats.org/officeDocument/2006/relationships/customXml" Target="../ink/ink996.xml"/><Relationship Id="rId327" Type="http://schemas.openxmlformats.org/officeDocument/2006/relationships/image" Target="../media/image3075.png"/><Relationship Id="rId348" Type="http://schemas.openxmlformats.org/officeDocument/2006/relationships/customXml" Target="../ink/ink1104.xml"/><Relationship Id="rId152" Type="http://schemas.openxmlformats.org/officeDocument/2006/relationships/image" Target="../media/image2987.png"/><Relationship Id="rId173" Type="http://schemas.openxmlformats.org/officeDocument/2006/relationships/image" Target="../media/image2998.png"/><Relationship Id="rId194" Type="http://schemas.openxmlformats.org/officeDocument/2006/relationships/customXml" Target="../ink/ink1027.xml"/><Relationship Id="rId208" Type="http://schemas.openxmlformats.org/officeDocument/2006/relationships/customXml" Target="../ink/ink1034.xml"/><Relationship Id="rId229" Type="http://schemas.openxmlformats.org/officeDocument/2006/relationships/image" Target="../media/image3026.png"/><Relationship Id="rId240" Type="http://schemas.openxmlformats.org/officeDocument/2006/relationships/customXml" Target="../ink/ink1050.xml"/><Relationship Id="rId261" Type="http://schemas.openxmlformats.org/officeDocument/2006/relationships/image" Target="../media/image3042.png"/><Relationship Id="rId14" Type="http://schemas.openxmlformats.org/officeDocument/2006/relationships/image" Target="../media/image2918.png"/><Relationship Id="rId35" Type="http://schemas.openxmlformats.org/officeDocument/2006/relationships/customXml" Target="../ink/ink948.xml"/><Relationship Id="rId56" Type="http://schemas.openxmlformats.org/officeDocument/2006/relationships/image" Target="../media/image2939.png"/><Relationship Id="rId77" Type="http://schemas.openxmlformats.org/officeDocument/2006/relationships/customXml" Target="../ink/ink969.xml"/><Relationship Id="rId100" Type="http://schemas.openxmlformats.org/officeDocument/2006/relationships/image" Target="../media/image2961.png"/><Relationship Id="rId282" Type="http://schemas.openxmlformats.org/officeDocument/2006/relationships/customXml" Target="../ink/ink1071.xml"/><Relationship Id="rId317" Type="http://schemas.openxmlformats.org/officeDocument/2006/relationships/image" Target="../media/image3070.png"/><Relationship Id="rId338" Type="http://schemas.openxmlformats.org/officeDocument/2006/relationships/customXml" Target="../ink/ink1099.xml"/><Relationship Id="rId359" Type="http://schemas.openxmlformats.org/officeDocument/2006/relationships/image" Target="../media/image3091.png"/><Relationship Id="rId8" Type="http://schemas.openxmlformats.org/officeDocument/2006/relationships/image" Target="../media/image2915.png"/><Relationship Id="rId98" Type="http://schemas.openxmlformats.org/officeDocument/2006/relationships/image" Target="../media/image2960.png"/><Relationship Id="rId121" Type="http://schemas.openxmlformats.org/officeDocument/2006/relationships/customXml" Target="../ink/ink991.xml"/><Relationship Id="rId142" Type="http://schemas.openxmlformats.org/officeDocument/2006/relationships/image" Target="../media/image2982.png"/><Relationship Id="rId163" Type="http://schemas.openxmlformats.org/officeDocument/2006/relationships/image" Target="../media/image11.png"/><Relationship Id="rId184" Type="http://schemas.openxmlformats.org/officeDocument/2006/relationships/customXml" Target="../ink/ink1022.xml"/><Relationship Id="rId219" Type="http://schemas.openxmlformats.org/officeDocument/2006/relationships/image" Target="../media/image3021.png"/><Relationship Id="rId230" Type="http://schemas.openxmlformats.org/officeDocument/2006/relationships/customXml" Target="../ink/ink1045.xml"/><Relationship Id="rId251" Type="http://schemas.openxmlformats.org/officeDocument/2006/relationships/image" Target="../media/image3037.png"/><Relationship Id="rId25" Type="http://schemas.openxmlformats.org/officeDocument/2006/relationships/customXml" Target="../ink/ink943.xml"/><Relationship Id="rId46" Type="http://schemas.openxmlformats.org/officeDocument/2006/relationships/image" Target="../media/image2934.png"/><Relationship Id="rId67" Type="http://schemas.openxmlformats.org/officeDocument/2006/relationships/customXml" Target="../ink/ink964.xml"/><Relationship Id="rId272" Type="http://schemas.openxmlformats.org/officeDocument/2006/relationships/customXml" Target="../ink/ink1066.xml"/><Relationship Id="rId293" Type="http://schemas.openxmlformats.org/officeDocument/2006/relationships/image" Target="../media/image3058.png"/><Relationship Id="rId307" Type="http://schemas.openxmlformats.org/officeDocument/2006/relationships/image" Target="../media/image3065.png"/><Relationship Id="rId328" Type="http://schemas.openxmlformats.org/officeDocument/2006/relationships/customXml" Target="../ink/ink1094.xml"/><Relationship Id="rId349" Type="http://schemas.openxmlformats.org/officeDocument/2006/relationships/image" Target="../media/image3086.png"/><Relationship Id="rId88" Type="http://schemas.openxmlformats.org/officeDocument/2006/relationships/image" Target="../media/image2955.png"/><Relationship Id="rId111" Type="http://schemas.openxmlformats.org/officeDocument/2006/relationships/customXml" Target="../ink/ink986.xml"/><Relationship Id="rId132" Type="http://schemas.openxmlformats.org/officeDocument/2006/relationships/image" Target="../media/image2977.png"/><Relationship Id="rId153" Type="http://schemas.openxmlformats.org/officeDocument/2006/relationships/customXml" Target="../ink/ink1007.xml"/><Relationship Id="rId174" Type="http://schemas.openxmlformats.org/officeDocument/2006/relationships/customXml" Target="../ink/ink1017.xml"/><Relationship Id="rId195" Type="http://schemas.openxmlformats.org/officeDocument/2006/relationships/image" Target="../media/image3009.png"/><Relationship Id="rId209" Type="http://schemas.openxmlformats.org/officeDocument/2006/relationships/image" Target="../media/image3016.png"/><Relationship Id="rId360" Type="http://schemas.openxmlformats.org/officeDocument/2006/relationships/customXml" Target="../ink/ink1110.xml"/><Relationship Id="rId220" Type="http://schemas.openxmlformats.org/officeDocument/2006/relationships/customXml" Target="../ink/ink1040.xml"/><Relationship Id="rId241" Type="http://schemas.openxmlformats.org/officeDocument/2006/relationships/image" Target="../media/image3032.png"/><Relationship Id="rId15" Type="http://schemas.openxmlformats.org/officeDocument/2006/relationships/customXml" Target="../ink/ink938.xml"/><Relationship Id="rId36" Type="http://schemas.openxmlformats.org/officeDocument/2006/relationships/image" Target="../media/image2929.png"/><Relationship Id="rId57" Type="http://schemas.openxmlformats.org/officeDocument/2006/relationships/customXml" Target="../ink/ink959.xml"/><Relationship Id="rId106" Type="http://schemas.openxmlformats.org/officeDocument/2006/relationships/image" Target="../media/image2964.png"/><Relationship Id="rId127" Type="http://schemas.openxmlformats.org/officeDocument/2006/relationships/customXml" Target="../ink/ink994.xml"/><Relationship Id="rId262" Type="http://schemas.openxmlformats.org/officeDocument/2006/relationships/customXml" Target="../ink/ink1061.xml"/><Relationship Id="rId283" Type="http://schemas.openxmlformats.org/officeDocument/2006/relationships/image" Target="../media/image3053.png"/><Relationship Id="rId313" Type="http://schemas.openxmlformats.org/officeDocument/2006/relationships/image" Target="../media/image3068.png"/><Relationship Id="rId318" Type="http://schemas.openxmlformats.org/officeDocument/2006/relationships/customXml" Target="../ink/ink1089.xml"/><Relationship Id="rId339" Type="http://schemas.openxmlformats.org/officeDocument/2006/relationships/image" Target="../media/image3081.png"/><Relationship Id="rId10" Type="http://schemas.openxmlformats.org/officeDocument/2006/relationships/image" Target="../media/image2916.png"/><Relationship Id="rId31" Type="http://schemas.openxmlformats.org/officeDocument/2006/relationships/customXml" Target="../ink/ink946.xml"/><Relationship Id="rId52" Type="http://schemas.openxmlformats.org/officeDocument/2006/relationships/image" Target="../media/image2937.png"/><Relationship Id="rId73" Type="http://schemas.openxmlformats.org/officeDocument/2006/relationships/customXml" Target="../ink/ink967.xml"/><Relationship Id="rId78" Type="http://schemas.openxmlformats.org/officeDocument/2006/relationships/image" Target="../media/image2950.png"/><Relationship Id="rId94" Type="http://schemas.openxmlformats.org/officeDocument/2006/relationships/image" Target="../media/image2958.png"/><Relationship Id="rId99" Type="http://schemas.openxmlformats.org/officeDocument/2006/relationships/customXml" Target="../ink/ink980.xml"/><Relationship Id="rId101" Type="http://schemas.openxmlformats.org/officeDocument/2006/relationships/customXml" Target="../ink/ink981.xml"/><Relationship Id="rId122" Type="http://schemas.openxmlformats.org/officeDocument/2006/relationships/image" Target="../media/image2972.png"/><Relationship Id="rId143" Type="http://schemas.openxmlformats.org/officeDocument/2006/relationships/customXml" Target="../ink/ink1002.xml"/><Relationship Id="rId148" Type="http://schemas.openxmlformats.org/officeDocument/2006/relationships/image" Target="../media/image2985.png"/><Relationship Id="rId164" Type="http://schemas.openxmlformats.org/officeDocument/2006/relationships/customXml" Target="../ink/ink1012.xml"/><Relationship Id="rId169" Type="http://schemas.openxmlformats.org/officeDocument/2006/relationships/image" Target="../media/image2996.png"/><Relationship Id="rId185" Type="http://schemas.openxmlformats.org/officeDocument/2006/relationships/image" Target="../media/image3004.png"/><Relationship Id="rId334" Type="http://schemas.openxmlformats.org/officeDocument/2006/relationships/customXml" Target="../ink/ink1097.xml"/><Relationship Id="rId350" Type="http://schemas.openxmlformats.org/officeDocument/2006/relationships/customXml" Target="../ink/ink1105.xml"/><Relationship Id="rId355" Type="http://schemas.openxmlformats.org/officeDocument/2006/relationships/image" Target="../media/image3089.png"/><Relationship Id="rId4" Type="http://schemas.openxmlformats.org/officeDocument/2006/relationships/image" Target="../media/image2913.png"/><Relationship Id="rId9" Type="http://schemas.openxmlformats.org/officeDocument/2006/relationships/customXml" Target="../ink/ink935.xml"/><Relationship Id="rId180" Type="http://schemas.openxmlformats.org/officeDocument/2006/relationships/customXml" Target="../ink/ink1020.xml"/><Relationship Id="rId210" Type="http://schemas.openxmlformats.org/officeDocument/2006/relationships/customXml" Target="../ink/ink1035.xml"/><Relationship Id="rId215" Type="http://schemas.openxmlformats.org/officeDocument/2006/relationships/image" Target="../media/image3019.png"/><Relationship Id="rId236" Type="http://schemas.openxmlformats.org/officeDocument/2006/relationships/customXml" Target="../ink/ink1048.xml"/><Relationship Id="rId257" Type="http://schemas.openxmlformats.org/officeDocument/2006/relationships/image" Target="../media/image3040.png"/><Relationship Id="rId278" Type="http://schemas.openxmlformats.org/officeDocument/2006/relationships/customXml" Target="../ink/ink1069.xml"/><Relationship Id="rId26" Type="http://schemas.openxmlformats.org/officeDocument/2006/relationships/image" Target="../media/image2924.png"/><Relationship Id="rId231" Type="http://schemas.openxmlformats.org/officeDocument/2006/relationships/image" Target="../media/image3027.png"/><Relationship Id="rId252" Type="http://schemas.openxmlformats.org/officeDocument/2006/relationships/customXml" Target="../ink/ink1056.xml"/><Relationship Id="rId273" Type="http://schemas.openxmlformats.org/officeDocument/2006/relationships/image" Target="../media/image3048.png"/><Relationship Id="rId294" Type="http://schemas.openxmlformats.org/officeDocument/2006/relationships/customXml" Target="../ink/ink1077.xml"/><Relationship Id="rId308" Type="http://schemas.openxmlformats.org/officeDocument/2006/relationships/customXml" Target="../ink/ink1084.xml"/><Relationship Id="rId329" Type="http://schemas.openxmlformats.org/officeDocument/2006/relationships/image" Target="../media/image3076.png"/><Relationship Id="rId47" Type="http://schemas.openxmlformats.org/officeDocument/2006/relationships/customXml" Target="../ink/ink954.xml"/><Relationship Id="rId68" Type="http://schemas.openxmlformats.org/officeDocument/2006/relationships/image" Target="../media/image2945.png"/><Relationship Id="rId89" Type="http://schemas.openxmlformats.org/officeDocument/2006/relationships/customXml" Target="../ink/ink975.xml"/><Relationship Id="rId112" Type="http://schemas.openxmlformats.org/officeDocument/2006/relationships/image" Target="../media/image2967.png"/><Relationship Id="rId133" Type="http://schemas.openxmlformats.org/officeDocument/2006/relationships/customXml" Target="../ink/ink997.xml"/><Relationship Id="rId154" Type="http://schemas.openxmlformats.org/officeDocument/2006/relationships/image" Target="../media/image2988.png"/><Relationship Id="rId175" Type="http://schemas.openxmlformats.org/officeDocument/2006/relationships/image" Target="../media/image2999.png"/><Relationship Id="rId340" Type="http://schemas.openxmlformats.org/officeDocument/2006/relationships/customXml" Target="../ink/ink1100.xml"/><Relationship Id="rId361" Type="http://schemas.openxmlformats.org/officeDocument/2006/relationships/image" Target="../media/image3092.png"/><Relationship Id="rId196" Type="http://schemas.openxmlformats.org/officeDocument/2006/relationships/customXml" Target="../ink/ink1028.xml"/><Relationship Id="rId200" Type="http://schemas.openxmlformats.org/officeDocument/2006/relationships/customXml" Target="../ink/ink1030.xml"/><Relationship Id="rId16" Type="http://schemas.openxmlformats.org/officeDocument/2006/relationships/image" Target="../media/image2919.png"/><Relationship Id="rId221" Type="http://schemas.openxmlformats.org/officeDocument/2006/relationships/image" Target="../media/image3022.png"/><Relationship Id="rId242" Type="http://schemas.openxmlformats.org/officeDocument/2006/relationships/customXml" Target="../ink/ink1051.xml"/><Relationship Id="rId263" Type="http://schemas.openxmlformats.org/officeDocument/2006/relationships/image" Target="../media/image3043.png"/><Relationship Id="rId284" Type="http://schemas.openxmlformats.org/officeDocument/2006/relationships/customXml" Target="../ink/ink1072.xml"/><Relationship Id="rId319" Type="http://schemas.openxmlformats.org/officeDocument/2006/relationships/image" Target="../media/image3071.png"/><Relationship Id="rId37" Type="http://schemas.openxmlformats.org/officeDocument/2006/relationships/customXml" Target="../ink/ink949.xml"/><Relationship Id="rId58" Type="http://schemas.openxmlformats.org/officeDocument/2006/relationships/image" Target="../media/image2940.png"/><Relationship Id="rId79" Type="http://schemas.openxmlformats.org/officeDocument/2006/relationships/customXml" Target="../ink/ink970.xml"/><Relationship Id="rId102" Type="http://schemas.openxmlformats.org/officeDocument/2006/relationships/image" Target="../media/image2962.png"/><Relationship Id="rId123" Type="http://schemas.openxmlformats.org/officeDocument/2006/relationships/customXml" Target="../ink/ink992.xml"/><Relationship Id="rId144" Type="http://schemas.openxmlformats.org/officeDocument/2006/relationships/image" Target="../media/image2983.png"/><Relationship Id="rId330" Type="http://schemas.openxmlformats.org/officeDocument/2006/relationships/customXml" Target="../ink/ink1095.xml"/><Relationship Id="rId90" Type="http://schemas.openxmlformats.org/officeDocument/2006/relationships/image" Target="../media/image2956.png"/><Relationship Id="rId165" Type="http://schemas.openxmlformats.org/officeDocument/2006/relationships/image" Target="../media/image2994.png"/><Relationship Id="rId186" Type="http://schemas.openxmlformats.org/officeDocument/2006/relationships/customXml" Target="../ink/ink1023.xml"/><Relationship Id="rId351" Type="http://schemas.openxmlformats.org/officeDocument/2006/relationships/image" Target="../media/image3087.png"/><Relationship Id="rId211" Type="http://schemas.openxmlformats.org/officeDocument/2006/relationships/image" Target="../media/image3017.png"/><Relationship Id="rId232" Type="http://schemas.openxmlformats.org/officeDocument/2006/relationships/customXml" Target="../ink/ink1046.xml"/><Relationship Id="rId253" Type="http://schemas.openxmlformats.org/officeDocument/2006/relationships/image" Target="../media/image3038.png"/><Relationship Id="rId274" Type="http://schemas.openxmlformats.org/officeDocument/2006/relationships/customXml" Target="../ink/ink1067.xml"/><Relationship Id="rId295" Type="http://schemas.openxmlformats.org/officeDocument/2006/relationships/image" Target="../media/image3059.png"/><Relationship Id="rId309" Type="http://schemas.openxmlformats.org/officeDocument/2006/relationships/image" Target="../media/image3066.png"/><Relationship Id="rId27" Type="http://schemas.openxmlformats.org/officeDocument/2006/relationships/customXml" Target="../ink/ink944.xml"/><Relationship Id="rId48" Type="http://schemas.openxmlformats.org/officeDocument/2006/relationships/image" Target="../media/image2935.png"/><Relationship Id="rId69" Type="http://schemas.openxmlformats.org/officeDocument/2006/relationships/customXml" Target="../ink/ink965.xml"/><Relationship Id="rId113" Type="http://schemas.openxmlformats.org/officeDocument/2006/relationships/customXml" Target="../ink/ink987.xml"/><Relationship Id="rId134" Type="http://schemas.openxmlformats.org/officeDocument/2006/relationships/image" Target="../media/image2978.png"/><Relationship Id="rId320" Type="http://schemas.openxmlformats.org/officeDocument/2006/relationships/customXml" Target="../ink/ink1090.xml"/><Relationship Id="rId80" Type="http://schemas.openxmlformats.org/officeDocument/2006/relationships/image" Target="../media/image2951.png"/><Relationship Id="rId155" Type="http://schemas.openxmlformats.org/officeDocument/2006/relationships/customXml" Target="../ink/ink1008.xml"/><Relationship Id="rId176" Type="http://schemas.openxmlformats.org/officeDocument/2006/relationships/customXml" Target="../ink/ink1018.xml"/><Relationship Id="rId197" Type="http://schemas.openxmlformats.org/officeDocument/2006/relationships/image" Target="../media/image3010.png"/><Relationship Id="rId341" Type="http://schemas.openxmlformats.org/officeDocument/2006/relationships/image" Target="../media/image3082.png"/><Relationship Id="rId201" Type="http://schemas.openxmlformats.org/officeDocument/2006/relationships/image" Target="../media/image3012.png"/><Relationship Id="rId222" Type="http://schemas.openxmlformats.org/officeDocument/2006/relationships/customXml" Target="../ink/ink1041.xml"/><Relationship Id="rId243" Type="http://schemas.openxmlformats.org/officeDocument/2006/relationships/image" Target="../media/image3033.png"/><Relationship Id="rId264" Type="http://schemas.openxmlformats.org/officeDocument/2006/relationships/customXml" Target="../ink/ink1062.xml"/><Relationship Id="rId285" Type="http://schemas.openxmlformats.org/officeDocument/2006/relationships/image" Target="../media/image3054.png"/><Relationship Id="rId17" Type="http://schemas.openxmlformats.org/officeDocument/2006/relationships/customXml" Target="../ink/ink939.xml"/><Relationship Id="rId38" Type="http://schemas.openxmlformats.org/officeDocument/2006/relationships/image" Target="../media/image2930.png"/><Relationship Id="rId59" Type="http://schemas.openxmlformats.org/officeDocument/2006/relationships/customXml" Target="../ink/ink960.xml"/><Relationship Id="rId103" Type="http://schemas.openxmlformats.org/officeDocument/2006/relationships/customXml" Target="../ink/ink982.xml"/><Relationship Id="rId124" Type="http://schemas.openxmlformats.org/officeDocument/2006/relationships/image" Target="../media/image2973.png"/><Relationship Id="rId310" Type="http://schemas.openxmlformats.org/officeDocument/2006/relationships/customXml" Target="../ink/ink1085.xml"/><Relationship Id="rId70" Type="http://schemas.openxmlformats.org/officeDocument/2006/relationships/image" Target="../media/image2946.png"/><Relationship Id="rId91" Type="http://schemas.openxmlformats.org/officeDocument/2006/relationships/customXml" Target="../ink/ink976.xml"/><Relationship Id="rId145" Type="http://schemas.openxmlformats.org/officeDocument/2006/relationships/customXml" Target="../ink/ink1003.xml"/><Relationship Id="rId166" Type="http://schemas.openxmlformats.org/officeDocument/2006/relationships/customXml" Target="../ink/ink1013.xml"/><Relationship Id="rId187" Type="http://schemas.openxmlformats.org/officeDocument/2006/relationships/image" Target="../media/image3005.png"/><Relationship Id="rId331" Type="http://schemas.openxmlformats.org/officeDocument/2006/relationships/image" Target="../media/image3077.png"/><Relationship Id="rId352" Type="http://schemas.openxmlformats.org/officeDocument/2006/relationships/customXml" Target="../ink/ink1106.xml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1036.xml"/><Relationship Id="rId233" Type="http://schemas.openxmlformats.org/officeDocument/2006/relationships/image" Target="../media/image3028.png"/><Relationship Id="rId254" Type="http://schemas.openxmlformats.org/officeDocument/2006/relationships/customXml" Target="../ink/ink1057.xml"/><Relationship Id="rId28" Type="http://schemas.openxmlformats.org/officeDocument/2006/relationships/image" Target="../media/image2925.png"/><Relationship Id="rId49" Type="http://schemas.openxmlformats.org/officeDocument/2006/relationships/customXml" Target="../ink/ink955.xml"/><Relationship Id="rId114" Type="http://schemas.openxmlformats.org/officeDocument/2006/relationships/image" Target="../media/image2968.png"/><Relationship Id="rId275" Type="http://schemas.openxmlformats.org/officeDocument/2006/relationships/image" Target="../media/image3049.png"/><Relationship Id="rId296" Type="http://schemas.openxmlformats.org/officeDocument/2006/relationships/customXml" Target="../ink/ink1078.xml"/><Relationship Id="rId300" Type="http://schemas.openxmlformats.org/officeDocument/2006/relationships/customXml" Target="../ink/ink1080.xml"/><Relationship Id="rId60" Type="http://schemas.openxmlformats.org/officeDocument/2006/relationships/image" Target="../media/image2941.png"/><Relationship Id="rId81" Type="http://schemas.openxmlformats.org/officeDocument/2006/relationships/customXml" Target="../ink/ink971.xml"/><Relationship Id="rId135" Type="http://schemas.openxmlformats.org/officeDocument/2006/relationships/customXml" Target="../ink/ink998.xml"/><Relationship Id="rId156" Type="http://schemas.openxmlformats.org/officeDocument/2006/relationships/image" Target="../media/image2989.png"/><Relationship Id="rId177" Type="http://schemas.openxmlformats.org/officeDocument/2006/relationships/image" Target="../media/image3000.png"/><Relationship Id="rId198" Type="http://schemas.openxmlformats.org/officeDocument/2006/relationships/customXml" Target="../ink/ink1029.xml"/><Relationship Id="rId321" Type="http://schemas.openxmlformats.org/officeDocument/2006/relationships/image" Target="../media/image3072.png"/><Relationship Id="rId342" Type="http://schemas.openxmlformats.org/officeDocument/2006/relationships/customXml" Target="../ink/ink1101.xml"/><Relationship Id="rId202" Type="http://schemas.openxmlformats.org/officeDocument/2006/relationships/customXml" Target="../ink/ink1031.xml"/><Relationship Id="rId223" Type="http://schemas.openxmlformats.org/officeDocument/2006/relationships/image" Target="../media/image3023.png"/><Relationship Id="rId244" Type="http://schemas.openxmlformats.org/officeDocument/2006/relationships/customXml" Target="../ink/ink1052.xml"/><Relationship Id="rId18" Type="http://schemas.openxmlformats.org/officeDocument/2006/relationships/image" Target="../media/image2920.png"/><Relationship Id="rId39" Type="http://schemas.openxmlformats.org/officeDocument/2006/relationships/customXml" Target="../ink/ink950.xml"/><Relationship Id="rId265" Type="http://schemas.openxmlformats.org/officeDocument/2006/relationships/image" Target="../media/image3044.png"/><Relationship Id="rId286" Type="http://schemas.openxmlformats.org/officeDocument/2006/relationships/customXml" Target="../ink/ink1073.xml"/><Relationship Id="rId50" Type="http://schemas.openxmlformats.org/officeDocument/2006/relationships/image" Target="../media/image2936.png"/><Relationship Id="rId104" Type="http://schemas.openxmlformats.org/officeDocument/2006/relationships/image" Target="../media/image2963.png"/><Relationship Id="rId125" Type="http://schemas.openxmlformats.org/officeDocument/2006/relationships/customXml" Target="../ink/ink993.xml"/><Relationship Id="rId146" Type="http://schemas.openxmlformats.org/officeDocument/2006/relationships/image" Target="../media/image2984.png"/><Relationship Id="rId167" Type="http://schemas.openxmlformats.org/officeDocument/2006/relationships/image" Target="../media/image2995.png"/><Relationship Id="rId188" Type="http://schemas.openxmlformats.org/officeDocument/2006/relationships/customXml" Target="../ink/ink1024.xml"/><Relationship Id="rId311" Type="http://schemas.openxmlformats.org/officeDocument/2006/relationships/image" Target="../media/image3067.png"/><Relationship Id="rId332" Type="http://schemas.openxmlformats.org/officeDocument/2006/relationships/customXml" Target="../ink/ink1096.xml"/><Relationship Id="rId353" Type="http://schemas.openxmlformats.org/officeDocument/2006/relationships/image" Target="../media/image3088.png"/><Relationship Id="rId71" Type="http://schemas.openxmlformats.org/officeDocument/2006/relationships/customXml" Target="../ink/ink966.xml"/><Relationship Id="rId92" Type="http://schemas.openxmlformats.org/officeDocument/2006/relationships/image" Target="../media/image2957.png"/><Relationship Id="rId213" Type="http://schemas.openxmlformats.org/officeDocument/2006/relationships/image" Target="../media/image3018.png"/><Relationship Id="rId234" Type="http://schemas.openxmlformats.org/officeDocument/2006/relationships/customXml" Target="../ink/ink1047.xml"/><Relationship Id="rId2" Type="http://schemas.openxmlformats.org/officeDocument/2006/relationships/image" Target="../media/image10.png"/><Relationship Id="rId29" Type="http://schemas.openxmlformats.org/officeDocument/2006/relationships/customXml" Target="../ink/ink945.xml"/><Relationship Id="rId255" Type="http://schemas.openxmlformats.org/officeDocument/2006/relationships/image" Target="../media/image3039.png"/><Relationship Id="rId276" Type="http://schemas.openxmlformats.org/officeDocument/2006/relationships/customXml" Target="../ink/ink1068.xml"/><Relationship Id="rId297" Type="http://schemas.openxmlformats.org/officeDocument/2006/relationships/image" Target="../media/image3060.png"/><Relationship Id="rId40" Type="http://schemas.openxmlformats.org/officeDocument/2006/relationships/image" Target="../media/image2931.png"/><Relationship Id="rId115" Type="http://schemas.openxmlformats.org/officeDocument/2006/relationships/customXml" Target="../ink/ink988.xml"/><Relationship Id="rId136" Type="http://schemas.openxmlformats.org/officeDocument/2006/relationships/image" Target="../media/image2979.png"/><Relationship Id="rId157" Type="http://schemas.openxmlformats.org/officeDocument/2006/relationships/customXml" Target="../ink/ink1009.xml"/><Relationship Id="rId178" Type="http://schemas.openxmlformats.org/officeDocument/2006/relationships/customXml" Target="../ink/ink1019.xml"/><Relationship Id="rId301" Type="http://schemas.openxmlformats.org/officeDocument/2006/relationships/image" Target="../media/image3062.png"/><Relationship Id="rId322" Type="http://schemas.openxmlformats.org/officeDocument/2006/relationships/customXml" Target="../ink/ink1091.xml"/><Relationship Id="rId343" Type="http://schemas.openxmlformats.org/officeDocument/2006/relationships/image" Target="../media/image3083.png"/><Relationship Id="rId61" Type="http://schemas.openxmlformats.org/officeDocument/2006/relationships/customXml" Target="../ink/ink961.xml"/><Relationship Id="rId82" Type="http://schemas.openxmlformats.org/officeDocument/2006/relationships/image" Target="../media/image2952.png"/><Relationship Id="rId199" Type="http://schemas.openxmlformats.org/officeDocument/2006/relationships/image" Target="../media/image3011.png"/><Relationship Id="rId203" Type="http://schemas.openxmlformats.org/officeDocument/2006/relationships/image" Target="../media/image3013.png"/><Relationship Id="rId19" Type="http://schemas.openxmlformats.org/officeDocument/2006/relationships/customXml" Target="../ink/ink940.xml"/><Relationship Id="rId224" Type="http://schemas.openxmlformats.org/officeDocument/2006/relationships/customXml" Target="../ink/ink1042.xml"/><Relationship Id="rId245" Type="http://schemas.openxmlformats.org/officeDocument/2006/relationships/image" Target="../media/image3034.png"/><Relationship Id="rId266" Type="http://schemas.openxmlformats.org/officeDocument/2006/relationships/customXml" Target="../ink/ink1063.xml"/><Relationship Id="rId287" Type="http://schemas.openxmlformats.org/officeDocument/2006/relationships/image" Target="../media/image3055.png"/><Relationship Id="rId30" Type="http://schemas.openxmlformats.org/officeDocument/2006/relationships/image" Target="../media/image2926.png"/><Relationship Id="rId105" Type="http://schemas.openxmlformats.org/officeDocument/2006/relationships/customXml" Target="../ink/ink983.xml"/><Relationship Id="rId126" Type="http://schemas.openxmlformats.org/officeDocument/2006/relationships/image" Target="../media/image2974.png"/><Relationship Id="rId147" Type="http://schemas.openxmlformats.org/officeDocument/2006/relationships/customXml" Target="../ink/ink1004.xml"/><Relationship Id="rId168" Type="http://schemas.openxmlformats.org/officeDocument/2006/relationships/customXml" Target="../ink/ink1014.xml"/><Relationship Id="rId312" Type="http://schemas.openxmlformats.org/officeDocument/2006/relationships/customXml" Target="../ink/ink1086.xml"/><Relationship Id="rId333" Type="http://schemas.openxmlformats.org/officeDocument/2006/relationships/image" Target="../media/image3078.png"/><Relationship Id="rId354" Type="http://schemas.openxmlformats.org/officeDocument/2006/relationships/customXml" Target="../ink/ink1107.xml"/><Relationship Id="rId51" Type="http://schemas.openxmlformats.org/officeDocument/2006/relationships/customXml" Target="../ink/ink956.xml"/><Relationship Id="rId72" Type="http://schemas.openxmlformats.org/officeDocument/2006/relationships/image" Target="../media/image2947.png"/><Relationship Id="rId93" Type="http://schemas.openxmlformats.org/officeDocument/2006/relationships/customXml" Target="../ink/ink977.xml"/><Relationship Id="rId189" Type="http://schemas.openxmlformats.org/officeDocument/2006/relationships/image" Target="../media/image3006.png"/><Relationship Id="rId3" Type="http://schemas.openxmlformats.org/officeDocument/2006/relationships/customXml" Target="../ink/ink932.xml"/><Relationship Id="rId214" Type="http://schemas.openxmlformats.org/officeDocument/2006/relationships/customXml" Target="../ink/ink1037.xml"/><Relationship Id="rId235" Type="http://schemas.openxmlformats.org/officeDocument/2006/relationships/image" Target="../media/image3029.png"/><Relationship Id="rId256" Type="http://schemas.openxmlformats.org/officeDocument/2006/relationships/customXml" Target="../ink/ink1058.xml"/><Relationship Id="rId277" Type="http://schemas.openxmlformats.org/officeDocument/2006/relationships/image" Target="../media/image3050.png"/><Relationship Id="rId298" Type="http://schemas.openxmlformats.org/officeDocument/2006/relationships/customXml" Target="../ink/ink1079.xml"/><Relationship Id="rId116" Type="http://schemas.openxmlformats.org/officeDocument/2006/relationships/image" Target="../media/image2969.png"/><Relationship Id="rId137" Type="http://schemas.openxmlformats.org/officeDocument/2006/relationships/customXml" Target="../ink/ink999.xml"/><Relationship Id="rId158" Type="http://schemas.openxmlformats.org/officeDocument/2006/relationships/image" Target="../media/image2990.png"/><Relationship Id="rId302" Type="http://schemas.openxmlformats.org/officeDocument/2006/relationships/customXml" Target="../ink/ink1081.xml"/><Relationship Id="rId323" Type="http://schemas.openxmlformats.org/officeDocument/2006/relationships/image" Target="../media/image3073.png"/><Relationship Id="rId344" Type="http://schemas.openxmlformats.org/officeDocument/2006/relationships/customXml" Target="../ink/ink1102.xml"/><Relationship Id="rId20" Type="http://schemas.openxmlformats.org/officeDocument/2006/relationships/image" Target="../media/image2921.png"/><Relationship Id="rId41" Type="http://schemas.openxmlformats.org/officeDocument/2006/relationships/customXml" Target="../ink/ink951.xml"/><Relationship Id="rId62" Type="http://schemas.openxmlformats.org/officeDocument/2006/relationships/image" Target="../media/image2942.png"/><Relationship Id="rId83" Type="http://schemas.openxmlformats.org/officeDocument/2006/relationships/customXml" Target="../ink/ink972.xml"/><Relationship Id="rId179" Type="http://schemas.openxmlformats.org/officeDocument/2006/relationships/image" Target="../media/image3001.png"/><Relationship Id="rId190" Type="http://schemas.openxmlformats.org/officeDocument/2006/relationships/customXml" Target="../ink/ink1025.xml"/><Relationship Id="rId204" Type="http://schemas.openxmlformats.org/officeDocument/2006/relationships/customXml" Target="../ink/ink1032.xml"/><Relationship Id="rId225" Type="http://schemas.openxmlformats.org/officeDocument/2006/relationships/image" Target="../media/image3024.png"/><Relationship Id="rId246" Type="http://schemas.openxmlformats.org/officeDocument/2006/relationships/customXml" Target="../ink/ink1053.xml"/><Relationship Id="rId267" Type="http://schemas.openxmlformats.org/officeDocument/2006/relationships/image" Target="../media/image3045.png"/><Relationship Id="rId288" Type="http://schemas.openxmlformats.org/officeDocument/2006/relationships/customXml" Target="../ink/ink107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68.xml"/><Relationship Id="rId299" Type="http://schemas.openxmlformats.org/officeDocument/2006/relationships/image" Target="../media/image3239.png"/><Relationship Id="rId303" Type="http://schemas.openxmlformats.org/officeDocument/2006/relationships/image" Target="../media/image3241.png"/><Relationship Id="rId21" Type="http://schemas.openxmlformats.org/officeDocument/2006/relationships/customXml" Target="../ink/ink1120.xml"/><Relationship Id="rId42" Type="http://schemas.openxmlformats.org/officeDocument/2006/relationships/image" Target="../media/image3112.png"/><Relationship Id="rId63" Type="http://schemas.openxmlformats.org/officeDocument/2006/relationships/customXml" Target="../ink/ink1141.xml"/><Relationship Id="rId84" Type="http://schemas.openxmlformats.org/officeDocument/2006/relationships/image" Target="../media/image3132.png"/><Relationship Id="rId138" Type="http://schemas.openxmlformats.org/officeDocument/2006/relationships/image" Target="../media/image3159.png"/><Relationship Id="rId159" Type="http://schemas.openxmlformats.org/officeDocument/2006/relationships/customXml" Target="../ink/ink1189.xml"/><Relationship Id="rId324" Type="http://schemas.openxmlformats.org/officeDocument/2006/relationships/customXml" Target="../ink/ink1272.xml"/><Relationship Id="rId345" Type="http://schemas.openxmlformats.org/officeDocument/2006/relationships/image" Target="../media/image3262.png"/><Relationship Id="rId170" Type="http://schemas.openxmlformats.org/officeDocument/2006/relationships/image" Target="../media/image3175.png"/><Relationship Id="rId191" Type="http://schemas.openxmlformats.org/officeDocument/2006/relationships/customXml" Target="../ink/ink1205.xml"/><Relationship Id="rId205" Type="http://schemas.openxmlformats.org/officeDocument/2006/relationships/customXml" Target="../ink/ink1212.xml"/><Relationship Id="rId226" Type="http://schemas.openxmlformats.org/officeDocument/2006/relationships/image" Target="../media/image3203.png"/><Relationship Id="rId247" Type="http://schemas.openxmlformats.org/officeDocument/2006/relationships/customXml" Target="../ink/ink1233.xml"/><Relationship Id="rId107" Type="http://schemas.openxmlformats.org/officeDocument/2006/relationships/customXml" Target="../ink/ink1163.xml"/><Relationship Id="rId268" Type="http://schemas.openxmlformats.org/officeDocument/2006/relationships/image" Target="../media/image3224.png"/><Relationship Id="rId289" Type="http://schemas.openxmlformats.org/officeDocument/2006/relationships/image" Target="../media/image3234.png"/><Relationship Id="rId11" Type="http://schemas.openxmlformats.org/officeDocument/2006/relationships/customXml" Target="../ink/ink1115.xml"/><Relationship Id="rId32" Type="http://schemas.openxmlformats.org/officeDocument/2006/relationships/image" Target="../media/image3107.png"/><Relationship Id="rId53" Type="http://schemas.openxmlformats.org/officeDocument/2006/relationships/customXml" Target="../ink/ink1136.xml"/><Relationship Id="rId74" Type="http://schemas.openxmlformats.org/officeDocument/2006/relationships/image" Target="../media/image3128.png"/><Relationship Id="rId128" Type="http://schemas.openxmlformats.org/officeDocument/2006/relationships/image" Target="../media/image3154.png"/><Relationship Id="rId149" Type="http://schemas.openxmlformats.org/officeDocument/2006/relationships/customXml" Target="../ink/ink1184.xml"/><Relationship Id="rId314" Type="http://schemas.openxmlformats.org/officeDocument/2006/relationships/customXml" Target="../ink/ink1267.xml"/><Relationship Id="rId335" Type="http://schemas.openxmlformats.org/officeDocument/2006/relationships/image" Target="../media/image3257.png"/><Relationship Id="rId5" Type="http://schemas.openxmlformats.org/officeDocument/2006/relationships/customXml" Target="../ink/ink1112.xml"/><Relationship Id="rId95" Type="http://schemas.openxmlformats.org/officeDocument/2006/relationships/customXml" Target="../ink/ink1157.xml"/><Relationship Id="rId160" Type="http://schemas.openxmlformats.org/officeDocument/2006/relationships/image" Target="../media/image3170.png"/><Relationship Id="rId181" Type="http://schemas.openxmlformats.org/officeDocument/2006/relationships/customXml" Target="../ink/ink1200.xml"/><Relationship Id="rId216" Type="http://schemas.openxmlformats.org/officeDocument/2006/relationships/image" Target="../media/image3198.png"/><Relationship Id="rId237" Type="http://schemas.openxmlformats.org/officeDocument/2006/relationships/customXml" Target="../ink/ink1228.xml"/><Relationship Id="rId258" Type="http://schemas.openxmlformats.org/officeDocument/2006/relationships/image" Target="../media/image3219.png"/><Relationship Id="rId279" Type="http://schemas.openxmlformats.org/officeDocument/2006/relationships/customXml" Target="../ink/ink1249.xml"/><Relationship Id="rId22" Type="http://schemas.openxmlformats.org/officeDocument/2006/relationships/image" Target="../media/image3103.png"/><Relationship Id="rId43" Type="http://schemas.openxmlformats.org/officeDocument/2006/relationships/customXml" Target="../ink/ink1131.xml"/><Relationship Id="rId64" Type="http://schemas.openxmlformats.org/officeDocument/2006/relationships/image" Target="../media/image3123.png"/><Relationship Id="rId118" Type="http://schemas.openxmlformats.org/officeDocument/2006/relationships/image" Target="../media/image3149.png"/><Relationship Id="rId139" Type="http://schemas.openxmlformats.org/officeDocument/2006/relationships/customXml" Target="../ink/ink1179.xml"/><Relationship Id="rId290" Type="http://schemas.openxmlformats.org/officeDocument/2006/relationships/customXml" Target="../ink/ink1255.xml"/><Relationship Id="rId304" Type="http://schemas.openxmlformats.org/officeDocument/2006/relationships/customXml" Target="../ink/ink1262.xml"/><Relationship Id="rId325" Type="http://schemas.openxmlformats.org/officeDocument/2006/relationships/image" Target="../media/image3252.png"/><Relationship Id="rId85" Type="http://schemas.openxmlformats.org/officeDocument/2006/relationships/customXml" Target="../ink/ink1152.xml"/><Relationship Id="rId150" Type="http://schemas.openxmlformats.org/officeDocument/2006/relationships/image" Target="../media/image3165.png"/><Relationship Id="rId171" Type="http://schemas.openxmlformats.org/officeDocument/2006/relationships/customXml" Target="../ink/ink1195.xml"/><Relationship Id="rId192" Type="http://schemas.openxmlformats.org/officeDocument/2006/relationships/image" Target="../media/image3186.png"/><Relationship Id="rId206" Type="http://schemas.openxmlformats.org/officeDocument/2006/relationships/image" Target="../media/image3193.png"/><Relationship Id="rId227" Type="http://schemas.openxmlformats.org/officeDocument/2006/relationships/customXml" Target="../ink/ink1223.xml"/><Relationship Id="rId248" Type="http://schemas.openxmlformats.org/officeDocument/2006/relationships/image" Target="../media/image3214.png"/><Relationship Id="rId269" Type="http://schemas.openxmlformats.org/officeDocument/2006/relationships/customXml" Target="../ink/ink1244.xml"/><Relationship Id="rId12" Type="http://schemas.openxmlformats.org/officeDocument/2006/relationships/image" Target="../media/image3098.png"/><Relationship Id="rId33" Type="http://schemas.openxmlformats.org/officeDocument/2006/relationships/customXml" Target="../ink/ink1126.xml"/><Relationship Id="rId108" Type="http://schemas.openxmlformats.org/officeDocument/2006/relationships/image" Target="../media/image3144.png"/><Relationship Id="rId129" Type="http://schemas.openxmlformats.org/officeDocument/2006/relationships/customXml" Target="../ink/ink1174.xml"/><Relationship Id="rId280" Type="http://schemas.openxmlformats.org/officeDocument/2006/relationships/image" Target="../media/image3230.png"/><Relationship Id="rId315" Type="http://schemas.openxmlformats.org/officeDocument/2006/relationships/image" Target="../media/image3247.png"/><Relationship Id="rId336" Type="http://schemas.openxmlformats.org/officeDocument/2006/relationships/customXml" Target="../ink/ink1278.xml"/><Relationship Id="rId54" Type="http://schemas.openxmlformats.org/officeDocument/2006/relationships/image" Target="../media/image3118.png"/><Relationship Id="rId75" Type="http://schemas.openxmlformats.org/officeDocument/2006/relationships/customXml" Target="../ink/ink1147.xml"/><Relationship Id="rId96" Type="http://schemas.openxmlformats.org/officeDocument/2006/relationships/image" Target="../media/image3138.png"/><Relationship Id="rId140" Type="http://schemas.openxmlformats.org/officeDocument/2006/relationships/image" Target="../media/image3160.png"/><Relationship Id="rId161" Type="http://schemas.openxmlformats.org/officeDocument/2006/relationships/customXml" Target="../ink/ink1190.xml"/><Relationship Id="rId182" Type="http://schemas.openxmlformats.org/officeDocument/2006/relationships/image" Target="../media/image3181.png"/><Relationship Id="rId217" Type="http://schemas.openxmlformats.org/officeDocument/2006/relationships/customXml" Target="../ink/ink1218.xml"/><Relationship Id="rId6" Type="http://schemas.openxmlformats.org/officeDocument/2006/relationships/image" Target="../media/image3095.png"/><Relationship Id="rId238" Type="http://schemas.openxmlformats.org/officeDocument/2006/relationships/image" Target="../media/image3209.png"/><Relationship Id="rId259" Type="http://schemas.openxmlformats.org/officeDocument/2006/relationships/customXml" Target="../ink/ink1239.xml"/><Relationship Id="rId23" Type="http://schemas.openxmlformats.org/officeDocument/2006/relationships/customXml" Target="../ink/ink1121.xml"/><Relationship Id="rId119" Type="http://schemas.openxmlformats.org/officeDocument/2006/relationships/customXml" Target="../ink/ink1169.xml"/><Relationship Id="rId270" Type="http://schemas.openxmlformats.org/officeDocument/2006/relationships/image" Target="../media/image3225.png"/><Relationship Id="rId291" Type="http://schemas.openxmlformats.org/officeDocument/2006/relationships/image" Target="../media/image3235.png"/><Relationship Id="rId305" Type="http://schemas.openxmlformats.org/officeDocument/2006/relationships/image" Target="../media/image3242.png"/><Relationship Id="rId326" Type="http://schemas.openxmlformats.org/officeDocument/2006/relationships/customXml" Target="../ink/ink1273.xml"/><Relationship Id="rId44" Type="http://schemas.openxmlformats.org/officeDocument/2006/relationships/image" Target="../media/image3113.png"/><Relationship Id="rId65" Type="http://schemas.openxmlformats.org/officeDocument/2006/relationships/customXml" Target="../ink/ink1142.xml"/><Relationship Id="rId86" Type="http://schemas.openxmlformats.org/officeDocument/2006/relationships/image" Target="../media/image3133.png"/><Relationship Id="rId130" Type="http://schemas.openxmlformats.org/officeDocument/2006/relationships/image" Target="../media/image3155.png"/><Relationship Id="rId151" Type="http://schemas.openxmlformats.org/officeDocument/2006/relationships/customXml" Target="../ink/ink1185.xml"/><Relationship Id="rId172" Type="http://schemas.openxmlformats.org/officeDocument/2006/relationships/image" Target="../media/image3176.png"/><Relationship Id="rId193" Type="http://schemas.openxmlformats.org/officeDocument/2006/relationships/customXml" Target="../ink/ink1206.xml"/><Relationship Id="rId207" Type="http://schemas.openxmlformats.org/officeDocument/2006/relationships/customXml" Target="../ink/ink1213.xml"/><Relationship Id="rId228" Type="http://schemas.openxmlformats.org/officeDocument/2006/relationships/image" Target="../media/image3204.png"/><Relationship Id="rId249" Type="http://schemas.openxmlformats.org/officeDocument/2006/relationships/customXml" Target="../ink/ink1234.xml"/><Relationship Id="rId13" Type="http://schemas.openxmlformats.org/officeDocument/2006/relationships/customXml" Target="../ink/ink1116.xml"/><Relationship Id="rId109" Type="http://schemas.openxmlformats.org/officeDocument/2006/relationships/customXml" Target="../ink/ink1164.xml"/><Relationship Id="rId260" Type="http://schemas.openxmlformats.org/officeDocument/2006/relationships/image" Target="../media/image3220.png"/><Relationship Id="rId281" Type="http://schemas.openxmlformats.org/officeDocument/2006/relationships/customXml" Target="../ink/ink1250.xml"/><Relationship Id="rId316" Type="http://schemas.openxmlformats.org/officeDocument/2006/relationships/customXml" Target="../ink/ink1268.xml"/><Relationship Id="rId337" Type="http://schemas.openxmlformats.org/officeDocument/2006/relationships/image" Target="../media/image3258.png"/><Relationship Id="rId34" Type="http://schemas.openxmlformats.org/officeDocument/2006/relationships/image" Target="../media/image3108.png"/><Relationship Id="rId55" Type="http://schemas.openxmlformats.org/officeDocument/2006/relationships/customXml" Target="../ink/ink1137.xml"/><Relationship Id="rId76" Type="http://schemas.openxmlformats.org/officeDocument/2006/relationships/image" Target="../media/image3129.png"/><Relationship Id="rId97" Type="http://schemas.openxmlformats.org/officeDocument/2006/relationships/customXml" Target="../ink/ink1158.xml"/><Relationship Id="rId120" Type="http://schemas.openxmlformats.org/officeDocument/2006/relationships/image" Target="../media/image3150.png"/><Relationship Id="rId141" Type="http://schemas.openxmlformats.org/officeDocument/2006/relationships/customXml" Target="../ink/ink1180.xml"/><Relationship Id="rId7" Type="http://schemas.openxmlformats.org/officeDocument/2006/relationships/customXml" Target="../ink/ink1113.xml"/><Relationship Id="rId162" Type="http://schemas.openxmlformats.org/officeDocument/2006/relationships/image" Target="../media/image3171.png"/><Relationship Id="rId183" Type="http://schemas.openxmlformats.org/officeDocument/2006/relationships/customXml" Target="../ink/ink1201.xml"/><Relationship Id="rId218" Type="http://schemas.openxmlformats.org/officeDocument/2006/relationships/image" Target="../media/image3199.png"/><Relationship Id="rId239" Type="http://schemas.openxmlformats.org/officeDocument/2006/relationships/customXml" Target="../ink/ink1229.xml"/><Relationship Id="rId250" Type="http://schemas.openxmlformats.org/officeDocument/2006/relationships/image" Target="../media/image3215.png"/><Relationship Id="rId271" Type="http://schemas.openxmlformats.org/officeDocument/2006/relationships/customXml" Target="../ink/ink1245.xml"/><Relationship Id="rId292" Type="http://schemas.openxmlformats.org/officeDocument/2006/relationships/customXml" Target="../ink/ink1256.xml"/><Relationship Id="rId306" Type="http://schemas.openxmlformats.org/officeDocument/2006/relationships/customXml" Target="../ink/ink1263.xml"/><Relationship Id="rId24" Type="http://schemas.openxmlformats.org/officeDocument/2006/relationships/image" Target="../media/image3104.png"/><Relationship Id="rId45" Type="http://schemas.openxmlformats.org/officeDocument/2006/relationships/customXml" Target="../ink/ink1132.xml"/><Relationship Id="rId66" Type="http://schemas.openxmlformats.org/officeDocument/2006/relationships/image" Target="../media/image3124.png"/><Relationship Id="rId87" Type="http://schemas.openxmlformats.org/officeDocument/2006/relationships/customXml" Target="../ink/ink1153.xml"/><Relationship Id="rId110" Type="http://schemas.openxmlformats.org/officeDocument/2006/relationships/image" Target="../media/image3145.png"/><Relationship Id="rId131" Type="http://schemas.openxmlformats.org/officeDocument/2006/relationships/customXml" Target="../ink/ink1175.xml"/><Relationship Id="rId327" Type="http://schemas.openxmlformats.org/officeDocument/2006/relationships/image" Target="../media/image3253.png"/><Relationship Id="rId152" Type="http://schemas.openxmlformats.org/officeDocument/2006/relationships/image" Target="../media/image3166.png"/><Relationship Id="rId173" Type="http://schemas.openxmlformats.org/officeDocument/2006/relationships/customXml" Target="../ink/ink1196.xml"/><Relationship Id="rId194" Type="http://schemas.openxmlformats.org/officeDocument/2006/relationships/image" Target="../media/image3187.png"/><Relationship Id="rId208" Type="http://schemas.openxmlformats.org/officeDocument/2006/relationships/image" Target="../media/image3194.png"/><Relationship Id="rId229" Type="http://schemas.openxmlformats.org/officeDocument/2006/relationships/customXml" Target="../ink/ink1224.xml"/><Relationship Id="rId240" Type="http://schemas.openxmlformats.org/officeDocument/2006/relationships/image" Target="../media/image3210.png"/><Relationship Id="rId261" Type="http://schemas.openxmlformats.org/officeDocument/2006/relationships/customXml" Target="../ink/ink1240.xml"/><Relationship Id="rId14" Type="http://schemas.openxmlformats.org/officeDocument/2006/relationships/image" Target="../media/image3099.png"/><Relationship Id="rId35" Type="http://schemas.openxmlformats.org/officeDocument/2006/relationships/customXml" Target="../ink/ink1127.xml"/><Relationship Id="rId56" Type="http://schemas.openxmlformats.org/officeDocument/2006/relationships/image" Target="../media/image3119.png"/><Relationship Id="rId77" Type="http://schemas.openxmlformats.org/officeDocument/2006/relationships/customXml" Target="../ink/ink1148.xml"/><Relationship Id="rId100" Type="http://schemas.openxmlformats.org/officeDocument/2006/relationships/image" Target="../media/image3140.png"/><Relationship Id="rId282" Type="http://schemas.openxmlformats.org/officeDocument/2006/relationships/customXml" Target="../ink/ink1251.xml"/><Relationship Id="rId317" Type="http://schemas.openxmlformats.org/officeDocument/2006/relationships/image" Target="../media/image3248.png"/><Relationship Id="rId338" Type="http://schemas.openxmlformats.org/officeDocument/2006/relationships/customXml" Target="../ink/ink1279.xml"/><Relationship Id="rId8" Type="http://schemas.openxmlformats.org/officeDocument/2006/relationships/image" Target="../media/image3096.png"/><Relationship Id="rId98" Type="http://schemas.openxmlformats.org/officeDocument/2006/relationships/image" Target="../media/image3139.png"/><Relationship Id="rId121" Type="http://schemas.openxmlformats.org/officeDocument/2006/relationships/customXml" Target="../ink/ink1170.xml"/><Relationship Id="rId142" Type="http://schemas.openxmlformats.org/officeDocument/2006/relationships/image" Target="../media/image3161.png"/><Relationship Id="rId163" Type="http://schemas.openxmlformats.org/officeDocument/2006/relationships/customXml" Target="../ink/ink1191.xml"/><Relationship Id="rId184" Type="http://schemas.openxmlformats.org/officeDocument/2006/relationships/image" Target="../media/image3182.png"/><Relationship Id="rId219" Type="http://schemas.openxmlformats.org/officeDocument/2006/relationships/customXml" Target="../ink/ink1219.xml"/><Relationship Id="rId230" Type="http://schemas.openxmlformats.org/officeDocument/2006/relationships/image" Target="../media/image3205.png"/><Relationship Id="rId251" Type="http://schemas.openxmlformats.org/officeDocument/2006/relationships/customXml" Target="../ink/ink1235.xml"/><Relationship Id="rId25" Type="http://schemas.openxmlformats.org/officeDocument/2006/relationships/customXml" Target="../ink/ink1122.xml"/><Relationship Id="rId46" Type="http://schemas.openxmlformats.org/officeDocument/2006/relationships/image" Target="../media/image3114.png"/><Relationship Id="rId67" Type="http://schemas.openxmlformats.org/officeDocument/2006/relationships/customXml" Target="../ink/ink1143.xml"/><Relationship Id="rId116" Type="http://schemas.openxmlformats.org/officeDocument/2006/relationships/image" Target="../media/image3148.png"/><Relationship Id="rId137" Type="http://schemas.openxmlformats.org/officeDocument/2006/relationships/customXml" Target="../ink/ink1178.xml"/><Relationship Id="rId158" Type="http://schemas.openxmlformats.org/officeDocument/2006/relationships/image" Target="../media/image3169.png"/><Relationship Id="rId272" Type="http://schemas.openxmlformats.org/officeDocument/2006/relationships/image" Target="../media/image3226.png"/><Relationship Id="rId293" Type="http://schemas.openxmlformats.org/officeDocument/2006/relationships/image" Target="../media/image3236.png"/><Relationship Id="rId302" Type="http://schemas.openxmlformats.org/officeDocument/2006/relationships/customXml" Target="../ink/ink1261.xml"/><Relationship Id="rId307" Type="http://schemas.openxmlformats.org/officeDocument/2006/relationships/image" Target="../media/image3243.png"/><Relationship Id="rId323" Type="http://schemas.openxmlformats.org/officeDocument/2006/relationships/image" Target="../media/image3251.png"/><Relationship Id="rId328" Type="http://schemas.openxmlformats.org/officeDocument/2006/relationships/customXml" Target="../ink/ink1274.xml"/><Relationship Id="rId344" Type="http://schemas.openxmlformats.org/officeDocument/2006/relationships/customXml" Target="../ink/ink1282.xml"/><Relationship Id="rId20" Type="http://schemas.openxmlformats.org/officeDocument/2006/relationships/image" Target="../media/image3102.png"/><Relationship Id="rId41" Type="http://schemas.openxmlformats.org/officeDocument/2006/relationships/customXml" Target="../ink/ink1130.xml"/><Relationship Id="rId62" Type="http://schemas.openxmlformats.org/officeDocument/2006/relationships/image" Target="../media/image3122.png"/><Relationship Id="rId83" Type="http://schemas.openxmlformats.org/officeDocument/2006/relationships/customXml" Target="../ink/ink1151.xml"/><Relationship Id="rId88" Type="http://schemas.openxmlformats.org/officeDocument/2006/relationships/image" Target="../media/image3134.png"/><Relationship Id="rId111" Type="http://schemas.openxmlformats.org/officeDocument/2006/relationships/customXml" Target="../ink/ink1165.xml"/><Relationship Id="rId132" Type="http://schemas.openxmlformats.org/officeDocument/2006/relationships/image" Target="../media/image3156.png"/><Relationship Id="rId153" Type="http://schemas.openxmlformats.org/officeDocument/2006/relationships/customXml" Target="../ink/ink1186.xml"/><Relationship Id="rId174" Type="http://schemas.openxmlformats.org/officeDocument/2006/relationships/image" Target="../media/image3177.png"/><Relationship Id="rId179" Type="http://schemas.openxmlformats.org/officeDocument/2006/relationships/customXml" Target="../ink/ink1199.xml"/><Relationship Id="rId195" Type="http://schemas.openxmlformats.org/officeDocument/2006/relationships/customXml" Target="../ink/ink1207.xml"/><Relationship Id="rId209" Type="http://schemas.openxmlformats.org/officeDocument/2006/relationships/customXml" Target="../ink/ink1214.xml"/><Relationship Id="rId190" Type="http://schemas.openxmlformats.org/officeDocument/2006/relationships/image" Target="../media/image3185.png"/><Relationship Id="rId204" Type="http://schemas.openxmlformats.org/officeDocument/2006/relationships/image" Target="../media/image3192.png"/><Relationship Id="rId220" Type="http://schemas.openxmlformats.org/officeDocument/2006/relationships/image" Target="../media/image3200.png"/><Relationship Id="rId225" Type="http://schemas.openxmlformats.org/officeDocument/2006/relationships/customXml" Target="../ink/ink1222.xml"/><Relationship Id="rId241" Type="http://schemas.openxmlformats.org/officeDocument/2006/relationships/customXml" Target="../ink/ink1230.xml"/><Relationship Id="rId246" Type="http://schemas.openxmlformats.org/officeDocument/2006/relationships/image" Target="../media/image3213.png"/><Relationship Id="rId267" Type="http://schemas.openxmlformats.org/officeDocument/2006/relationships/customXml" Target="../ink/ink1243.xml"/><Relationship Id="rId288" Type="http://schemas.openxmlformats.org/officeDocument/2006/relationships/customXml" Target="../ink/ink1254.xml"/><Relationship Id="rId15" Type="http://schemas.openxmlformats.org/officeDocument/2006/relationships/customXml" Target="../ink/ink1117.xml"/><Relationship Id="rId36" Type="http://schemas.openxmlformats.org/officeDocument/2006/relationships/image" Target="../media/image3109.png"/><Relationship Id="rId57" Type="http://schemas.openxmlformats.org/officeDocument/2006/relationships/customXml" Target="../ink/ink1138.xml"/><Relationship Id="rId106" Type="http://schemas.openxmlformats.org/officeDocument/2006/relationships/image" Target="../media/image3143.png"/><Relationship Id="rId127" Type="http://schemas.openxmlformats.org/officeDocument/2006/relationships/customXml" Target="../ink/ink1173.xml"/><Relationship Id="rId262" Type="http://schemas.openxmlformats.org/officeDocument/2006/relationships/image" Target="../media/image3221.png"/><Relationship Id="rId283" Type="http://schemas.openxmlformats.org/officeDocument/2006/relationships/image" Target="../media/image3231.png"/><Relationship Id="rId313" Type="http://schemas.openxmlformats.org/officeDocument/2006/relationships/image" Target="../media/image3246.png"/><Relationship Id="rId318" Type="http://schemas.openxmlformats.org/officeDocument/2006/relationships/customXml" Target="../ink/ink1269.xml"/><Relationship Id="rId339" Type="http://schemas.openxmlformats.org/officeDocument/2006/relationships/image" Target="../media/image3259.png"/><Relationship Id="rId10" Type="http://schemas.openxmlformats.org/officeDocument/2006/relationships/image" Target="../media/image3097.png"/><Relationship Id="rId31" Type="http://schemas.openxmlformats.org/officeDocument/2006/relationships/customXml" Target="../ink/ink1125.xml"/><Relationship Id="rId52" Type="http://schemas.openxmlformats.org/officeDocument/2006/relationships/image" Target="../media/image3117.png"/><Relationship Id="rId73" Type="http://schemas.openxmlformats.org/officeDocument/2006/relationships/customXml" Target="../ink/ink1146.xml"/><Relationship Id="rId78" Type="http://schemas.openxmlformats.org/officeDocument/2006/relationships/image" Target="../media/image3130.png"/><Relationship Id="rId94" Type="http://schemas.openxmlformats.org/officeDocument/2006/relationships/image" Target="../media/image3137.png"/><Relationship Id="rId99" Type="http://schemas.openxmlformats.org/officeDocument/2006/relationships/customXml" Target="../ink/ink1159.xml"/><Relationship Id="rId101" Type="http://schemas.openxmlformats.org/officeDocument/2006/relationships/customXml" Target="../ink/ink1160.xml"/><Relationship Id="rId122" Type="http://schemas.openxmlformats.org/officeDocument/2006/relationships/image" Target="../media/image3151.png"/><Relationship Id="rId143" Type="http://schemas.openxmlformats.org/officeDocument/2006/relationships/customXml" Target="../ink/ink1181.xml"/><Relationship Id="rId148" Type="http://schemas.openxmlformats.org/officeDocument/2006/relationships/image" Target="../media/image3164.png"/><Relationship Id="rId164" Type="http://schemas.openxmlformats.org/officeDocument/2006/relationships/image" Target="../media/image3172.png"/><Relationship Id="rId169" Type="http://schemas.openxmlformats.org/officeDocument/2006/relationships/customXml" Target="../ink/ink1194.xml"/><Relationship Id="rId185" Type="http://schemas.openxmlformats.org/officeDocument/2006/relationships/customXml" Target="../ink/ink1202.xml"/><Relationship Id="rId334" Type="http://schemas.openxmlformats.org/officeDocument/2006/relationships/customXml" Target="../ink/ink1277.xml"/><Relationship Id="rId4" Type="http://schemas.openxmlformats.org/officeDocument/2006/relationships/image" Target="../media/image3094.png"/><Relationship Id="rId9" Type="http://schemas.openxmlformats.org/officeDocument/2006/relationships/customXml" Target="../ink/ink1114.xml"/><Relationship Id="rId180" Type="http://schemas.openxmlformats.org/officeDocument/2006/relationships/image" Target="../media/image3180.png"/><Relationship Id="rId210" Type="http://schemas.openxmlformats.org/officeDocument/2006/relationships/image" Target="../media/image3195.png"/><Relationship Id="rId215" Type="http://schemas.openxmlformats.org/officeDocument/2006/relationships/customXml" Target="../ink/ink1217.xml"/><Relationship Id="rId236" Type="http://schemas.openxmlformats.org/officeDocument/2006/relationships/image" Target="../media/image3208.png"/><Relationship Id="rId257" Type="http://schemas.openxmlformats.org/officeDocument/2006/relationships/customXml" Target="../ink/ink1238.xml"/><Relationship Id="rId278" Type="http://schemas.openxmlformats.org/officeDocument/2006/relationships/image" Target="../media/image3229.png"/><Relationship Id="rId26" Type="http://schemas.openxmlformats.org/officeDocument/2006/relationships/image" Target="../media/image3105.png"/><Relationship Id="rId231" Type="http://schemas.openxmlformats.org/officeDocument/2006/relationships/customXml" Target="../ink/ink1225.xml"/><Relationship Id="rId252" Type="http://schemas.openxmlformats.org/officeDocument/2006/relationships/image" Target="../media/image3216.png"/><Relationship Id="rId273" Type="http://schemas.openxmlformats.org/officeDocument/2006/relationships/customXml" Target="../ink/ink1246.xml"/><Relationship Id="rId294" Type="http://schemas.openxmlformats.org/officeDocument/2006/relationships/customXml" Target="../ink/ink1257.xml"/><Relationship Id="rId308" Type="http://schemas.openxmlformats.org/officeDocument/2006/relationships/customXml" Target="../ink/ink1264.xml"/><Relationship Id="rId329" Type="http://schemas.openxmlformats.org/officeDocument/2006/relationships/image" Target="../media/image3254.png"/><Relationship Id="rId47" Type="http://schemas.openxmlformats.org/officeDocument/2006/relationships/customXml" Target="../ink/ink1133.xml"/><Relationship Id="rId68" Type="http://schemas.openxmlformats.org/officeDocument/2006/relationships/image" Target="../media/image3125.png"/><Relationship Id="rId89" Type="http://schemas.openxmlformats.org/officeDocument/2006/relationships/customXml" Target="../ink/ink1154.xml"/><Relationship Id="rId112" Type="http://schemas.openxmlformats.org/officeDocument/2006/relationships/image" Target="../media/image3146.png"/><Relationship Id="rId133" Type="http://schemas.openxmlformats.org/officeDocument/2006/relationships/customXml" Target="../ink/ink1176.xml"/><Relationship Id="rId154" Type="http://schemas.openxmlformats.org/officeDocument/2006/relationships/image" Target="../media/image3167.png"/><Relationship Id="rId175" Type="http://schemas.openxmlformats.org/officeDocument/2006/relationships/customXml" Target="../ink/ink1197.xml"/><Relationship Id="rId340" Type="http://schemas.openxmlformats.org/officeDocument/2006/relationships/customXml" Target="../ink/ink1280.xml"/><Relationship Id="rId196" Type="http://schemas.openxmlformats.org/officeDocument/2006/relationships/image" Target="../media/image3188.png"/><Relationship Id="rId200" Type="http://schemas.openxmlformats.org/officeDocument/2006/relationships/image" Target="../media/image3190.png"/><Relationship Id="rId16" Type="http://schemas.openxmlformats.org/officeDocument/2006/relationships/image" Target="../media/image3100.png"/><Relationship Id="rId221" Type="http://schemas.openxmlformats.org/officeDocument/2006/relationships/customXml" Target="../ink/ink1220.xml"/><Relationship Id="rId242" Type="http://schemas.openxmlformats.org/officeDocument/2006/relationships/image" Target="../media/image3211.png"/><Relationship Id="rId263" Type="http://schemas.openxmlformats.org/officeDocument/2006/relationships/customXml" Target="../ink/ink1241.xml"/><Relationship Id="rId284" Type="http://schemas.openxmlformats.org/officeDocument/2006/relationships/customXml" Target="../ink/ink1252.xml"/><Relationship Id="rId319" Type="http://schemas.openxmlformats.org/officeDocument/2006/relationships/image" Target="../media/image3249.png"/><Relationship Id="rId37" Type="http://schemas.openxmlformats.org/officeDocument/2006/relationships/customXml" Target="../ink/ink1128.xml"/><Relationship Id="rId58" Type="http://schemas.openxmlformats.org/officeDocument/2006/relationships/image" Target="../media/image3120.png"/><Relationship Id="rId79" Type="http://schemas.openxmlformats.org/officeDocument/2006/relationships/customXml" Target="../ink/ink1149.xml"/><Relationship Id="rId102" Type="http://schemas.openxmlformats.org/officeDocument/2006/relationships/image" Target="../media/image3141.png"/><Relationship Id="rId123" Type="http://schemas.openxmlformats.org/officeDocument/2006/relationships/customXml" Target="../ink/ink1171.xml"/><Relationship Id="rId144" Type="http://schemas.openxmlformats.org/officeDocument/2006/relationships/image" Target="../media/image3162.png"/><Relationship Id="rId330" Type="http://schemas.openxmlformats.org/officeDocument/2006/relationships/customXml" Target="../ink/ink1275.xml"/><Relationship Id="rId90" Type="http://schemas.openxmlformats.org/officeDocument/2006/relationships/image" Target="../media/image3135.png"/><Relationship Id="rId165" Type="http://schemas.openxmlformats.org/officeDocument/2006/relationships/customXml" Target="../ink/ink1192.xml"/><Relationship Id="rId186" Type="http://schemas.openxmlformats.org/officeDocument/2006/relationships/image" Target="../media/image3183.png"/><Relationship Id="rId211" Type="http://schemas.openxmlformats.org/officeDocument/2006/relationships/customXml" Target="../ink/ink1215.xml"/><Relationship Id="rId232" Type="http://schemas.openxmlformats.org/officeDocument/2006/relationships/image" Target="../media/image3206.png"/><Relationship Id="rId253" Type="http://schemas.openxmlformats.org/officeDocument/2006/relationships/customXml" Target="../ink/ink1236.xml"/><Relationship Id="rId274" Type="http://schemas.openxmlformats.org/officeDocument/2006/relationships/image" Target="../media/image3227.png"/><Relationship Id="rId295" Type="http://schemas.openxmlformats.org/officeDocument/2006/relationships/image" Target="../media/image3237.png"/><Relationship Id="rId309" Type="http://schemas.openxmlformats.org/officeDocument/2006/relationships/image" Target="../media/image3244.png"/><Relationship Id="rId27" Type="http://schemas.openxmlformats.org/officeDocument/2006/relationships/customXml" Target="../ink/ink1123.xml"/><Relationship Id="rId48" Type="http://schemas.openxmlformats.org/officeDocument/2006/relationships/image" Target="../media/image3115.png"/><Relationship Id="rId69" Type="http://schemas.openxmlformats.org/officeDocument/2006/relationships/customXml" Target="../ink/ink1144.xml"/><Relationship Id="rId113" Type="http://schemas.openxmlformats.org/officeDocument/2006/relationships/customXml" Target="../ink/ink1166.xml"/><Relationship Id="rId134" Type="http://schemas.openxmlformats.org/officeDocument/2006/relationships/image" Target="../media/image3157.png"/><Relationship Id="rId320" Type="http://schemas.openxmlformats.org/officeDocument/2006/relationships/customXml" Target="../ink/ink1270.xml"/><Relationship Id="rId80" Type="http://schemas.openxmlformats.org/officeDocument/2006/relationships/image" Target="../media/image3131.png"/><Relationship Id="rId155" Type="http://schemas.openxmlformats.org/officeDocument/2006/relationships/customXml" Target="../ink/ink1187.xml"/><Relationship Id="rId176" Type="http://schemas.openxmlformats.org/officeDocument/2006/relationships/image" Target="../media/image3178.png"/><Relationship Id="rId197" Type="http://schemas.openxmlformats.org/officeDocument/2006/relationships/customXml" Target="../ink/ink1208.xml"/><Relationship Id="rId341" Type="http://schemas.openxmlformats.org/officeDocument/2006/relationships/image" Target="../media/image3260.png"/><Relationship Id="rId201" Type="http://schemas.openxmlformats.org/officeDocument/2006/relationships/customXml" Target="../ink/ink1210.xml"/><Relationship Id="rId222" Type="http://schemas.openxmlformats.org/officeDocument/2006/relationships/image" Target="../media/image3201.png"/><Relationship Id="rId243" Type="http://schemas.openxmlformats.org/officeDocument/2006/relationships/customXml" Target="../ink/ink1231.xml"/><Relationship Id="rId264" Type="http://schemas.openxmlformats.org/officeDocument/2006/relationships/image" Target="../media/image3222.png"/><Relationship Id="rId285" Type="http://schemas.openxmlformats.org/officeDocument/2006/relationships/image" Target="../media/image3232.png"/><Relationship Id="rId17" Type="http://schemas.openxmlformats.org/officeDocument/2006/relationships/customXml" Target="../ink/ink1118.xml"/><Relationship Id="rId38" Type="http://schemas.openxmlformats.org/officeDocument/2006/relationships/image" Target="../media/image3110.png"/><Relationship Id="rId59" Type="http://schemas.openxmlformats.org/officeDocument/2006/relationships/customXml" Target="../ink/ink1139.xml"/><Relationship Id="rId103" Type="http://schemas.openxmlformats.org/officeDocument/2006/relationships/customXml" Target="../ink/ink1161.xml"/><Relationship Id="rId124" Type="http://schemas.openxmlformats.org/officeDocument/2006/relationships/image" Target="../media/image3152.png"/><Relationship Id="rId310" Type="http://schemas.openxmlformats.org/officeDocument/2006/relationships/customXml" Target="../ink/ink1265.xml"/><Relationship Id="rId70" Type="http://schemas.openxmlformats.org/officeDocument/2006/relationships/image" Target="../media/image3126.png"/><Relationship Id="rId91" Type="http://schemas.openxmlformats.org/officeDocument/2006/relationships/customXml" Target="../ink/ink1155.xml"/><Relationship Id="rId145" Type="http://schemas.openxmlformats.org/officeDocument/2006/relationships/customXml" Target="../ink/ink1182.xml"/><Relationship Id="rId166" Type="http://schemas.openxmlformats.org/officeDocument/2006/relationships/image" Target="../media/image3173.png"/><Relationship Id="rId187" Type="http://schemas.openxmlformats.org/officeDocument/2006/relationships/customXml" Target="../ink/ink1203.xml"/><Relationship Id="rId331" Type="http://schemas.openxmlformats.org/officeDocument/2006/relationships/image" Target="../media/image3255.png"/><Relationship Id="rId1" Type="http://schemas.openxmlformats.org/officeDocument/2006/relationships/slideLayout" Target="../slideLayouts/slideLayout18.xml"/><Relationship Id="rId212" Type="http://schemas.openxmlformats.org/officeDocument/2006/relationships/image" Target="../media/image3196.png"/><Relationship Id="rId233" Type="http://schemas.openxmlformats.org/officeDocument/2006/relationships/customXml" Target="../ink/ink1226.xml"/><Relationship Id="rId254" Type="http://schemas.openxmlformats.org/officeDocument/2006/relationships/image" Target="../media/image3217.png"/><Relationship Id="rId28" Type="http://schemas.openxmlformats.org/officeDocument/2006/relationships/image" Target="../media/image3106.png"/><Relationship Id="rId49" Type="http://schemas.openxmlformats.org/officeDocument/2006/relationships/customXml" Target="../ink/ink1134.xml"/><Relationship Id="rId114" Type="http://schemas.openxmlformats.org/officeDocument/2006/relationships/image" Target="../media/image3147.png"/><Relationship Id="rId275" Type="http://schemas.openxmlformats.org/officeDocument/2006/relationships/customXml" Target="../ink/ink1247.xml"/><Relationship Id="rId296" Type="http://schemas.openxmlformats.org/officeDocument/2006/relationships/customXml" Target="../ink/ink1258.xml"/><Relationship Id="rId300" Type="http://schemas.openxmlformats.org/officeDocument/2006/relationships/customXml" Target="../ink/ink1260.xml"/><Relationship Id="rId60" Type="http://schemas.openxmlformats.org/officeDocument/2006/relationships/image" Target="../media/image3121.png"/><Relationship Id="rId81" Type="http://schemas.openxmlformats.org/officeDocument/2006/relationships/customXml" Target="../ink/ink1150.xml"/><Relationship Id="rId135" Type="http://schemas.openxmlformats.org/officeDocument/2006/relationships/customXml" Target="../ink/ink1177.xml"/><Relationship Id="rId156" Type="http://schemas.openxmlformats.org/officeDocument/2006/relationships/image" Target="../media/image3168.png"/><Relationship Id="rId177" Type="http://schemas.openxmlformats.org/officeDocument/2006/relationships/customXml" Target="../ink/ink1198.xml"/><Relationship Id="rId198" Type="http://schemas.openxmlformats.org/officeDocument/2006/relationships/image" Target="../media/image3189.png"/><Relationship Id="rId321" Type="http://schemas.openxmlformats.org/officeDocument/2006/relationships/image" Target="../media/image3250.png"/><Relationship Id="rId342" Type="http://schemas.openxmlformats.org/officeDocument/2006/relationships/customXml" Target="../ink/ink1281.xml"/><Relationship Id="rId202" Type="http://schemas.openxmlformats.org/officeDocument/2006/relationships/image" Target="../media/image3191.png"/><Relationship Id="rId223" Type="http://schemas.openxmlformats.org/officeDocument/2006/relationships/customXml" Target="../ink/ink1221.xml"/><Relationship Id="rId244" Type="http://schemas.openxmlformats.org/officeDocument/2006/relationships/image" Target="../media/image3212.png"/><Relationship Id="rId18" Type="http://schemas.openxmlformats.org/officeDocument/2006/relationships/image" Target="../media/image3101.png"/><Relationship Id="rId39" Type="http://schemas.openxmlformats.org/officeDocument/2006/relationships/customXml" Target="../ink/ink1129.xml"/><Relationship Id="rId265" Type="http://schemas.openxmlformats.org/officeDocument/2006/relationships/customXml" Target="../ink/ink1242.xml"/><Relationship Id="rId286" Type="http://schemas.openxmlformats.org/officeDocument/2006/relationships/customXml" Target="../ink/ink1253.xml"/><Relationship Id="rId50" Type="http://schemas.openxmlformats.org/officeDocument/2006/relationships/image" Target="../media/image3116.png"/><Relationship Id="rId104" Type="http://schemas.openxmlformats.org/officeDocument/2006/relationships/image" Target="../media/image3142.png"/><Relationship Id="rId125" Type="http://schemas.openxmlformats.org/officeDocument/2006/relationships/customXml" Target="../ink/ink1172.xml"/><Relationship Id="rId146" Type="http://schemas.openxmlformats.org/officeDocument/2006/relationships/image" Target="../media/image3163.png"/><Relationship Id="rId167" Type="http://schemas.openxmlformats.org/officeDocument/2006/relationships/customXml" Target="../ink/ink1193.xml"/><Relationship Id="rId188" Type="http://schemas.openxmlformats.org/officeDocument/2006/relationships/image" Target="../media/image3184.png"/><Relationship Id="rId311" Type="http://schemas.openxmlformats.org/officeDocument/2006/relationships/image" Target="../media/image3245.png"/><Relationship Id="rId332" Type="http://schemas.openxmlformats.org/officeDocument/2006/relationships/customXml" Target="../ink/ink1276.xml"/><Relationship Id="rId71" Type="http://schemas.openxmlformats.org/officeDocument/2006/relationships/customXml" Target="../ink/ink1145.xml"/><Relationship Id="rId92" Type="http://schemas.openxmlformats.org/officeDocument/2006/relationships/image" Target="../media/image3136.png"/><Relationship Id="rId213" Type="http://schemas.openxmlformats.org/officeDocument/2006/relationships/customXml" Target="../ink/ink1216.xml"/><Relationship Id="rId234" Type="http://schemas.openxmlformats.org/officeDocument/2006/relationships/image" Target="../media/image3207.png"/><Relationship Id="rId2" Type="http://schemas.openxmlformats.org/officeDocument/2006/relationships/image" Target="../media/image12.png"/><Relationship Id="rId29" Type="http://schemas.openxmlformats.org/officeDocument/2006/relationships/customXml" Target="../ink/ink1124.xml"/><Relationship Id="rId255" Type="http://schemas.openxmlformats.org/officeDocument/2006/relationships/customXml" Target="../ink/ink1237.xml"/><Relationship Id="rId276" Type="http://schemas.openxmlformats.org/officeDocument/2006/relationships/image" Target="../media/image3228.png"/><Relationship Id="rId297" Type="http://schemas.openxmlformats.org/officeDocument/2006/relationships/image" Target="../media/image3238.png"/><Relationship Id="rId40" Type="http://schemas.openxmlformats.org/officeDocument/2006/relationships/image" Target="../media/image3111.png"/><Relationship Id="rId115" Type="http://schemas.openxmlformats.org/officeDocument/2006/relationships/customXml" Target="../ink/ink1167.xml"/><Relationship Id="rId136" Type="http://schemas.openxmlformats.org/officeDocument/2006/relationships/image" Target="../media/image3158.png"/><Relationship Id="rId157" Type="http://schemas.openxmlformats.org/officeDocument/2006/relationships/customXml" Target="../ink/ink1188.xml"/><Relationship Id="rId178" Type="http://schemas.openxmlformats.org/officeDocument/2006/relationships/image" Target="../media/image3179.png"/><Relationship Id="rId301" Type="http://schemas.openxmlformats.org/officeDocument/2006/relationships/image" Target="../media/image3240.png"/><Relationship Id="rId322" Type="http://schemas.openxmlformats.org/officeDocument/2006/relationships/customXml" Target="../ink/ink1271.xml"/><Relationship Id="rId343" Type="http://schemas.openxmlformats.org/officeDocument/2006/relationships/image" Target="../media/image3261.png"/><Relationship Id="rId61" Type="http://schemas.openxmlformats.org/officeDocument/2006/relationships/customXml" Target="../ink/ink1140.xml"/><Relationship Id="rId82" Type="http://schemas.openxmlformats.org/officeDocument/2006/relationships/image" Target="../media/image2011.png"/><Relationship Id="rId199" Type="http://schemas.openxmlformats.org/officeDocument/2006/relationships/customXml" Target="../ink/ink1209.xml"/><Relationship Id="rId203" Type="http://schemas.openxmlformats.org/officeDocument/2006/relationships/customXml" Target="../ink/ink1211.xml"/><Relationship Id="rId19" Type="http://schemas.openxmlformats.org/officeDocument/2006/relationships/customXml" Target="../ink/ink1119.xml"/><Relationship Id="rId224" Type="http://schemas.openxmlformats.org/officeDocument/2006/relationships/image" Target="../media/image3202.png"/><Relationship Id="rId245" Type="http://schemas.openxmlformats.org/officeDocument/2006/relationships/customXml" Target="../ink/ink1232.xml"/><Relationship Id="rId266" Type="http://schemas.openxmlformats.org/officeDocument/2006/relationships/image" Target="../media/image3223.png"/><Relationship Id="rId287" Type="http://schemas.openxmlformats.org/officeDocument/2006/relationships/image" Target="../media/image3233.png"/><Relationship Id="rId30" Type="http://schemas.openxmlformats.org/officeDocument/2006/relationships/image" Target="../media/image973.png"/><Relationship Id="rId105" Type="http://schemas.openxmlformats.org/officeDocument/2006/relationships/customXml" Target="../ink/ink1162.xml"/><Relationship Id="rId126" Type="http://schemas.openxmlformats.org/officeDocument/2006/relationships/image" Target="../media/image3153.png"/><Relationship Id="rId147" Type="http://schemas.openxmlformats.org/officeDocument/2006/relationships/customXml" Target="../ink/ink1183.xml"/><Relationship Id="rId168" Type="http://schemas.openxmlformats.org/officeDocument/2006/relationships/image" Target="../media/image3174.png"/><Relationship Id="rId312" Type="http://schemas.openxmlformats.org/officeDocument/2006/relationships/customXml" Target="../ink/ink1266.xml"/><Relationship Id="rId333" Type="http://schemas.openxmlformats.org/officeDocument/2006/relationships/image" Target="../media/image3256.png"/><Relationship Id="rId51" Type="http://schemas.openxmlformats.org/officeDocument/2006/relationships/customXml" Target="../ink/ink1135.xml"/><Relationship Id="rId72" Type="http://schemas.openxmlformats.org/officeDocument/2006/relationships/image" Target="../media/image3127.png"/><Relationship Id="rId93" Type="http://schemas.openxmlformats.org/officeDocument/2006/relationships/customXml" Target="../ink/ink1156.xml"/><Relationship Id="rId189" Type="http://schemas.openxmlformats.org/officeDocument/2006/relationships/customXml" Target="../ink/ink1204.xml"/><Relationship Id="rId3" Type="http://schemas.openxmlformats.org/officeDocument/2006/relationships/customXml" Target="../ink/ink1111.xml"/><Relationship Id="rId214" Type="http://schemas.openxmlformats.org/officeDocument/2006/relationships/image" Target="../media/image3197.png"/><Relationship Id="rId235" Type="http://schemas.openxmlformats.org/officeDocument/2006/relationships/customXml" Target="../ink/ink1227.xml"/><Relationship Id="rId256" Type="http://schemas.openxmlformats.org/officeDocument/2006/relationships/image" Target="../media/image3218.png"/><Relationship Id="rId277" Type="http://schemas.openxmlformats.org/officeDocument/2006/relationships/customXml" Target="../ink/ink1248.xml"/><Relationship Id="rId298" Type="http://schemas.openxmlformats.org/officeDocument/2006/relationships/customXml" Target="../ink/ink1259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40.xml"/><Relationship Id="rId299" Type="http://schemas.openxmlformats.org/officeDocument/2006/relationships/customXml" Target="../ink/ink1431.xml"/><Relationship Id="rId21" Type="http://schemas.openxmlformats.org/officeDocument/2006/relationships/customXml" Target="../ink/ink1292.xml"/><Relationship Id="rId42" Type="http://schemas.openxmlformats.org/officeDocument/2006/relationships/image" Target="../media/image3283.png"/><Relationship Id="rId63" Type="http://schemas.openxmlformats.org/officeDocument/2006/relationships/customXml" Target="../ink/ink1313.xml"/><Relationship Id="rId84" Type="http://schemas.openxmlformats.org/officeDocument/2006/relationships/image" Target="../media/image3304.png"/><Relationship Id="rId138" Type="http://schemas.openxmlformats.org/officeDocument/2006/relationships/image" Target="../media/image3331.png"/><Relationship Id="rId159" Type="http://schemas.openxmlformats.org/officeDocument/2006/relationships/customXml" Target="../ink/ink1361.xml"/><Relationship Id="rId170" Type="http://schemas.openxmlformats.org/officeDocument/2006/relationships/image" Target="../media/image3347.png"/><Relationship Id="rId191" Type="http://schemas.openxmlformats.org/officeDocument/2006/relationships/customXml" Target="../ink/ink1377.xml"/><Relationship Id="rId205" Type="http://schemas.openxmlformats.org/officeDocument/2006/relationships/customXml" Target="../ink/ink1384.xml"/><Relationship Id="rId226" Type="http://schemas.openxmlformats.org/officeDocument/2006/relationships/image" Target="../media/image3375.png"/><Relationship Id="rId247" Type="http://schemas.openxmlformats.org/officeDocument/2006/relationships/customXml" Target="../ink/ink1405.xml"/><Relationship Id="rId107" Type="http://schemas.openxmlformats.org/officeDocument/2006/relationships/customXml" Target="../ink/ink1335.xml"/><Relationship Id="rId268" Type="http://schemas.openxmlformats.org/officeDocument/2006/relationships/image" Target="../media/image3396.png"/><Relationship Id="rId289" Type="http://schemas.openxmlformats.org/officeDocument/2006/relationships/customXml" Target="../ink/ink1426.xml"/><Relationship Id="rId11" Type="http://schemas.openxmlformats.org/officeDocument/2006/relationships/customXml" Target="../ink/ink1287.xml"/><Relationship Id="rId32" Type="http://schemas.openxmlformats.org/officeDocument/2006/relationships/image" Target="../media/image3278.png"/><Relationship Id="rId53" Type="http://schemas.openxmlformats.org/officeDocument/2006/relationships/customXml" Target="../ink/ink1308.xml"/><Relationship Id="rId74" Type="http://schemas.openxmlformats.org/officeDocument/2006/relationships/image" Target="../media/image3299.png"/><Relationship Id="rId128" Type="http://schemas.openxmlformats.org/officeDocument/2006/relationships/image" Target="../media/image3326.png"/><Relationship Id="rId149" Type="http://schemas.openxmlformats.org/officeDocument/2006/relationships/customXml" Target="../ink/ink1356.xml"/><Relationship Id="rId5" Type="http://schemas.openxmlformats.org/officeDocument/2006/relationships/customXml" Target="../ink/ink1284.xml"/><Relationship Id="rId95" Type="http://schemas.openxmlformats.org/officeDocument/2006/relationships/customXml" Target="../ink/ink1329.xml"/><Relationship Id="rId160" Type="http://schemas.openxmlformats.org/officeDocument/2006/relationships/image" Target="../media/image3342.png"/><Relationship Id="rId181" Type="http://schemas.openxmlformats.org/officeDocument/2006/relationships/customXml" Target="../ink/ink1372.xml"/><Relationship Id="rId216" Type="http://schemas.openxmlformats.org/officeDocument/2006/relationships/image" Target="../media/image3370.png"/><Relationship Id="rId237" Type="http://schemas.openxmlformats.org/officeDocument/2006/relationships/customXml" Target="../ink/ink1400.xml"/><Relationship Id="rId258" Type="http://schemas.openxmlformats.org/officeDocument/2006/relationships/image" Target="../media/image3391.png"/><Relationship Id="rId279" Type="http://schemas.openxmlformats.org/officeDocument/2006/relationships/customXml" Target="../ink/ink1421.xml"/><Relationship Id="rId22" Type="http://schemas.openxmlformats.org/officeDocument/2006/relationships/image" Target="../media/image3273.png"/><Relationship Id="rId43" Type="http://schemas.openxmlformats.org/officeDocument/2006/relationships/customXml" Target="../ink/ink1303.xml"/><Relationship Id="rId64" Type="http://schemas.openxmlformats.org/officeDocument/2006/relationships/image" Target="../media/image3294.png"/><Relationship Id="rId118" Type="http://schemas.openxmlformats.org/officeDocument/2006/relationships/image" Target="../media/image3321.png"/><Relationship Id="rId139" Type="http://schemas.openxmlformats.org/officeDocument/2006/relationships/customXml" Target="../ink/ink1351.xml"/><Relationship Id="rId290" Type="http://schemas.openxmlformats.org/officeDocument/2006/relationships/image" Target="../media/image3407.png"/><Relationship Id="rId85" Type="http://schemas.openxmlformats.org/officeDocument/2006/relationships/customXml" Target="../ink/ink1324.xml"/><Relationship Id="rId150" Type="http://schemas.openxmlformats.org/officeDocument/2006/relationships/image" Target="../media/image3337.png"/><Relationship Id="rId171" Type="http://schemas.openxmlformats.org/officeDocument/2006/relationships/customXml" Target="../ink/ink1367.xml"/><Relationship Id="rId192" Type="http://schemas.openxmlformats.org/officeDocument/2006/relationships/image" Target="../media/image3358.png"/><Relationship Id="rId206" Type="http://schemas.openxmlformats.org/officeDocument/2006/relationships/image" Target="../media/image3365.png"/><Relationship Id="rId227" Type="http://schemas.openxmlformats.org/officeDocument/2006/relationships/customXml" Target="../ink/ink1395.xml"/><Relationship Id="rId248" Type="http://schemas.openxmlformats.org/officeDocument/2006/relationships/image" Target="../media/image3386.png"/><Relationship Id="rId269" Type="http://schemas.openxmlformats.org/officeDocument/2006/relationships/customXml" Target="../ink/ink1416.xml"/><Relationship Id="rId12" Type="http://schemas.openxmlformats.org/officeDocument/2006/relationships/image" Target="../media/image3268.png"/><Relationship Id="rId33" Type="http://schemas.openxmlformats.org/officeDocument/2006/relationships/customXml" Target="../ink/ink1298.xml"/><Relationship Id="rId108" Type="http://schemas.openxmlformats.org/officeDocument/2006/relationships/image" Target="../media/image3316.png"/><Relationship Id="rId129" Type="http://schemas.openxmlformats.org/officeDocument/2006/relationships/customXml" Target="../ink/ink1346.xml"/><Relationship Id="rId280" Type="http://schemas.openxmlformats.org/officeDocument/2006/relationships/image" Target="../media/image3402.png"/><Relationship Id="rId54" Type="http://schemas.openxmlformats.org/officeDocument/2006/relationships/image" Target="../media/image3289.png"/><Relationship Id="rId75" Type="http://schemas.openxmlformats.org/officeDocument/2006/relationships/customXml" Target="../ink/ink1319.xml"/><Relationship Id="rId96" Type="http://schemas.openxmlformats.org/officeDocument/2006/relationships/image" Target="../media/image3310.png"/><Relationship Id="rId140" Type="http://schemas.openxmlformats.org/officeDocument/2006/relationships/image" Target="../media/image3332.png"/><Relationship Id="rId161" Type="http://schemas.openxmlformats.org/officeDocument/2006/relationships/customXml" Target="../ink/ink1362.xml"/><Relationship Id="rId182" Type="http://schemas.openxmlformats.org/officeDocument/2006/relationships/image" Target="../media/image3353.png"/><Relationship Id="rId217" Type="http://schemas.openxmlformats.org/officeDocument/2006/relationships/customXml" Target="../ink/ink1390.xml"/><Relationship Id="rId6" Type="http://schemas.openxmlformats.org/officeDocument/2006/relationships/image" Target="../media/image3265.png"/><Relationship Id="rId238" Type="http://schemas.openxmlformats.org/officeDocument/2006/relationships/image" Target="../media/image3381.png"/><Relationship Id="rId259" Type="http://schemas.openxmlformats.org/officeDocument/2006/relationships/customXml" Target="../ink/ink1411.xml"/><Relationship Id="rId23" Type="http://schemas.openxmlformats.org/officeDocument/2006/relationships/customXml" Target="../ink/ink1293.xml"/><Relationship Id="rId119" Type="http://schemas.openxmlformats.org/officeDocument/2006/relationships/customXml" Target="../ink/ink1341.xml"/><Relationship Id="rId270" Type="http://schemas.openxmlformats.org/officeDocument/2006/relationships/image" Target="../media/image3397.png"/><Relationship Id="rId291" Type="http://schemas.openxmlformats.org/officeDocument/2006/relationships/customXml" Target="../ink/ink1427.xml"/><Relationship Id="rId44" Type="http://schemas.openxmlformats.org/officeDocument/2006/relationships/image" Target="../media/image3284.png"/><Relationship Id="rId65" Type="http://schemas.openxmlformats.org/officeDocument/2006/relationships/customXml" Target="../ink/ink1314.xml"/><Relationship Id="rId86" Type="http://schemas.openxmlformats.org/officeDocument/2006/relationships/image" Target="../media/image3305.png"/><Relationship Id="rId130" Type="http://schemas.openxmlformats.org/officeDocument/2006/relationships/image" Target="../media/image3327.png"/><Relationship Id="rId151" Type="http://schemas.openxmlformats.org/officeDocument/2006/relationships/customXml" Target="../ink/ink1357.xml"/><Relationship Id="rId172" Type="http://schemas.openxmlformats.org/officeDocument/2006/relationships/image" Target="../media/image3348.png"/><Relationship Id="rId193" Type="http://schemas.openxmlformats.org/officeDocument/2006/relationships/customXml" Target="../ink/ink1378.xml"/><Relationship Id="rId207" Type="http://schemas.openxmlformats.org/officeDocument/2006/relationships/customXml" Target="../ink/ink1385.xml"/><Relationship Id="rId228" Type="http://schemas.openxmlformats.org/officeDocument/2006/relationships/image" Target="../media/image3376.png"/><Relationship Id="rId249" Type="http://schemas.openxmlformats.org/officeDocument/2006/relationships/customXml" Target="../ink/ink1406.xml"/><Relationship Id="rId13" Type="http://schemas.openxmlformats.org/officeDocument/2006/relationships/customXml" Target="../ink/ink1288.xml"/><Relationship Id="rId109" Type="http://schemas.openxmlformats.org/officeDocument/2006/relationships/customXml" Target="../ink/ink1336.xml"/><Relationship Id="rId260" Type="http://schemas.openxmlformats.org/officeDocument/2006/relationships/image" Target="../media/image3392.png"/><Relationship Id="rId281" Type="http://schemas.openxmlformats.org/officeDocument/2006/relationships/customXml" Target="../ink/ink1422.xml"/><Relationship Id="rId34" Type="http://schemas.openxmlformats.org/officeDocument/2006/relationships/image" Target="../media/image3279.png"/><Relationship Id="rId55" Type="http://schemas.openxmlformats.org/officeDocument/2006/relationships/customXml" Target="../ink/ink1309.xml"/><Relationship Id="rId76" Type="http://schemas.openxmlformats.org/officeDocument/2006/relationships/image" Target="../media/image3300.png"/><Relationship Id="rId97" Type="http://schemas.openxmlformats.org/officeDocument/2006/relationships/customXml" Target="../ink/ink1330.xml"/><Relationship Id="rId120" Type="http://schemas.openxmlformats.org/officeDocument/2006/relationships/image" Target="../media/image3322.png"/><Relationship Id="rId141" Type="http://schemas.openxmlformats.org/officeDocument/2006/relationships/customXml" Target="../ink/ink1352.xml"/><Relationship Id="rId7" Type="http://schemas.openxmlformats.org/officeDocument/2006/relationships/customXml" Target="../ink/ink1285.xml"/><Relationship Id="rId162" Type="http://schemas.openxmlformats.org/officeDocument/2006/relationships/image" Target="../media/image3343.png"/><Relationship Id="rId183" Type="http://schemas.openxmlformats.org/officeDocument/2006/relationships/customXml" Target="../ink/ink1373.xml"/><Relationship Id="rId218" Type="http://schemas.openxmlformats.org/officeDocument/2006/relationships/image" Target="../media/image3371.png"/><Relationship Id="rId239" Type="http://schemas.openxmlformats.org/officeDocument/2006/relationships/customXml" Target="../ink/ink1401.xml"/><Relationship Id="rId2" Type="http://schemas.openxmlformats.org/officeDocument/2006/relationships/image" Target="../media/image13.png"/><Relationship Id="rId29" Type="http://schemas.openxmlformats.org/officeDocument/2006/relationships/customXml" Target="../ink/ink1296.xml"/><Relationship Id="rId250" Type="http://schemas.openxmlformats.org/officeDocument/2006/relationships/image" Target="../media/image3387.png"/><Relationship Id="rId255" Type="http://schemas.openxmlformats.org/officeDocument/2006/relationships/customXml" Target="../ink/ink1409.xml"/><Relationship Id="rId271" Type="http://schemas.openxmlformats.org/officeDocument/2006/relationships/customXml" Target="../ink/ink1417.xml"/><Relationship Id="rId276" Type="http://schemas.openxmlformats.org/officeDocument/2006/relationships/image" Target="../media/image3400.png"/><Relationship Id="rId292" Type="http://schemas.openxmlformats.org/officeDocument/2006/relationships/image" Target="../media/image3408.png"/><Relationship Id="rId297" Type="http://schemas.openxmlformats.org/officeDocument/2006/relationships/customXml" Target="../ink/ink1430.xml"/><Relationship Id="rId24" Type="http://schemas.openxmlformats.org/officeDocument/2006/relationships/image" Target="../media/image3274.png"/><Relationship Id="rId40" Type="http://schemas.openxmlformats.org/officeDocument/2006/relationships/image" Target="../media/image3282.png"/><Relationship Id="rId45" Type="http://schemas.openxmlformats.org/officeDocument/2006/relationships/customXml" Target="../ink/ink1304.xml"/><Relationship Id="rId66" Type="http://schemas.openxmlformats.org/officeDocument/2006/relationships/image" Target="../media/image3295.png"/><Relationship Id="rId87" Type="http://schemas.openxmlformats.org/officeDocument/2006/relationships/customXml" Target="../ink/ink1325.xml"/><Relationship Id="rId110" Type="http://schemas.openxmlformats.org/officeDocument/2006/relationships/image" Target="../media/image3317.png"/><Relationship Id="rId115" Type="http://schemas.openxmlformats.org/officeDocument/2006/relationships/customXml" Target="../ink/ink1339.xml"/><Relationship Id="rId131" Type="http://schemas.openxmlformats.org/officeDocument/2006/relationships/customXml" Target="../ink/ink1347.xml"/><Relationship Id="rId136" Type="http://schemas.openxmlformats.org/officeDocument/2006/relationships/image" Target="../media/image3330.png"/><Relationship Id="rId157" Type="http://schemas.openxmlformats.org/officeDocument/2006/relationships/customXml" Target="../ink/ink1360.xml"/><Relationship Id="rId178" Type="http://schemas.openxmlformats.org/officeDocument/2006/relationships/image" Target="../media/image3351.png"/><Relationship Id="rId301" Type="http://schemas.openxmlformats.org/officeDocument/2006/relationships/customXml" Target="../ink/ink1432.xml"/><Relationship Id="rId61" Type="http://schemas.openxmlformats.org/officeDocument/2006/relationships/customXml" Target="../ink/ink1312.xml"/><Relationship Id="rId82" Type="http://schemas.openxmlformats.org/officeDocument/2006/relationships/image" Target="../media/image3303.png"/><Relationship Id="rId152" Type="http://schemas.openxmlformats.org/officeDocument/2006/relationships/image" Target="../media/image3338.png"/><Relationship Id="rId173" Type="http://schemas.openxmlformats.org/officeDocument/2006/relationships/customXml" Target="../ink/ink1368.xml"/><Relationship Id="rId194" Type="http://schemas.openxmlformats.org/officeDocument/2006/relationships/image" Target="../media/image3359.png"/><Relationship Id="rId199" Type="http://schemas.openxmlformats.org/officeDocument/2006/relationships/customXml" Target="../ink/ink1381.xml"/><Relationship Id="rId203" Type="http://schemas.openxmlformats.org/officeDocument/2006/relationships/customXml" Target="../ink/ink1383.xml"/><Relationship Id="rId208" Type="http://schemas.openxmlformats.org/officeDocument/2006/relationships/image" Target="../media/image3366.png"/><Relationship Id="rId229" Type="http://schemas.openxmlformats.org/officeDocument/2006/relationships/customXml" Target="../ink/ink1396.xml"/><Relationship Id="rId19" Type="http://schemas.openxmlformats.org/officeDocument/2006/relationships/customXml" Target="../ink/ink1291.xml"/><Relationship Id="rId224" Type="http://schemas.openxmlformats.org/officeDocument/2006/relationships/image" Target="../media/image3374.png"/><Relationship Id="rId240" Type="http://schemas.openxmlformats.org/officeDocument/2006/relationships/image" Target="../media/image3382.png"/><Relationship Id="rId245" Type="http://schemas.openxmlformats.org/officeDocument/2006/relationships/customXml" Target="../ink/ink1404.xml"/><Relationship Id="rId261" Type="http://schemas.openxmlformats.org/officeDocument/2006/relationships/customXml" Target="../ink/ink1412.xml"/><Relationship Id="rId266" Type="http://schemas.openxmlformats.org/officeDocument/2006/relationships/image" Target="../media/image3395.png"/><Relationship Id="rId287" Type="http://schemas.openxmlformats.org/officeDocument/2006/relationships/customXml" Target="../ink/ink1425.xml"/><Relationship Id="rId14" Type="http://schemas.openxmlformats.org/officeDocument/2006/relationships/image" Target="../media/image3269.png"/><Relationship Id="rId30" Type="http://schemas.openxmlformats.org/officeDocument/2006/relationships/image" Target="../media/image3277.png"/><Relationship Id="rId35" Type="http://schemas.openxmlformats.org/officeDocument/2006/relationships/customXml" Target="../ink/ink1299.xml"/><Relationship Id="rId56" Type="http://schemas.openxmlformats.org/officeDocument/2006/relationships/image" Target="../media/image3290.png"/><Relationship Id="rId77" Type="http://schemas.openxmlformats.org/officeDocument/2006/relationships/customXml" Target="../ink/ink1320.xml"/><Relationship Id="rId100" Type="http://schemas.openxmlformats.org/officeDocument/2006/relationships/image" Target="../media/image3312.png"/><Relationship Id="rId105" Type="http://schemas.openxmlformats.org/officeDocument/2006/relationships/customXml" Target="../ink/ink1334.xml"/><Relationship Id="rId126" Type="http://schemas.openxmlformats.org/officeDocument/2006/relationships/image" Target="../media/image3325.png"/><Relationship Id="rId147" Type="http://schemas.openxmlformats.org/officeDocument/2006/relationships/customXml" Target="../ink/ink1355.xml"/><Relationship Id="rId168" Type="http://schemas.openxmlformats.org/officeDocument/2006/relationships/image" Target="../media/image3346.png"/><Relationship Id="rId282" Type="http://schemas.openxmlformats.org/officeDocument/2006/relationships/image" Target="../media/image3403.png"/><Relationship Id="rId8" Type="http://schemas.openxmlformats.org/officeDocument/2006/relationships/image" Target="../media/image3266.png"/><Relationship Id="rId51" Type="http://schemas.openxmlformats.org/officeDocument/2006/relationships/customXml" Target="../ink/ink1307.xml"/><Relationship Id="rId72" Type="http://schemas.openxmlformats.org/officeDocument/2006/relationships/image" Target="../media/image3298.png"/><Relationship Id="rId93" Type="http://schemas.openxmlformats.org/officeDocument/2006/relationships/customXml" Target="../ink/ink1328.xml"/><Relationship Id="rId98" Type="http://schemas.openxmlformats.org/officeDocument/2006/relationships/image" Target="../media/image3311.png"/><Relationship Id="rId121" Type="http://schemas.openxmlformats.org/officeDocument/2006/relationships/customXml" Target="../ink/ink1342.xml"/><Relationship Id="rId142" Type="http://schemas.openxmlformats.org/officeDocument/2006/relationships/image" Target="../media/image3333.png"/><Relationship Id="rId163" Type="http://schemas.openxmlformats.org/officeDocument/2006/relationships/customXml" Target="../ink/ink1363.xml"/><Relationship Id="rId184" Type="http://schemas.openxmlformats.org/officeDocument/2006/relationships/image" Target="../media/image3354.png"/><Relationship Id="rId189" Type="http://schemas.openxmlformats.org/officeDocument/2006/relationships/customXml" Target="../ink/ink1376.xml"/><Relationship Id="rId219" Type="http://schemas.openxmlformats.org/officeDocument/2006/relationships/customXml" Target="../ink/ink1391.xml"/><Relationship Id="rId3" Type="http://schemas.openxmlformats.org/officeDocument/2006/relationships/customXml" Target="../ink/ink1283.xml"/><Relationship Id="rId214" Type="http://schemas.openxmlformats.org/officeDocument/2006/relationships/image" Target="../media/image3369.png"/><Relationship Id="rId230" Type="http://schemas.openxmlformats.org/officeDocument/2006/relationships/image" Target="../media/image3377.png"/><Relationship Id="rId235" Type="http://schemas.openxmlformats.org/officeDocument/2006/relationships/customXml" Target="../ink/ink1399.xml"/><Relationship Id="rId251" Type="http://schemas.openxmlformats.org/officeDocument/2006/relationships/customXml" Target="../ink/ink1407.xml"/><Relationship Id="rId256" Type="http://schemas.openxmlformats.org/officeDocument/2006/relationships/image" Target="../media/image3390.png"/><Relationship Id="rId277" Type="http://schemas.openxmlformats.org/officeDocument/2006/relationships/customXml" Target="../ink/ink1420.xml"/><Relationship Id="rId298" Type="http://schemas.openxmlformats.org/officeDocument/2006/relationships/image" Target="../media/image3411.png"/><Relationship Id="rId25" Type="http://schemas.openxmlformats.org/officeDocument/2006/relationships/customXml" Target="../ink/ink1294.xml"/><Relationship Id="rId46" Type="http://schemas.openxmlformats.org/officeDocument/2006/relationships/image" Target="../media/image3285.png"/><Relationship Id="rId67" Type="http://schemas.openxmlformats.org/officeDocument/2006/relationships/customXml" Target="../ink/ink1315.xml"/><Relationship Id="rId116" Type="http://schemas.openxmlformats.org/officeDocument/2006/relationships/image" Target="../media/image3320.png"/><Relationship Id="rId137" Type="http://schemas.openxmlformats.org/officeDocument/2006/relationships/customXml" Target="../ink/ink1350.xml"/><Relationship Id="rId158" Type="http://schemas.openxmlformats.org/officeDocument/2006/relationships/image" Target="../media/image3341.png"/><Relationship Id="rId272" Type="http://schemas.openxmlformats.org/officeDocument/2006/relationships/image" Target="../media/image3398.png"/><Relationship Id="rId293" Type="http://schemas.openxmlformats.org/officeDocument/2006/relationships/customXml" Target="../ink/ink1428.xml"/><Relationship Id="rId302" Type="http://schemas.openxmlformats.org/officeDocument/2006/relationships/image" Target="../media/image3413.png"/><Relationship Id="rId20" Type="http://schemas.openxmlformats.org/officeDocument/2006/relationships/image" Target="../media/image3272.png"/><Relationship Id="rId41" Type="http://schemas.openxmlformats.org/officeDocument/2006/relationships/customXml" Target="../ink/ink1302.xml"/><Relationship Id="rId62" Type="http://schemas.openxmlformats.org/officeDocument/2006/relationships/image" Target="../media/image3293.png"/><Relationship Id="rId83" Type="http://schemas.openxmlformats.org/officeDocument/2006/relationships/customXml" Target="../ink/ink1323.xml"/><Relationship Id="rId88" Type="http://schemas.openxmlformats.org/officeDocument/2006/relationships/image" Target="../media/image3306.png"/><Relationship Id="rId111" Type="http://schemas.openxmlformats.org/officeDocument/2006/relationships/customXml" Target="../ink/ink1337.xml"/><Relationship Id="rId132" Type="http://schemas.openxmlformats.org/officeDocument/2006/relationships/image" Target="../media/image3328.png"/><Relationship Id="rId153" Type="http://schemas.openxmlformats.org/officeDocument/2006/relationships/customXml" Target="../ink/ink1358.xml"/><Relationship Id="rId174" Type="http://schemas.openxmlformats.org/officeDocument/2006/relationships/image" Target="../media/image3349.png"/><Relationship Id="rId179" Type="http://schemas.openxmlformats.org/officeDocument/2006/relationships/customXml" Target="../ink/ink1371.xml"/><Relationship Id="rId195" Type="http://schemas.openxmlformats.org/officeDocument/2006/relationships/customXml" Target="../ink/ink1379.xml"/><Relationship Id="rId209" Type="http://schemas.openxmlformats.org/officeDocument/2006/relationships/customXml" Target="../ink/ink1386.xml"/><Relationship Id="rId190" Type="http://schemas.openxmlformats.org/officeDocument/2006/relationships/image" Target="../media/image3357.png"/><Relationship Id="rId204" Type="http://schemas.openxmlformats.org/officeDocument/2006/relationships/image" Target="../media/image3364.png"/><Relationship Id="rId220" Type="http://schemas.openxmlformats.org/officeDocument/2006/relationships/image" Target="../media/image3372.png"/><Relationship Id="rId225" Type="http://schemas.openxmlformats.org/officeDocument/2006/relationships/customXml" Target="../ink/ink1394.xml"/><Relationship Id="rId241" Type="http://schemas.openxmlformats.org/officeDocument/2006/relationships/customXml" Target="../ink/ink1402.xml"/><Relationship Id="rId246" Type="http://schemas.openxmlformats.org/officeDocument/2006/relationships/image" Target="../media/image3385.png"/><Relationship Id="rId267" Type="http://schemas.openxmlformats.org/officeDocument/2006/relationships/customXml" Target="../ink/ink1415.xml"/><Relationship Id="rId288" Type="http://schemas.openxmlformats.org/officeDocument/2006/relationships/image" Target="../media/image3406.png"/><Relationship Id="rId15" Type="http://schemas.openxmlformats.org/officeDocument/2006/relationships/customXml" Target="../ink/ink1289.xml"/><Relationship Id="rId36" Type="http://schemas.openxmlformats.org/officeDocument/2006/relationships/image" Target="../media/image3280.png"/><Relationship Id="rId57" Type="http://schemas.openxmlformats.org/officeDocument/2006/relationships/customXml" Target="../ink/ink1310.xml"/><Relationship Id="rId106" Type="http://schemas.openxmlformats.org/officeDocument/2006/relationships/image" Target="../media/image3315.png"/><Relationship Id="rId127" Type="http://schemas.openxmlformats.org/officeDocument/2006/relationships/customXml" Target="../ink/ink1345.xml"/><Relationship Id="rId262" Type="http://schemas.openxmlformats.org/officeDocument/2006/relationships/image" Target="../media/image3393.png"/><Relationship Id="rId283" Type="http://schemas.openxmlformats.org/officeDocument/2006/relationships/customXml" Target="../ink/ink1423.xml"/><Relationship Id="rId10" Type="http://schemas.openxmlformats.org/officeDocument/2006/relationships/image" Target="../media/image3267.png"/><Relationship Id="rId31" Type="http://schemas.openxmlformats.org/officeDocument/2006/relationships/customXml" Target="../ink/ink1297.xml"/><Relationship Id="rId52" Type="http://schemas.openxmlformats.org/officeDocument/2006/relationships/image" Target="../media/image3288.png"/><Relationship Id="rId73" Type="http://schemas.openxmlformats.org/officeDocument/2006/relationships/customXml" Target="../ink/ink1318.xml"/><Relationship Id="rId78" Type="http://schemas.openxmlformats.org/officeDocument/2006/relationships/image" Target="../media/image3301.png"/><Relationship Id="rId94" Type="http://schemas.openxmlformats.org/officeDocument/2006/relationships/image" Target="../media/image3309.png"/><Relationship Id="rId99" Type="http://schemas.openxmlformats.org/officeDocument/2006/relationships/customXml" Target="../ink/ink1331.xml"/><Relationship Id="rId101" Type="http://schemas.openxmlformats.org/officeDocument/2006/relationships/customXml" Target="../ink/ink1332.xml"/><Relationship Id="rId122" Type="http://schemas.openxmlformats.org/officeDocument/2006/relationships/image" Target="../media/image3323.png"/><Relationship Id="rId143" Type="http://schemas.openxmlformats.org/officeDocument/2006/relationships/customXml" Target="../ink/ink1353.xml"/><Relationship Id="rId148" Type="http://schemas.openxmlformats.org/officeDocument/2006/relationships/image" Target="../media/image3336.png"/><Relationship Id="rId164" Type="http://schemas.openxmlformats.org/officeDocument/2006/relationships/image" Target="../media/image3344.png"/><Relationship Id="rId169" Type="http://schemas.openxmlformats.org/officeDocument/2006/relationships/customXml" Target="../ink/ink1366.xml"/><Relationship Id="rId185" Type="http://schemas.openxmlformats.org/officeDocument/2006/relationships/customXml" Target="../ink/ink1374.xml"/><Relationship Id="rId4" Type="http://schemas.openxmlformats.org/officeDocument/2006/relationships/image" Target="../media/image3264.png"/><Relationship Id="rId9" Type="http://schemas.openxmlformats.org/officeDocument/2006/relationships/customXml" Target="../ink/ink1286.xml"/><Relationship Id="rId180" Type="http://schemas.openxmlformats.org/officeDocument/2006/relationships/image" Target="../media/image3352.png"/><Relationship Id="rId210" Type="http://schemas.openxmlformats.org/officeDocument/2006/relationships/image" Target="../media/image3367.png"/><Relationship Id="rId215" Type="http://schemas.openxmlformats.org/officeDocument/2006/relationships/customXml" Target="../ink/ink1389.xml"/><Relationship Id="rId236" Type="http://schemas.openxmlformats.org/officeDocument/2006/relationships/image" Target="../media/image3380.png"/><Relationship Id="rId257" Type="http://schemas.openxmlformats.org/officeDocument/2006/relationships/customXml" Target="../ink/ink1410.xml"/><Relationship Id="rId278" Type="http://schemas.openxmlformats.org/officeDocument/2006/relationships/image" Target="../media/image3401.png"/><Relationship Id="rId26" Type="http://schemas.openxmlformats.org/officeDocument/2006/relationships/image" Target="../media/image3275.png"/><Relationship Id="rId231" Type="http://schemas.openxmlformats.org/officeDocument/2006/relationships/customXml" Target="../ink/ink1397.xml"/><Relationship Id="rId252" Type="http://schemas.openxmlformats.org/officeDocument/2006/relationships/image" Target="../media/image3388.png"/><Relationship Id="rId273" Type="http://schemas.openxmlformats.org/officeDocument/2006/relationships/customXml" Target="../ink/ink1418.xml"/><Relationship Id="rId294" Type="http://schemas.openxmlformats.org/officeDocument/2006/relationships/image" Target="../media/image3409.png"/><Relationship Id="rId47" Type="http://schemas.openxmlformats.org/officeDocument/2006/relationships/customXml" Target="../ink/ink1305.xml"/><Relationship Id="rId68" Type="http://schemas.openxmlformats.org/officeDocument/2006/relationships/image" Target="../media/image3296.png"/><Relationship Id="rId89" Type="http://schemas.openxmlformats.org/officeDocument/2006/relationships/customXml" Target="../ink/ink1326.xml"/><Relationship Id="rId112" Type="http://schemas.openxmlformats.org/officeDocument/2006/relationships/image" Target="../media/image3318.png"/><Relationship Id="rId133" Type="http://schemas.openxmlformats.org/officeDocument/2006/relationships/customXml" Target="../ink/ink1348.xml"/><Relationship Id="rId154" Type="http://schemas.openxmlformats.org/officeDocument/2006/relationships/image" Target="../media/image3339.png"/><Relationship Id="rId175" Type="http://schemas.openxmlformats.org/officeDocument/2006/relationships/customXml" Target="../ink/ink1369.xml"/><Relationship Id="rId196" Type="http://schemas.openxmlformats.org/officeDocument/2006/relationships/image" Target="../media/image3360.png"/><Relationship Id="rId200" Type="http://schemas.openxmlformats.org/officeDocument/2006/relationships/image" Target="../media/image3362.png"/><Relationship Id="rId16" Type="http://schemas.openxmlformats.org/officeDocument/2006/relationships/image" Target="../media/image3270.png"/><Relationship Id="rId221" Type="http://schemas.openxmlformats.org/officeDocument/2006/relationships/customXml" Target="../ink/ink1392.xml"/><Relationship Id="rId242" Type="http://schemas.openxmlformats.org/officeDocument/2006/relationships/image" Target="../media/image3383.png"/><Relationship Id="rId263" Type="http://schemas.openxmlformats.org/officeDocument/2006/relationships/customXml" Target="../ink/ink1413.xml"/><Relationship Id="rId284" Type="http://schemas.openxmlformats.org/officeDocument/2006/relationships/image" Target="../media/image3404.png"/><Relationship Id="rId37" Type="http://schemas.openxmlformats.org/officeDocument/2006/relationships/customXml" Target="../ink/ink1300.xml"/><Relationship Id="rId58" Type="http://schemas.openxmlformats.org/officeDocument/2006/relationships/image" Target="../media/image3291.png"/><Relationship Id="rId79" Type="http://schemas.openxmlformats.org/officeDocument/2006/relationships/customXml" Target="../ink/ink1321.xml"/><Relationship Id="rId102" Type="http://schemas.openxmlformats.org/officeDocument/2006/relationships/image" Target="../media/image3313.png"/><Relationship Id="rId123" Type="http://schemas.openxmlformats.org/officeDocument/2006/relationships/customXml" Target="../ink/ink1343.xml"/><Relationship Id="rId144" Type="http://schemas.openxmlformats.org/officeDocument/2006/relationships/image" Target="../media/image3334.png"/><Relationship Id="rId90" Type="http://schemas.openxmlformats.org/officeDocument/2006/relationships/image" Target="../media/image3307.png"/><Relationship Id="rId165" Type="http://schemas.openxmlformats.org/officeDocument/2006/relationships/customXml" Target="../ink/ink1364.xml"/><Relationship Id="rId186" Type="http://schemas.openxmlformats.org/officeDocument/2006/relationships/image" Target="../media/image3355.png"/><Relationship Id="rId211" Type="http://schemas.openxmlformats.org/officeDocument/2006/relationships/customXml" Target="../ink/ink1387.xml"/><Relationship Id="rId232" Type="http://schemas.openxmlformats.org/officeDocument/2006/relationships/image" Target="../media/image3378.png"/><Relationship Id="rId253" Type="http://schemas.openxmlformats.org/officeDocument/2006/relationships/customXml" Target="../ink/ink1408.xml"/><Relationship Id="rId274" Type="http://schemas.openxmlformats.org/officeDocument/2006/relationships/image" Target="../media/image3399.png"/><Relationship Id="rId295" Type="http://schemas.openxmlformats.org/officeDocument/2006/relationships/customXml" Target="../ink/ink1429.xml"/><Relationship Id="rId27" Type="http://schemas.openxmlformats.org/officeDocument/2006/relationships/customXml" Target="../ink/ink1295.xml"/><Relationship Id="rId48" Type="http://schemas.openxmlformats.org/officeDocument/2006/relationships/image" Target="../media/image3286.png"/><Relationship Id="rId69" Type="http://schemas.openxmlformats.org/officeDocument/2006/relationships/customXml" Target="../ink/ink1316.xml"/><Relationship Id="rId113" Type="http://schemas.openxmlformats.org/officeDocument/2006/relationships/customXml" Target="../ink/ink1338.xml"/><Relationship Id="rId134" Type="http://schemas.openxmlformats.org/officeDocument/2006/relationships/image" Target="../media/image3329.png"/><Relationship Id="rId80" Type="http://schemas.openxmlformats.org/officeDocument/2006/relationships/image" Target="../media/image3302.png"/><Relationship Id="rId155" Type="http://schemas.openxmlformats.org/officeDocument/2006/relationships/customXml" Target="../ink/ink1359.xml"/><Relationship Id="rId176" Type="http://schemas.openxmlformats.org/officeDocument/2006/relationships/image" Target="../media/image3350.png"/><Relationship Id="rId197" Type="http://schemas.openxmlformats.org/officeDocument/2006/relationships/customXml" Target="../ink/ink1380.xml"/><Relationship Id="rId201" Type="http://schemas.openxmlformats.org/officeDocument/2006/relationships/customXml" Target="../ink/ink1382.xml"/><Relationship Id="rId222" Type="http://schemas.openxmlformats.org/officeDocument/2006/relationships/image" Target="../media/image3373.png"/><Relationship Id="rId243" Type="http://schemas.openxmlformats.org/officeDocument/2006/relationships/customXml" Target="../ink/ink1403.xml"/><Relationship Id="rId264" Type="http://schemas.openxmlformats.org/officeDocument/2006/relationships/image" Target="../media/image3394.png"/><Relationship Id="rId285" Type="http://schemas.openxmlformats.org/officeDocument/2006/relationships/customXml" Target="../ink/ink1424.xml"/><Relationship Id="rId17" Type="http://schemas.openxmlformats.org/officeDocument/2006/relationships/customXml" Target="../ink/ink1290.xml"/><Relationship Id="rId38" Type="http://schemas.openxmlformats.org/officeDocument/2006/relationships/image" Target="../media/image3281.png"/><Relationship Id="rId59" Type="http://schemas.openxmlformats.org/officeDocument/2006/relationships/customXml" Target="../ink/ink1311.xml"/><Relationship Id="rId103" Type="http://schemas.openxmlformats.org/officeDocument/2006/relationships/customXml" Target="../ink/ink1333.xml"/><Relationship Id="rId124" Type="http://schemas.openxmlformats.org/officeDocument/2006/relationships/image" Target="../media/image3324.png"/><Relationship Id="rId70" Type="http://schemas.openxmlformats.org/officeDocument/2006/relationships/image" Target="../media/image3297.png"/><Relationship Id="rId91" Type="http://schemas.openxmlformats.org/officeDocument/2006/relationships/customXml" Target="../ink/ink1327.xml"/><Relationship Id="rId145" Type="http://schemas.openxmlformats.org/officeDocument/2006/relationships/customXml" Target="../ink/ink1354.xml"/><Relationship Id="rId166" Type="http://schemas.openxmlformats.org/officeDocument/2006/relationships/image" Target="../media/image3345.png"/><Relationship Id="rId187" Type="http://schemas.openxmlformats.org/officeDocument/2006/relationships/customXml" Target="../ink/ink1375.xml"/><Relationship Id="rId1" Type="http://schemas.openxmlformats.org/officeDocument/2006/relationships/slideLayout" Target="../slideLayouts/slideLayout18.xml"/><Relationship Id="rId212" Type="http://schemas.openxmlformats.org/officeDocument/2006/relationships/image" Target="../media/image3368.png"/><Relationship Id="rId233" Type="http://schemas.openxmlformats.org/officeDocument/2006/relationships/customXml" Target="../ink/ink1398.xml"/><Relationship Id="rId254" Type="http://schemas.openxmlformats.org/officeDocument/2006/relationships/image" Target="../media/image3389.png"/><Relationship Id="rId28" Type="http://schemas.openxmlformats.org/officeDocument/2006/relationships/image" Target="../media/image3276.png"/><Relationship Id="rId49" Type="http://schemas.openxmlformats.org/officeDocument/2006/relationships/customXml" Target="../ink/ink1306.xml"/><Relationship Id="rId114" Type="http://schemas.openxmlformats.org/officeDocument/2006/relationships/image" Target="../media/image3319.png"/><Relationship Id="rId275" Type="http://schemas.openxmlformats.org/officeDocument/2006/relationships/customXml" Target="../ink/ink1419.xml"/><Relationship Id="rId296" Type="http://schemas.openxmlformats.org/officeDocument/2006/relationships/image" Target="../media/image3410.png"/><Relationship Id="rId300" Type="http://schemas.openxmlformats.org/officeDocument/2006/relationships/image" Target="../media/image3412.png"/><Relationship Id="rId60" Type="http://schemas.openxmlformats.org/officeDocument/2006/relationships/image" Target="../media/image3292.png"/><Relationship Id="rId81" Type="http://schemas.openxmlformats.org/officeDocument/2006/relationships/customXml" Target="../ink/ink1322.xml"/><Relationship Id="rId135" Type="http://schemas.openxmlformats.org/officeDocument/2006/relationships/customXml" Target="../ink/ink1349.xml"/><Relationship Id="rId156" Type="http://schemas.openxmlformats.org/officeDocument/2006/relationships/image" Target="../media/image3340.png"/><Relationship Id="rId177" Type="http://schemas.openxmlformats.org/officeDocument/2006/relationships/customXml" Target="../ink/ink1370.xml"/><Relationship Id="rId198" Type="http://schemas.openxmlformats.org/officeDocument/2006/relationships/image" Target="../media/image3361.png"/><Relationship Id="rId202" Type="http://schemas.openxmlformats.org/officeDocument/2006/relationships/image" Target="../media/image3363.png"/><Relationship Id="rId223" Type="http://schemas.openxmlformats.org/officeDocument/2006/relationships/customXml" Target="../ink/ink1393.xml"/><Relationship Id="rId244" Type="http://schemas.openxmlformats.org/officeDocument/2006/relationships/image" Target="../media/image3384.png"/><Relationship Id="rId18" Type="http://schemas.openxmlformats.org/officeDocument/2006/relationships/image" Target="../media/image3271.png"/><Relationship Id="rId39" Type="http://schemas.openxmlformats.org/officeDocument/2006/relationships/customXml" Target="../ink/ink1301.xml"/><Relationship Id="rId265" Type="http://schemas.openxmlformats.org/officeDocument/2006/relationships/customXml" Target="../ink/ink1414.xml"/><Relationship Id="rId286" Type="http://schemas.openxmlformats.org/officeDocument/2006/relationships/image" Target="../media/image3405.png"/><Relationship Id="rId50" Type="http://schemas.openxmlformats.org/officeDocument/2006/relationships/image" Target="../media/image3287.png"/><Relationship Id="rId104" Type="http://schemas.openxmlformats.org/officeDocument/2006/relationships/image" Target="../media/image3314.png"/><Relationship Id="rId125" Type="http://schemas.openxmlformats.org/officeDocument/2006/relationships/customXml" Target="../ink/ink1344.xml"/><Relationship Id="rId146" Type="http://schemas.openxmlformats.org/officeDocument/2006/relationships/image" Target="../media/image3335.png"/><Relationship Id="rId167" Type="http://schemas.openxmlformats.org/officeDocument/2006/relationships/customXml" Target="../ink/ink1365.xml"/><Relationship Id="rId188" Type="http://schemas.openxmlformats.org/officeDocument/2006/relationships/image" Target="../media/image3356.png"/><Relationship Id="rId71" Type="http://schemas.openxmlformats.org/officeDocument/2006/relationships/customXml" Target="../ink/ink1317.xml"/><Relationship Id="rId92" Type="http://schemas.openxmlformats.org/officeDocument/2006/relationships/image" Target="../media/image3308.png"/><Relationship Id="rId213" Type="http://schemas.openxmlformats.org/officeDocument/2006/relationships/customXml" Target="../ink/ink1388.xml"/><Relationship Id="rId234" Type="http://schemas.openxmlformats.org/officeDocument/2006/relationships/image" Target="../media/image3379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25.png"/><Relationship Id="rId117" Type="http://schemas.openxmlformats.org/officeDocument/2006/relationships/image" Target="../media/image3470.png"/><Relationship Id="rId21" Type="http://schemas.openxmlformats.org/officeDocument/2006/relationships/customXml" Target="../ink/ink1442.xml"/><Relationship Id="rId42" Type="http://schemas.openxmlformats.org/officeDocument/2006/relationships/image" Target="../media/image3433.png"/><Relationship Id="rId47" Type="http://schemas.openxmlformats.org/officeDocument/2006/relationships/customXml" Target="../ink/ink1455.xml"/><Relationship Id="rId63" Type="http://schemas.openxmlformats.org/officeDocument/2006/relationships/customXml" Target="../ink/ink1463.xml"/><Relationship Id="rId68" Type="http://schemas.openxmlformats.org/officeDocument/2006/relationships/image" Target="../media/image3446.png"/><Relationship Id="rId84" Type="http://schemas.openxmlformats.org/officeDocument/2006/relationships/customXml" Target="../ink/ink1474.xml"/><Relationship Id="rId89" Type="http://schemas.openxmlformats.org/officeDocument/2006/relationships/image" Target="../media/image3456.png"/><Relationship Id="rId112" Type="http://schemas.openxmlformats.org/officeDocument/2006/relationships/customXml" Target="../ink/ink1488.xml"/><Relationship Id="rId133" Type="http://schemas.openxmlformats.org/officeDocument/2006/relationships/image" Target="../media/image3478.png"/><Relationship Id="rId138" Type="http://schemas.openxmlformats.org/officeDocument/2006/relationships/customXml" Target="../ink/ink1501.xml"/><Relationship Id="rId154" Type="http://schemas.openxmlformats.org/officeDocument/2006/relationships/customXml" Target="../ink/ink1509.xml"/><Relationship Id="rId159" Type="http://schemas.openxmlformats.org/officeDocument/2006/relationships/image" Target="../media/image3491.png"/><Relationship Id="rId175" Type="http://schemas.openxmlformats.org/officeDocument/2006/relationships/customXml" Target="../ink/ink1520.xml"/><Relationship Id="rId170" Type="http://schemas.openxmlformats.org/officeDocument/2006/relationships/customXml" Target="../ink/ink1517.xml"/><Relationship Id="rId16" Type="http://schemas.openxmlformats.org/officeDocument/2006/relationships/image" Target="../media/image3420.png"/><Relationship Id="rId107" Type="http://schemas.openxmlformats.org/officeDocument/2006/relationships/image" Target="../media/image3465.png"/><Relationship Id="rId11" Type="http://schemas.openxmlformats.org/officeDocument/2006/relationships/customXml" Target="../ink/ink1437.xml"/><Relationship Id="rId32" Type="http://schemas.openxmlformats.org/officeDocument/2006/relationships/image" Target="../media/image3428.png"/><Relationship Id="rId37" Type="http://schemas.openxmlformats.org/officeDocument/2006/relationships/customXml" Target="../ink/ink1450.xml"/><Relationship Id="rId53" Type="http://schemas.openxmlformats.org/officeDocument/2006/relationships/customXml" Target="../ink/ink1458.xml"/><Relationship Id="rId58" Type="http://schemas.openxmlformats.org/officeDocument/2006/relationships/image" Target="../media/image3441.png"/><Relationship Id="rId74" Type="http://schemas.openxmlformats.org/officeDocument/2006/relationships/image" Target="../media/image3449.png"/><Relationship Id="rId79" Type="http://schemas.openxmlformats.org/officeDocument/2006/relationships/customXml" Target="../ink/ink1471.xml"/><Relationship Id="rId102" Type="http://schemas.openxmlformats.org/officeDocument/2006/relationships/customXml" Target="../ink/ink1483.xml"/><Relationship Id="rId123" Type="http://schemas.openxmlformats.org/officeDocument/2006/relationships/image" Target="../media/image3473.png"/><Relationship Id="rId128" Type="http://schemas.openxmlformats.org/officeDocument/2006/relationships/customXml" Target="../ink/ink1496.xml"/><Relationship Id="rId144" Type="http://schemas.openxmlformats.org/officeDocument/2006/relationships/customXml" Target="../ink/ink1504.xml"/><Relationship Id="rId149" Type="http://schemas.openxmlformats.org/officeDocument/2006/relationships/image" Target="../media/image3486.png"/><Relationship Id="rId5" Type="http://schemas.openxmlformats.org/officeDocument/2006/relationships/customXml" Target="../ink/ink1434.xml"/><Relationship Id="rId90" Type="http://schemas.openxmlformats.org/officeDocument/2006/relationships/customXml" Target="../ink/ink1477.xml"/><Relationship Id="rId95" Type="http://schemas.openxmlformats.org/officeDocument/2006/relationships/image" Target="../media/image3459.png"/><Relationship Id="rId160" Type="http://schemas.openxmlformats.org/officeDocument/2006/relationships/customXml" Target="../ink/ink1512.xml"/><Relationship Id="rId165" Type="http://schemas.openxmlformats.org/officeDocument/2006/relationships/image" Target="../media/image3494.png"/><Relationship Id="rId22" Type="http://schemas.openxmlformats.org/officeDocument/2006/relationships/image" Target="../media/image3423.png"/><Relationship Id="rId27" Type="http://schemas.openxmlformats.org/officeDocument/2006/relationships/customXml" Target="../ink/ink1445.xml"/><Relationship Id="rId43" Type="http://schemas.openxmlformats.org/officeDocument/2006/relationships/customXml" Target="../ink/ink1453.xml"/><Relationship Id="rId48" Type="http://schemas.openxmlformats.org/officeDocument/2006/relationships/image" Target="../media/image3436.png"/><Relationship Id="rId64" Type="http://schemas.openxmlformats.org/officeDocument/2006/relationships/image" Target="../media/image3444.png"/><Relationship Id="rId69" Type="http://schemas.openxmlformats.org/officeDocument/2006/relationships/customXml" Target="../ink/ink1466.xml"/><Relationship Id="rId113" Type="http://schemas.openxmlformats.org/officeDocument/2006/relationships/image" Target="../media/image3468.png"/><Relationship Id="rId118" Type="http://schemas.openxmlformats.org/officeDocument/2006/relationships/customXml" Target="../ink/ink1491.xml"/><Relationship Id="rId134" Type="http://schemas.openxmlformats.org/officeDocument/2006/relationships/customXml" Target="../ink/ink1499.xml"/><Relationship Id="rId139" Type="http://schemas.openxmlformats.org/officeDocument/2006/relationships/image" Target="../media/image3481.png"/><Relationship Id="rId80" Type="http://schemas.openxmlformats.org/officeDocument/2006/relationships/image" Target="../media/image3452.png"/><Relationship Id="rId85" Type="http://schemas.openxmlformats.org/officeDocument/2006/relationships/image" Target="../media/image3454.png"/><Relationship Id="rId150" Type="http://schemas.openxmlformats.org/officeDocument/2006/relationships/customXml" Target="../ink/ink1507.xml"/><Relationship Id="rId155" Type="http://schemas.openxmlformats.org/officeDocument/2006/relationships/image" Target="../media/image3489.png"/><Relationship Id="rId171" Type="http://schemas.openxmlformats.org/officeDocument/2006/relationships/customXml" Target="../ink/ink1518.xml"/><Relationship Id="rId176" Type="http://schemas.openxmlformats.org/officeDocument/2006/relationships/image" Target="../media/image3499.png"/><Relationship Id="rId12" Type="http://schemas.openxmlformats.org/officeDocument/2006/relationships/image" Target="../media/image3418.png"/><Relationship Id="rId17" Type="http://schemas.openxmlformats.org/officeDocument/2006/relationships/customXml" Target="../ink/ink1440.xml"/><Relationship Id="rId33" Type="http://schemas.openxmlformats.org/officeDocument/2006/relationships/customXml" Target="../ink/ink1448.xml"/><Relationship Id="rId38" Type="http://schemas.openxmlformats.org/officeDocument/2006/relationships/image" Target="../media/image3431.png"/><Relationship Id="rId59" Type="http://schemas.openxmlformats.org/officeDocument/2006/relationships/customXml" Target="../ink/ink1461.xml"/><Relationship Id="rId103" Type="http://schemas.openxmlformats.org/officeDocument/2006/relationships/image" Target="../media/image3463.png"/><Relationship Id="rId108" Type="http://schemas.openxmlformats.org/officeDocument/2006/relationships/customXml" Target="../ink/ink1486.xml"/><Relationship Id="rId124" Type="http://schemas.openxmlformats.org/officeDocument/2006/relationships/customXml" Target="../ink/ink1494.xml"/><Relationship Id="rId129" Type="http://schemas.openxmlformats.org/officeDocument/2006/relationships/image" Target="../media/image3476.png"/><Relationship Id="rId54" Type="http://schemas.openxmlformats.org/officeDocument/2006/relationships/image" Target="../media/image3439.png"/><Relationship Id="rId70" Type="http://schemas.openxmlformats.org/officeDocument/2006/relationships/image" Target="../media/image3447.png"/><Relationship Id="rId75" Type="http://schemas.openxmlformats.org/officeDocument/2006/relationships/customXml" Target="../ink/ink1469.xml"/><Relationship Id="rId91" Type="http://schemas.openxmlformats.org/officeDocument/2006/relationships/image" Target="../media/image3457.png"/><Relationship Id="rId96" Type="http://schemas.openxmlformats.org/officeDocument/2006/relationships/customXml" Target="../ink/ink1480.xml"/><Relationship Id="rId140" Type="http://schemas.openxmlformats.org/officeDocument/2006/relationships/customXml" Target="../ink/ink1502.xml"/><Relationship Id="rId145" Type="http://schemas.openxmlformats.org/officeDocument/2006/relationships/image" Target="../media/image3484.png"/><Relationship Id="rId161" Type="http://schemas.openxmlformats.org/officeDocument/2006/relationships/image" Target="../media/image3492.png"/><Relationship Id="rId166" Type="http://schemas.openxmlformats.org/officeDocument/2006/relationships/customXml" Target="../ink/ink15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15.png"/><Relationship Id="rId23" Type="http://schemas.openxmlformats.org/officeDocument/2006/relationships/customXml" Target="../ink/ink1443.xml"/><Relationship Id="rId28" Type="http://schemas.openxmlformats.org/officeDocument/2006/relationships/image" Target="../media/image3426.png"/><Relationship Id="rId49" Type="http://schemas.openxmlformats.org/officeDocument/2006/relationships/customXml" Target="../ink/ink1456.xml"/><Relationship Id="rId114" Type="http://schemas.openxmlformats.org/officeDocument/2006/relationships/customXml" Target="../ink/ink1489.xml"/><Relationship Id="rId119" Type="http://schemas.openxmlformats.org/officeDocument/2006/relationships/image" Target="../media/image3471.png"/><Relationship Id="rId10" Type="http://schemas.openxmlformats.org/officeDocument/2006/relationships/image" Target="../media/image3417.png"/><Relationship Id="rId31" Type="http://schemas.openxmlformats.org/officeDocument/2006/relationships/customXml" Target="../ink/ink1447.xml"/><Relationship Id="rId44" Type="http://schemas.openxmlformats.org/officeDocument/2006/relationships/image" Target="../media/image3434.png"/><Relationship Id="rId52" Type="http://schemas.openxmlformats.org/officeDocument/2006/relationships/image" Target="../media/image3438.png"/><Relationship Id="rId60" Type="http://schemas.openxmlformats.org/officeDocument/2006/relationships/image" Target="../media/image3442.png"/><Relationship Id="rId65" Type="http://schemas.openxmlformats.org/officeDocument/2006/relationships/customXml" Target="../ink/ink1464.xml"/><Relationship Id="rId73" Type="http://schemas.openxmlformats.org/officeDocument/2006/relationships/customXml" Target="../ink/ink1468.xml"/><Relationship Id="rId78" Type="http://schemas.openxmlformats.org/officeDocument/2006/relationships/image" Target="../media/image3451.png"/><Relationship Id="rId81" Type="http://schemas.openxmlformats.org/officeDocument/2006/relationships/customXml" Target="../ink/ink1472.xml"/><Relationship Id="rId86" Type="http://schemas.openxmlformats.org/officeDocument/2006/relationships/customXml" Target="../ink/ink1475.xml"/><Relationship Id="rId94" Type="http://schemas.openxmlformats.org/officeDocument/2006/relationships/customXml" Target="../ink/ink1479.xml"/><Relationship Id="rId99" Type="http://schemas.openxmlformats.org/officeDocument/2006/relationships/image" Target="../media/image3461.png"/><Relationship Id="rId101" Type="http://schemas.openxmlformats.org/officeDocument/2006/relationships/image" Target="../media/image3462.png"/><Relationship Id="rId122" Type="http://schemas.openxmlformats.org/officeDocument/2006/relationships/customXml" Target="../ink/ink1493.xml"/><Relationship Id="rId130" Type="http://schemas.openxmlformats.org/officeDocument/2006/relationships/customXml" Target="../ink/ink1497.xml"/><Relationship Id="rId135" Type="http://schemas.openxmlformats.org/officeDocument/2006/relationships/image" Target="../media/image3479.png"/><Relationship Id="rId143" Type="http://schemas.openxmlformats.org/officeDocument/2006/relationships/image" Target="../media/image3483.png"/><Relationship Id="rId148" Type="http://schemas.openxmlformats.org/officeDocument/2006/relationships/customXml" Target="../ink/ink1506.xml"/><Relationship Id="rId151" Type="http://schemas.openxmlformats.org/officeDocument/2006/relationships/image" Target="../media/image3487.png"/><Relationship Id="rId156" Type="http://schemas.openxmlformats.org/officeDocument/2006/relationships/customXml" Target="../ink/ink1510.xml"/><Relationship Id="rId164" Type="http://schemas.openxmlformats.org/officeDocument/2006/relationships/customXml" Target="../ink/ink1514.xml"/><Relationship Id="rId169" Type="http://schemas.openxmlformats.org/officeDocument/2006/relationships/image" Target="../media/image3496.png"/><Relationship Id="rId177" Type="http://schemas.openxmlformats.org/officeDocument/2006/relationships/customXml" Target="../ink/ink1521.xml"/><Relationship Id="rId4" Type="http://schemas.openxmlformats.org/officeDocument/2006/relationships/image" Target="../media/image3222.png"/><Relationship Id="rId9" Type="http://schemas.openxmlformats.org/officeDocument/2006/relationships/customXml" Target="../ink/ink1436.xml"/><Relationship Id="rId172" Type="http://schemas.openxmlformats.org/officeDocument/2006/relationships/image" Target="../media/image3497.png"/><Relationship Id="rId13" Type="http://schemas.openxmlformats.org/officeDocument/2006/relationships/customXml" Target="../ink/ink1438.xml"/><Relationship Id="rId18" Type="http://schemas.openxmlformats.org/officeDocument/2006/relationships/image" Target="../media/image3421.png"/><Relationship Id="rId39" Type="http://schemas.openxmlformats.org/officeDocument/2006/relationships/customXml" Target="../ink/ink1451.xml"/><Relationship Id="rId109" Type="http://schemas.openxmlformats.org/officeDocument/2006/relationships/image" Target="../media/image3466.png"/><Relationship Id="rId34" Type="http://schemas.openxmlformats.org/officeDocument/2006/relationships/image" Target="../media/image3429.png"/><Relationship Id="rId50" Type="http://schemas.openxmlformats.org/officeDocument/2006/relationships/image" Target="../media/image3437.png"/><Relationship Id="rId55" Type="http://schemas.openxmlformats.org/officeDocument/2006/relationships/customXml" Target="../ink/ink1459.xml"/><Relationship Id="rId76" Type="http://schemas.openxmlformats.org/officeDocument/2006/relationships/image" Target="../media/image3450.png"/><Relationship Id="rId97" Type="http://schemas.openxmlformats.org/officeDocument/2006/relationships/image" Target="../media/image3460.png"/><Relationship Id="rId104" Type="http://schemas.openxmlformats.org/officeDocument/2006/relationships/customXml" Target="../ink/ink1484.xml"/><Relationship Id="rId120" Type="http://schemas.openxmlformats.org/officeDocument/2006/relationships/customXml" Target="../ink/ink1492.xml"/><Relationship Id="rId125" Type="http://schemas.openxmlformats.org/officeDocument/2006/relationships/image" Target="../media/image3474.png"/><Relationship Id="rId141" Type="http://schemas.openxmlformats.org/officeDocument/2006/relationships/image" Target="../media/image3482.png"/><Relationship Id="rId146" Type="http://schemas.openxmlformats.org/officeDocument/2006/relationships/customXml" Target="../ink/ink1505.xml"/><Relationship Id="rId167" Type="http://schemas.openxmlformats.org/officeDocument/2006/relationships/image" Target="../media/image3495.png"/><Relationship Id="rId7" Type="http://schemas.openxmlformats.org/officeDocument/2006/relationships/customXml" Target="../ink/ink1435.xml"/><Relationship Id="rId71" Type="http://schemas.openxmlformats.org/officeDocument/2006/relationships/customXml" Target="../ink/ink1467.xml"/><Relationship Id="rId92" Type="http://schemas.openxmlformats.org/officeDocument/2006/relationships/customXml" Target="../ink/ink1478.xml"/><Relationship Id="rId162" Type="http://schemas.openxmlformats.org/officeDocument/2006/relationships/customXml" Target="../ink/ink1513.xml"/><Relationship Id="rId2" Type="http://schemas.openxmlformats.org/officeDocument/2006/relationships/image" Target="../media/image9.png"/><Relationship Id="rId29" Type="http://schemas.openxmlformats.org/officeDocument/2006/relationships/customXml" Target="../ink/ink1446.xml"/><Relationship Id="rId24" Type="http://schemas.openxmlformats.org/officeDocument/2006/relationships/image" Target="../media/image3424.png"/><Relationship Id="rId40" Type="http://schemas.openxmlformats.org/officeDocument/2006/relationships/image" Target="../media/image3432.png"/><Relationship Id="rId45" Type="http://schemas.openxmlformats.org/officeDocument/2006/relationships/customXml" Target="../ink/ink1454.xml"/><Relationship Id="rId66" Type="http://schemas.openxmlformats.org/officeDocument/2006/relationships/image" Target="../media/image3445.png"/><Relationship Id="rId87" Type="http://schemas.openxmlformats.org/officeDocument/2006/relationships/image" Target="../media/image3455.png"/><Relationship Id="rId110" Type="http://schemas.openxmlformats.org/officeDocument/2006/relationships/customXml" Target="../ink/ink1487.xml"/><Relationship Id="rId115" Type="http://schemas.openxmlformats.org/officeDocument/2006/relationships/image" Target="../media/image3469.png"/><Relationship Id="rId131" Type="http://schemas.openxmlformats.org/officeDocument/2006/relationships/image" Target="../media/image3477.png"/><Relationship Id="rId136" Type="http://schemas.openxmlformats.org/officeDocument/2006/relationships/customXml" Target="../ink/ink1500.xml"/><Relationship Id="rId157" Type="http://schemas.openxmlformats.org/officeDocument/2006/relationships/image" Target="../media/image3490.png"/><Relationship Id="rId178" Type="http://schemas.openxmlformats.org/officeDocument/2006/relationships/image" Target="../media/image3500.png"/><Relationship Id="rId61" Type="http://schemas.openxmlformats.org/officeDocument/2006/relationships/customXml" Target="../ink/ink1462.xml"/><Relationship Id="rId82" Type="http://schemas.openxmlformats.org/officeDocument/2006/relationships/customXml" Target="../ink/ink1473.xml"/><Relationship Id="rId152" Type="http://schemas.openxmlformats.org/officeDocument/2006/relationships/customXml" Target="../ink/ink1508.xml"/><Relationship Id="rId173" Type="http://schemas.openxmlformats.org/officeDocument/2006/relationships/customXml" Target="../ink/ink1519.xml"/><Relationship Id="rId19" Type="http://schemas.openxmlformats.org/officeDocument/2006/relationships/customXml" Target="../ink/ink1441.xml"/><Relationship Id="rId14" Type="http://schemas.openxmlformats.org/officeDocument/2006/relationships/image" Target="../media/image3419.png"/><Relationship Id="rId30" Type="http://schemas.openxmlformats.org/officeDocument/2006/relationships/image" Target="../media/image3427.png"/><Relationship Id="rId35" Type="http://schemas.openxmlformats.org/officeDocument/2006/relationships/customXml" Target="../ink/ink1449.xml"/><Relationship Id="rId56" Type="http://schemas.openxmlformats.org/officeDocument/2006/relationships/image" Target="../media/image3440.png"/><Relationship Id="rId77" Type="http://schemas.openxmlformats.org/officeDocument/2006/relationships/customXml" Target="../ink/ink1470.xml"/><Relationship Id="rId100" Type="http://schemas.openxmlformats.org/officeDocument/2006/relationships/customXml" Target="../ink/ink1482.xml"/><Relationship Id="rId105" Type="http://schemas.openxmlformats.org/officeDocument/2006/relationships/image" Target="../media/image3464.png"/><Relationship Id="rId126" Type="http://schemas.openxmlformats.org/officeDocument/2006/relationships/customXml" Target="../ink/ink1495.xml"/><Relationship Id="rId147" Type="http://schemas.openxmlformats.org/officeDocument/2006/relationships/image" Target="../media/image3485.png"/><Relationship Id="rId168" Type="http://schemas.openxmlformats.org/officeDocument/2006/relationships/customXml" Target="../ink/ink1516.xml"/><Relationship Id="rId8" Type="http://schemas.openxmlformats.org/officeDocument/2006/relationships/image" Target="../media/image3416.png"/><Relationship Id="rId51" Type="http://schemas.openxmlformats.org/officeDocument/2006/relationships/customXml" Target="../ink/ink1457.xml"/><Relationship Id="rId72" Type="http://schemas.openxmlformats.org/officeDocument/2006/relationships/image" Target="../media/image3448.png"/><Relationship Id="rId93" Type="http://schemas.openxmlformats.org/officeDocument/2006/relationships/image" Target="../media/image3458.png"/><Relationship Id="rId98" Type="http://schemas.openxmlformats.org/officeDocument/2006/relationships/customXml" Target="../ink/ink1481.xml"/><Relationship Id="rId121" Type="http://schemas.openxmlformats.org/officeDocument/2006/relationships/image" Target="../media/image3472.png"/><Relationship Id="rId142" Type="http://schemas.openxmlformats.org/officeDocument/2006/relationships/customXml" Target="../ink/ink1503.xml"/><Relationship Id="rId163" Type="http://schemas.openxmlformats.org/officeDocument/2006/relationships/image" Target="../media/image3493.png"/><Relationship Id="rId3" Type="http://schemas.openxmlformats.org/officeDocument/2006/relationships/customXml" Target="../ink/ink1433.xml"/><Relationship Id="rId25" Type="http://schemas.openxmlformats.org/officeDocument/2006/relationships/customXml" Target="../ink/ink1444.xml"/><Relationship Id="rId46" Type="http://schemas.openxmlformats.org/officeDocument/2006/relationships/image" Target="../media/image3435.png"/><Relationship Id="rId67" Type="http://schemas.openxmlformats.org/officeDocument/2006/relationships/customXml" Target="../ink/ink1465.xml"/><Relationship Id="rId116" Type="http://schemas.openxmlformats.org/officeDocument/2006/relationships/customXml" Target="../ink/ink1490.xml"/><Relationship Id="rId137" Type="http://schemas.openxmlformats.org/officeDocument/2006/relationships/image" Target="../media/image3480.png"/><Relationship Id="rId158" Type="http://schemas.openxmlformats.org/officeDocument/2006/relationships/customXml" Target="../ink/ink1511.xml"/><Relationship Id="rId20" Type="http://schemas.openxmlformats.org/officeDocument/2006/relationships/image" Target="../media/image3422.png"/><Relationship Id="rId41" Type="http://schemas.openxmlformats.org/officeDocument/2006/relationships/customXml" Target="../ink/ink1452.xml"/><Relationship Id="rId62" Type="http://schemas.openxmlformats.org/officeDocument/2006/relationships/image" Target="../media/image3443.png"/><Relationship Id="rId83" Type="http://schemas.openxmlformats.org/officeDocument/2006/relationships/image" Target="../media/image3453.png"/><Relationship Id="rId88" Type="http://schemas.openxmlformats.org/officeDocument/2006/relationships/customXml" Target="../ink/ink1476.xml"/><Relationship Id="rId111" Type="http://schemas.openxmlformats.org/officeDocument/2006/relationships/image" Target="../media/image3467.png"/><Relationship Id="rId132" Type="http://schemas.openxmlformats.org/officeDocument/2006/relationships/customXml" Target="../ink/ink1498.xml"/><Relationship Id="rId153" Type="http://schemas.openxmlformats.org/officeDocument/2006/relationships/image" Target="../media/image3488.png"/><Relationship Id="rId174" Type="http://schemas.openxmlformats.org/officeDocument/2006/relationships/image" Target="../media/image3498.png"/><Relationship Id="rId15" Type="http://schemas.openxmlformats.org/officeDocument/2006/relationships/customXml" Target="../ink/ink1439.xml"/><Relationship Id="rId36" Type="http://schemas.openxmlformats.org/officeDocument/2006/relationships/image" Target="../media/image3430.png"/><Relationship Id="rId57" Type="http://schemas.openxmlformats.org/officeDocument/2006/relationships/customXml" Target="../ink/ink1460.xml"/><Relationship Id="rId106" Type="http://schemas.openxmlformats.org/officeDocument/2006/relationships/customXml" Target="../ink/ink1485.xml"/><Relationship Id="rId127" Type="http://schemas.openxmlformats.org/officeDocument/2006/relationships/image" Target="../media/image3475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7.png"/><Relationship Id="rId299" Type="http://schemas.openxmlformats.org/officeDocument/2006/relationships/image" Target="../media/image3647.png"/><Relationship Id="rId21" Type="http://schemas.openxmlformats.org/officeDocument/2006/relationships/customXml" Target="../ink/ink1531.xml"/><Relationship Id="rId63" Type="http://schemas.openxmlformats.org/officeDocument/2006/relationships/customXml" Target="../ink/ink1552.xml"/><Relationship Id="rId159" Type="http://schemas.openxmlformats.org/officeDocument/2006/relationships/image" Target="../media/image3578.png"/><Relationship Id="rId324" Type="http://schemas.openxmlformats.org/officeDocument/2006/relationships/customXml" Target="../ink/ink1683.xml"/><Relationship Id="rId366" Type="http://schemas.openxmlformats.org/officeDocument/2006/relationships/customXml" Target="../ink/ink1704.xml"/><Relationship Id="rId170" Type="http://schemas.openxmlformats.org/officeDocument/2006/relationships/customXml" Target="../ink/ink1606.xml"/><Relationship Id="rId226" Type="http://schemas.openxmlformats.org/officeDocument/2006/relationships/customXml" Target="../ink/ink1634.xml"/><Relationship Id="rId433" Type="http://schemas.openxmlformats.org/officeDocument/2006/relationships/image" Target="../media/image3714.png"/><Relationship Id="rId268" Type="http://schemas.openxmlformats.org/officeDocument/2006/relationships/customXml" Target="../ink/ink1655.xml"/><Relationship Id="rId475" Type="http://schemas.openxmlformats.org/officeDocument/2006/relationships/image" Target="../media/image3735.png"/><Relationship Id="rId32" Type="http://schemas.openxmlformats.org/officeDocument/2006/relationships/image" Target="../media/image3516.png"/><Relationship Id="rId74" Type="http://schemas.openxmlformats.org/officeDocument/2006/relationships/image" Target="../media/image3537.png"/><Relationship Id="rId128" Type="http://schemas.openxmlformats.org/officeDocument/2006/relationships/customXml" Target="../ink/ink1585.xml"/><Relationship Id="rId335" Type="http://schemas.openxmlformats.org/officeDocument/2006/relationships/image" Target="../media/image3665.png"/><Relationship Id="rId377" Type="http://schemas.openxmlformats.org/officeDocument/2006/relationships/image" Target="../media/image3686.png"/><Relationship Id="rId500" Type="http://schemas.openxmlformats.org/officeDocument/2006/relationships/customXml" Target="../ink/ink1771.xml"/><Relationship Id="rId5" Type="http://schemas.openxmlformats.org/officeDocument/2006/relationships/customXml" Target="../ink/ink1523.xml"/><Relationship Id="rId181" Type="http://schemas.openxmlformats.org/officeDocument/2006/relationships/image" Target="../media/image3589.png"/><Relationship Id="rId237" Type="http://schemas.openxmlformats.org/officeDocument/2006/relationships/image" Target="../media/image3617.png"/><Relationship Id="rId402" Type="http://schemas.openxmlformats.org/officeDocument/2006/relationships/customXml" Target="../ink/ink1722.xml"/><Relationship Id="rId279" Type="http://schemas.openxmlformats.org/officeDocument/2006/relationships/image" Target="../media/image3637.png"/><Relationship Id="rId444" Type="http://schemas.openxmlformats.org/officeDocument/2006/relationships/customXml" Target="../ink/ink1743.xml"/><Relationship Id="rId486" Type="http://schemas.openxmlformats.org/officeDocument/2006/relationships/customXml" Target="../ink/ink1764.xml"/><Relationship Id="rId43" Type="http://schemas.openxmlformats.org/officeDocument/2006/relationships/customXml" Target="../ink/ink1542.xml"/><Relationship Id="rId139" Type="http://schemas.openxmlformats.org/officeDocument/2006/relationships/image" Target="../media/image3568.png"/><Relationship Id="rId290" Type="http://schemas.openxmlformats.org/officeDocument/2006/relationships/customXml" Target="../ink/ink1666.xml"/><Relationship Id="rId304" Type="http://schemas.openxmlformats.org/officeDocument/2006/relationships/customXml" Target="../ink/ink1673.xml"/><Relationship Id="rId346" Type="http://schemas.openxmlformats.org/officeDocument/2006/relationships/customXml" Target="../ink/ink1694.xml"/><Relationship Id="rId388" Type="http://schemas.openxmlformats.org/officeDocument/2006/relationships/customXml" Target="../ink/ink1715.xml"/><Relationship Id="rId511" Type="http://schemas.openxmlformats.org/officeDocument/2006/relationships/image" Target="../media/image3753.png"/><Relationship Id="rId85" Type="http://schemas.openxmlformats.org/officeDocument/2006/relationships/customXml" Target="../ink/ink1563.xml"/><Relationship Id="rId150" Type="http://schemas.openxmlformats.org/officeDocument/2006/relationships/customXml" Target="../ink/ink1596.xml"/><Relationship Id="rId192" Type="http://schemas.openxmlformats.org/officeDocument/2006/relationships/customXml" Target="../ink/ink1617.xml"/><Relationship Id="rId206" Type="http://schemas.openxmlformats.org/officeDocument/2006/relationships/customXml" Target="../ink/ink1624.xml"/><Relationship Id="rId413" Type="http://schemas.openxmlformats.org/officeDocument/2006/relationships/image" Target="../media/image3704.png"/><Relationship Id="rId248" Type="http://schemas.openxmlformats.org/officeDocument/2006/relationships/customXml" Target="../ink/ink1645.xml"/><Relationship Id="rId455" Type="http://schemas.openxmlformats.org/officeDocument/2006/relationships/image" Target="../media/image3725.png"/><Relationship Id="rId497" Type="http://schemas.openxmlformats.org/officeDocument/2006/relationships/image" Target="../media/image3746.png"/><Relationship Id="rId12" Type="http://schemas.openxmlformats.org/officeDocument/2006/relationships/image" Target="../media/image3506.png"/><Relationship Id="rId108" Type="http://schemas.openxmlformats.org/officeDocument/2006/relationships/customXml" Target="../ink/ink1575.xml"/><Relationship Id="rId315" Type="http://schemas.openxmlformats.org/officeDocument/2006/relationships/image" Target="../media/image3655.png"/><Relationship Id="rId357" Type="http://schemas.openxmlformats.org/officeDocument/2006/relationships/image" Target="../media/image3676.png"/><Relationship Id="rId54" Type="http://schemas.openxmlformats.org/officeDocument/2006/relationships/image" Target="../media/image3527.png"/><Relationship Id="rId96" Type="http://schemas.openxmlformats.org/officeDocument/2006/relationships/image" Target="../media/image3547.png"/><Relationship Id="rId161" Type="http://schemas.openxmlformats.org/officeDocument/2006/relationships/image" Target="../media/image3579.png"/><Relationship Id="rId217" Type="http://schemas.openxmlformats.org/officeDocument/2006/relationships/image" Target="../media/image3607.png"/><Relationship Id="rId399" Type="http://schemas.openxmlformats.org/officeDocument/2006/relationships/image" Target="../media/image3697.png"/><Relationship Id="rId259" Type="http://schemas.openxmlformats.org/officeDocument/2006/relationships/image" Target="../media/image3627.png"/><Relationship Id="rId424" Type="http://schemas.openxmlformats.org/officeDocument/2006/relationships/customXml" Target="../ink/ink1733.xml"/><Relationship Id="rId466" Type="http://schemas.openxmlformats.org/officeDocument/2006/relationships/customXml" Target="../ink/ink1754.xml"/><Relationship Id="rId23" Type="http://schemas.openxmlformats.org/officeDocument/2006/relationships/customXml" Target="../ink/ink1532.xml"/><Relationship Id="rId119" Type="http://schemas.openxmlformats.org/officeDocument/2006/relationships/image" Target="../media/image3558.png"/><Relationship Id="rId270" Type="http://schemas.openxmlformats.org/officeDocument/2006/relationships/customXml" Target="../ink/ink1656.xml"/><Relationship Id="rId326" Type="http://schemas.openxmlformats.org/officeDocument/2006/relationships/customXml" Target="../ink/ink1684.xml"/><Relationship Id="rId65" Type="http://schemas.openxmlformats.org/officeDocument/2006/relationships/customXml" Target="../ink/ink1553.xml"/><Relationship Id="rId130" Type="http://schemas.openxmlformats.org/officeDocument/2006/relationships/customXml" Target="../ink/ink1586.xml"/><Relationship Id="rId368" Type="http://schemas.openxmlformats.org/officeDocument/2006/relationships/customXml" Target="../ink/ink1705.xml"/><Relationship Id="rId172" Type="http://schemas.openxmlformats.org/officeDocument/2006/relationships/customXml" Target="../ink/ink1607.xml"/><Relationship Id="rId228" Type="http://schemas.openxmlformats.org/officeDocument/2006/relationships/customXml" Target="../ink/ink1635.xml"/><Relationship Id="rId435" Type="http://schemas.openxmlformats.org/officeDocument/2006/relationships/image" Target="../media/image3715.png"/><Relationship Id="rId477" Type="http://schemas.openxmlformats.org/officeDocument/2006/relationships/image" Target="../media/image3736.png"/><Relationship Id="rId281" Type="http://schemas.openxmlformats.org/officeDocument/2006/relationships/image" Target="../media/image3638.png"/><Relationship Id="rId337" Type="http://schemas.openxmlformats.org/officeDocument/2006/relationships/image" Target="../media/image3666.png"/><Relationship Id="rId502" Type="http://schemas.openxmlformats.org/officeDocument/2006/relationships/customXml" Target="../ink/ink1772.xml"/><Relationship Id="rId34" Type="http://schemas.openxmlformats.org/officeDocument/2006/relationships/image" Target="../media/image3517.png"/><Relationship Id="rId76" Type="http://schemas.openxmlformats.org/officeDocument/2006/relationships/image" Target="../media/image3538.png"/><Relationship Id="rId141" Type="http://schemas.openxmlformats.org/officeDocument/2006/relationships/image" Target="../media/image3569.png"/><Relationship Id="rId379" Type="http://schemas.openxmlformats.org/officeDocument/2006/relationships/image" Target="../media/image3687.png"/><Relationship Id="rId7" Type="http://schemas.openxmlformats.org/officeDocument/2006/relationships/customXml" Target="../ink/ink1524.xml"/><Relationship Id="rId183" Type="http://schemas.openxmlformats.org/officeDocument/2006/relationships/image" Target="../media/image3590.png"/><Relationship Id="rId239" Type="http://schemas.openxmlformats.org/officeDocument/2006/relationships/image" Target="../media/image3618.png"/><Relationship Id="rId390" Type="http://schemas.openxmlformats.org/officeDocument/2006/relationships/customXml" Target="../ink/ink1716.xml"/><Relationship Id="rId404" Type="http://schemas.openxmlformats.org/officeDocument/2006/relationships/customXml" Target="../ink/ink1723.xml"/><Relationship Id="rId446" Type="http://schemas.openxmlformats.org/officeDocument/2006/relationships/customXml" Target="../ink/ink1744.xml"/><Relationship Id="rId250" Type="http://schemas.openxmlformats.org/officeDocument/2006/relationships/customXml" Target="../ink/ink1646.xml"/><Relationship Id="rId292" Type="http://schemas.openxmlformats.org/officeDocument/2006/relationships/customXml" Target="../ink/ink1667.xml"/><Relationship Id="rId306" Type="http://schemas.openxmlformats.org/officeDocument/2006/relationships/customXml" Target="../ink/ink1674.xml"/><Relationship Id="rId488" Type="http://schemas.openxmlformats.org/officeDocument/2006/relationships/customXml" Target="../ink/ink1765.xml"/><Relationship Id="rId45" Type="http://schemas.openxmlformats.org/officeDocument/2006/relationships/customXml" Target="../ink/ink1543.xml"/><Relationship Id="rId87" Type="http://schemas.openxmlformats.org/officeDocument/2006/relationships/customXml" Target="../ink/ink1564.xml"/><Relationship Id="rId110" Type="http://schemas.openxmlformats.org/officeDocument/2006/relationships/customXml" Target="../ink/ink1576.xml"/><Relationship Id="rId348" Type="http://schemas.openxmlformats.org/officeDocument/2006/relationships/customXml" Target="../ink/ink1695.xml"/><Relationship Id="rId513" Type="http://schemas.openxmlformats.org/officeDocument/2006/relationships/image" Target="../media/image3754.png"/><Relationship Id="rId152" Type="http://schemas.openxmlformats.org/officeDocument/2006/relationships/customXml" Target="../ink/ink1597.xml"/><Relationship Id="rId194" Type="http://schemas.openxmlformats.org/officeDocument/2006/relationships/customXml" Target="../ink/ink1618.xml"/><Relationship Id="rId208" Type="http://schemas.openxmlformats.org/officeDocument/2006/relationships/customXml" Target="../ink/ink1625.xml"/><Relationship Id="rId415" Type="http://schemas.openxmlformats.org/officeDocument/2006/relationships/image" Target="../media/image3705.png"/><Relationship Id="rId457" Type="http://schemas.openxmlformats.org/officeDocument/2006/relationships/image" Target="../media/image3726.png"/><Relationship Id="rId261" Type="http://schemas.openxmlformats.org/officeDocument/2006/relationships/image" Target="../media/image3628.png"/><Relationship Id="rId499" Type="http://schemas.openxmlformats.org/officeDocument/2006/relationships/image" Target="../media/image3747.png"/><Relationship Id="rId14" Type="http://schemas.openxmlformats.org/officeDocument/2006/relationships/image" Target="../media/image3507.png"/><Relationship Id="rId35" Type="http://schemas.openxmlformats.org/officeDocument/2006/relationships/customXml" Target="../ink/ink1538.xml"/><Relationship Id="rId56" Type="http://schemas.openxmlformats.org/officeDocument/2006/relationships/image" Target="../media/image3528.png"/><Relationship Id="rId77" Type="http://schemas.openxmlformats.org/officeDocument/2006/relationships/customXml" Target="../ink/ink1559.xml"/><Relationship Id="rId100" Type="http://schemas.openxmlformats.org/officeDocument/2006/relationships/image" Target="../media/image3549.png"/><Relationship Id="rId282" Type="http://schemas.openxmlformats.org/officeDocument/2006/relationships/customXml" Target="../ink/ink1662.xml"/><Relationship Id="rId317" Type="http://schemas.openxmlformats.org/officeDocument/2006/relationships/image" Target="../media/image3656.png"/><Relationship Id="rId338" Type="http://schemas.openxmlformats.org/officeDocument/2006/relationships/customXml" Target="../ink/ink1690.xml"/><Relationship Id="rId359" Type="http://schemas.openxmlformats.org/officeDocument/2006/relationships/image" Target="../media/image3677.png"/><Relationship Id="rId503" Type="http://schemas.openxmlformats.org/officeDocument/2006/relationships/image" Target="../media/image3749.png"/><Relationship Id="rId8" Type="http://schemas.openxmlformats.org/officeDocument/2006/relationships/image" Target="../media/image3504.png"/><Relationship Id="rId98" Type="http://schemas.openxmlformats.org/officeDocument/2006/relationships/image" Target="../media/image3548.png"/><Relationship Id="rId121" Type="http://schemas.openxmlformats.org/officeDocument/2006/relationships/image" Target="../media/image3559.png"/><Relationship Id="rId142" Type="http://schemas.openxmlformats.org/officeDocument/2006/relationships/customXml" Target="../ink/ink1592.xml"/><Relationship Id="rId163" Type="http://schemas.openxmlformats.org/officeDocument/2006/relationships/image" Target="../media/image3580.png"/><Relationship Id="rId184" Type="http://schemas.openxmlformats.org/officeDocument/2006/relationships/customXml" Target="../ink/ink1613.xml"/><Relationship Id="rId219" Type="http://schemas.openxmlformats.org/officeDocument/2006/relationships/image" Target="../media/image3608.png"/><Relationship Id="rId370" Type="http://schemas.openxmlformats.org/officeDocument/2006/relationships/customXml" Target="../ink/ink1706.xml"/><Relationship Id="rId391" Type="http://schemas.openxmlformats.org/officeDocument/2006/relationships/image" Target="../media/image3693.png"/><Relationship Id="rId405" Type="http://schemas.openxmlformats.org/officeDocument/2006/relationships/image" Target="../media/image3700.png"/><Relationship Id="rId426" Type="http://schemas.openxmlformats.org/officeDocument/2006/relationships/customXml" Target="../ink/ink1734.xml"/><Relationship Id="rId447" Type="http://schemas.openxmlformats.org/officeDocument/2006/relationships/image" Target="../media/image3721.png"/><Relationship Id="rId230" Type="http://schemas.openxmlformats.org/officeDocument/2006/relationships/customXml" Target="../ink/ink1636.xml"/><Relationship Id="rId251" Type="http://schemas.openxmlformats.org/officeDocument/2006/relationships/image" Target="../media/image3624.png"/><Relationship Id="rId468" Type="http://schemas.openxmlformats.org/officeDocument/2006/relationships/customXml" Target="../ink/ink1755.xml"/><Relationship Id="rId489" Type="http://schemas.openxmlformats.org/officeDocument/2006/relationships/image" Target="../media/image3742.png"/><Relationship Id="rId25" Type="http://schemas.openxmlformats.org/officeDocument/2006/relationships/customXml" Target="../ink/ink1533.xml"/><Relationship Id="rId46" Type="http://schemas.openxmlformats.org/officeDocument/2006/relationships/image" Target="../media/image3523.png"/><Relationship Id="rId67" Type="http://schemas.openxmlformats.org/officeDocument/2006/relationships/customXml" Target="../ink/ink1554.xml"/><Relationship Id="rId272" Type="http://schemas.openxmlformats.org/officeDocument/2006/relationships/customXml" Target="../ink/ink1657.xml"/><Relationship Id="rId293" Type="http://schemas.openxmlformats.org/officeDocument/2006/relationships/image" Target="../media/image3644.png"/><Relationship Id="rId307" Type="http://schemas.openxmlformats.org/officeDocument/2006/relationships/image" Target="../media/image3651.png"/><Relationship Id="rId328" Type="http://schemas.openxmlformats.org/officeDocument/2006/relationships/customXml" Target="../ink/ink1685.xml"/><Relationship Id="rId349" Type="http://schemas.openxmlformats.org/officeDocument/2006/relationships/image" Target="../media/image3672.png"/><Relationship Id="rId514" Type="http://schemas.openxmlformats.org/officeDocument/2006/relationships/customXml" Target="../ink/ink1778.xml"/><Relationship Id="rId88" Type="http://schemas.openxmlformats.org/officeDocument/2006/relationships/image" Target="../media/image3543.png"/><Relationship Id="rId111" Type="http://schemas.openxmlformats.org/officeDocument/2006/relationships/image" Target="../media/image3554.png"/><Relationship Id="rId132" Type="http://schemas.openxmlformats.org/officeDocument/2006/relationships/customXml" Target="../ink/ink1587.xml"/><Relationship Id="rId153" Type="http://schemas.openxmlformats.org/officeDocument/2006/relationships/image" Target="../media/image3575.png"/><Relationship Id="rId174" Type="http://schemas.openxmlformats.org/officeDocument/2006/relationships/customXml" Target="../ink/ink1608.xml"/><Relationship Id="rId195" Type="http://schemas.openxmlformats.org/officeDocument/2006/relationships/image" Target="../media/image3596.png"/><Relationship Id="rId209" Type="http://schemas.openxmlformats.org/officeDocument/2006/relationships/image" Target="../media/image3603.png"/><Relationship Id="rId360" Type="http://schemas.openxmlformats.org/officeDocument/2006/relationships/customXml" Target="../ink/ink1701.xml"/><Relationship Id="rId381" Type="http://schemas.openxmlformats.org/officeDocument/2006/relationships/image" Target="../media/image3688.png"/><Relationship Id="rId416" Type="http://schemas.openxmlformats.org/officeDocument/2006/relationships/customXml" Target="../ink/ink1729.xml"/><Relationship Id="rId220" Type="http://schemas.openxmlformats.org/officeDocument/2006/relationships/customXml" Target="../ink/ink1631.xml"/><Relationship Id="rId241" Type="http://schemas.openxmlformats.org/officeDocument/2006/relationships/image" Target="../media/image3619.png"/><Relationship Id="rId437" Type="http://schemas.openxmlformats.org/officeDocument/2006/relationships/image" Target="../media/image3716.png"/><Relationship Id="rId458" Type="http://schemas.openxmlformats.org/officeDocument/2006/relationships/customXml" Target="../ink/ink1750.xml"/><Relationship Id="rId479" Type="http://schemas.openxmlformats.org/officeDocument/2006/relationships/image" Target="../media/image3737.png"/><Relationship Id="rId15" Type="http://schemas.openxmlformats.org/officeDocument/2006/relationships/customXml" Target="../ink/ink1528.xml"/><Relationship Id="rId36" Type="http://schemas.openxmlformats.org/officeDocument/2006/relationships/image" Target="../media/image3518.png"/><Relationship Id="rId57" Type="http://schemas.openxmlformats.org/officeDocument/2006/relationships/customXml" Target="../ink/ink1549.xml"/><Relationship Id="rId262" Type="http://schemas.openxmlformats.org/officeDocument/2006/relationships/customXml" Target="../ink/ink1652.xml"/><Relationship Id="rId283" Type="http://schemas.openxmlformats.org/officeDocument/2006/relationships/image" Target="../media/image3639.png"/><Relationship Id="rId318" Type="http://schemas.openxmlformats.org/officeDocument/2006/relationships/customXml" Target="../ink/ink1680.xml"/><Relationship Id="rId339" Type="http://schemas.openxmlformats.org/officeDocument/2006/relationships/image" Target="../media/image3667.png"/><Relationship Id="rId490" Type="http://schemas.openxmlformats.org/officeDocument/2006/relationships/customXml" Target="../ink/ink1766.xml"/><Relationship Id="rId504" Type="http://schemas.openxmlformats.org/officeDocument/2006/relationships/customXml" Target="../ink/ink1773.xml"/><Relationship Id="rId78" Type="http://schemas.openxmlformats.org/officeDocument/2006/relationships/image" Target="../media/image3539.png"/><Relationship Id="rId99" Type="http://schemas.openxmlformats.org/officeDocument/2006/relationships/customXml" Target="../ink/ink1570.xml"/><Relationship Id="rId101" Type="http://schemas.openxmlformats.org/officeDocument/2006/relationships/customXml" Target="../ink/ink1571.xml"/><Relationship Id="rId122" Type="http://schemas.openxmlformats.org/officeDocument/2006/relationships/customXml" Target="../ink/ink1582.xml"/><Relationship Id="rId143" Type="http://schemas.openxmlformats.org/officeDocument/2006/relationships/image" Target="../media/image3570.png"/><Relationship Id="rId164" Type="http://schemas.openxmlformats.org/officeDocument/2006/relationships/customXml" Target="../ink/ink1603.xml"/><Relationship Id="rId185" Type="http://schemas.openxmlformats.org/officeDocument/2006/relationships/image" Target="../media/image3591.png"/><Relationship Id="rId350" Type="http://schemas.openxmlformats.org/officeDocument/2006/relationships/customXml" Target="../ink/ink1696.xml"/><Relationship Id="rId371" Type="http://schemas.openxmlformats.org/officeDocument/2006/relationships/image" Target="../media/image3683.png"/><Relationship Id="rId406" Type="http://schemas.openxmlformats.org/officeDocument/2006/relationships/customXml" Target="../ink/ink1724.xml"/><Relationship Id="rId9" Type="http://schemas.openxmlformats.org/officeDocument/2006/relationships/customXml" Target="../ink/ink1525.xml"/><Relationship Id="rId210" Type="http://schemas.openxmlformats.org/officeDocument/2006/relationships/customXml" Target="../ink/ink1626.xml"/><Relationship Id="rId392" Type="http://schemas.openxmlformats.org/officeDocument/2006/relationships/customXml" Target="../ink/ink1717.xml"/><Relationship Id="rId427" Type="http://schemas.openxmlformats.org/officeDocument/2006/relationships/image" Target="../media/image3711.png"/><Relationship Id="rId448" Type="http://schemas.openxmlformats.org/officeDocument/2006/relationships/customXml" Target="../ink/ink1745.xml"/><Relationship Id="rId469" Type="http://schemas.openxmlformats.org/officeDocument/2006/relationships/image" Target="../media/image3732.png"/><Relationship Id="rId26" Type="http://schemas.openxmlformats.org/officeDocument/2006/relationships/image" Target="../media/image3513.png"/><Relationship Id="rId231" Type="http://schemas.openxmlformats.org/officeDocument/2006/relationships/image" Target="../media/image3614.png"/><Relationship Id="rId252" Type="http://schemas.openxmlformats.org/officeDocument/2006/relationships/customXml" Target="../ink/ink1647.xml"/><Relationship Id="rId273" Type="http://schemas.openxmlformats.org/officeDocument/2006/relationships/image" Target="../media/image3634.png"/><Relationship Id="rId294" Type="http://schemas.openxmlformats.org/officeDocument/2006/relationships/customXml" Target="../ink/ink1668.xml"/><Relationship Id="rId308" Type="http://schemas.openxmlformats.org/officeDocument/2006/relationships/customXml" Target="../ink/ink1675.xml"/><Relationship Id="rId329" Type="http://schemas.openxmlformats.org/officeDocument/2006/relationships/image" Target="../media/image3662.png"/><Relationship Id="rId480" Type="http://schemas.openxmlformats.org/officeDocument/2006/relationships/customXml" Target="../ink/ink1761.xml"/><Relationship Id="rId515" Type="http://schemas.openxmlformats.org/officeDocument/2006/relationships/image" Target="../media/image3755.png"/><Relationship Id="rId47" Type="http://schemas.openxmlformats.org/officeDocument/2006/relationships/customXml" Target="../ink/ink1544.xml"/><Relationship Id="rId68" Type="http://schemas.openxmlformats.org/officeDocument/2006/relationships/image" Target="../media/image3534.png"/><Relationship Id="rId89" Type="http://schemas.openxmlformats.org/officeDocument/2006/relationships/customXml" Target="../ink/ink1565.xml"/><Relationship Id="rId112" Type="http://schemas.openxmlformats.org/officeDocument/2006/relationships/customXml" Target="../ink/ink1577.xml"/><Relationship Id="rId133" Type="http://schemas.openxmlformats.org/officeDocument/2006/relationships/image" Target="../media/image3565.png"/><Relationship Id="rId154" Type="http://schemas.openxmlformats.org/officeDocument/2006/relationships/customXml" Target="../ink/ink1598.xml"/><Relationship Id="rId175" Type="http://schemas.openxmlformats.org/officeDocument/2006/relationships/image" Target="../media/image3586.png"/><Relationship Id="rId340" Type="http://schemas.openxmlformats.org/officeDocument/2006/relationships/customXml" Target="../ink/ink1691.xml"/><Relationship Id="rId361" Type="http://schemas.openxmlformats.org/officeDocument/2006/relationships/image" Target="../media/image3678.png"/><Relationship Id="rId196" Type="http://schemas.openxmlformats.org/officeDocument/2006/relationships/customXml" Target="../ink/ink1619.xml"/><Relationship Id="rId200" Type="http://schemas.openxmlformats.org/officeDocument/2006/relationships/customXml" Target="../ink/ink1621.xml"/><Relationship Id="rId382" Type="http://schemas.openxmlformats.org/officeDocument/2006/relationships/customXml" Target="../ink/ink1712.xml"/><Relationship Id="rId417" Type="http://schemas.openxmlformats.org/officeDocument/2006/relationships/image" Target="../media/image3706.png"/><Relationship Id="rId438" Type="http://schemas.openxmlformats.org/officeDocument/2006/relationships/customXml" Target="../ink/ink1740.xml"/><Relationship Id="rId459" Type="http://schemas.openxmlformats.org/officeDocument/2006/relationships/image" Target="../media/image3727.png"/><Relationship Id="rId16" Type="http://schemas.openxmlformats.org/officeDocument/2006/relationships/image" Target="../media/image3508.png"/><Relationship Id="rId221" Type="http://schemas.openxmlformats.org/officeDocument/2006/relationships/image" Target="../media/image3609.png"/><Relationship Id="rId242" Type="http://schemas.openxmlformats.org/officeDocument/2006/relationships/customXml" Target="../ink/ink1642.xml"/><Relationship Id="rId263" Type="http://schemas.openxmlformats.org/officeDocument/2006/relationships/image" Target="../media/image3629.png"/><Relationship Id="rId284" Type="http://schemas.openxmlformats.org/officeDocument/2006/relationships/customXml" Target="../ink/ink1663.xml"/><Relationship Id="rId319" Type="http://schemas.openxmlformats.org/officeDocument/2006/relationships/image" Target="../media/image3657.png"/><Relationship Id="rId470" Type="http://schemas.openxmlformats.org/officeDocument/2006/relationships/customXml" Target="../ink/ink1756.xml"/><Relationship Id="rId491" Type="http://schemas.openxmlformats.org/officeDocument/2006/relationships/image" Target="../media/image3743.png"/><Relationship Id="rId505" Type="http://schemas.openxmlformats.org/officeDocument/2006/relationships/image" Target="../media/image3750.png"/><Relationship Id="rId37" Type="http://schemas.openxmlformats.org/officeDocument/2006/relationships/customXml" Target="../ink/ink1539.xml"/><Relationship Id="rId58" Type="http://schemas.openxmlformats.org/officeDocument/2006/relationships/image" Target="../media/image3529.png"/><Relationship Id="rId79" Type="http://schemas.openxmlformats.org/officeDocument/2006/relationships/customXml" Target="../ink/ink1560.xml"/><Relationship Id="rId102" Type="http://schemas.openxmlformats.org/officeDocument/2006/relationships/image" Target="../media/image3550.png"/><Relationship Id="rId123" Type="http://schemas.openxmlformats.org/officeDocument/2006/relationships/image" Target="../media/image3560.png"/><Relationship Id="rId144" Type="http://schemas.openxmlformats.org/officeDocument/2006/relationships/customXml" Target="../ink/ink1593.xml"/><Relationship Id="rId330" Type="http://schemas.openxmlformats.org/officeDocument/2006/relationships/customXml" Target="../ink/ink1686.xml"/><Relationship Id="rId90" Type="http://schemas.openxmlformats.org/officeDocument/2006/relationships/image" Target="../media/image3544.png"/><Relationship Id="rId165" Type="http://schemas.openxmlformats.org/officeDocument/2006/relationships/image" Target="../media/image3581.png"/><Relationship Id="rId186" Type="http://schemas.openxmlformats.org/officeDocument/2006/relationships/customXml" Target="../ink/ink1614.xml"/><Relationship Id="rId351" Type="http://schemas.openxmlformats.org/officeDocument/2006/relationships/image" Target="../media/image3673.png"/><Relationship Id="rId372" Type="http://schemas.openxmlformats.org/officeDocument/2006/relationships/customXml" Target="../ink/ink1707.xml"/><Relationship Id="rId393" Type="http://schemas.openxmlformats.org/officeDocument/2006/relationships/image" Target="../media/image3694.png"/><Relationship Id="rId407" Type="http://schemas.openxmlformats.org/officeDocument/2006/relationships/image" Target="../media/image3701.png"/><Relationship Id="rId428" Type="http://schemas.openxmlformats.org/officeDocument/2006/relationships/customXml" Target="../ink/ink1735.xml"/><Relationship Id="rId449" Type="http://schemas.openxmlformats.org/officeDocument/2006/relationships/image" Target="../media/image3722.png"/><Relationship Id="rId211" Type="http://schemas.openxmlformats.org/officeDocument/2006/relationships/image" Target="../media/image3604.png"/><Relationship Id="rId232" Type="http://schemas.openxmlformats.org/officeDocument/2006/relationships/customXml" Target="../ink/ink1637.xml"/><Relationship Id="rId253" Type="http://schemas.openxmlformats.org/officeDocument/2006/relationships/image" Target="../media/image3625.png"/><Relationship Id="rId274" Type="http://schemas.openxmlformats.org/officeDocument/2006/relationships/customXml" Target="../ink/ink1658.xml"/><Relationship Id="rId295" Type="http://schemas.openxmlformats.org/officeDocument/2006/relationships/image" Target="../media/image3645.png"/><Relationship Id="rId309" Type="http://schemas.openxmlformats.org/officeDocument/2006/relationships/image" Target="../media/image3652.png"/><Relationship Id="rId460" Type="http://schemas.openxmlformats.org/officeDocument/2006/relationships/customXml" Target="../ink/ink1751.xml"/><Relationship Id="rId481" Type="http://schemas.openxmlformats.org/officeDocument/2006/relationships/image" Target="../media/image3738.png"/><Relationship Id="rId516" Type="http://schemas.openxmlformats.org/officeDocument/2006/relationships/customXml" Target="../ink/ink1779.xml"/><Relationship Id="rId27" Type="http://schemas.openxmlformats.org/officeDocument/2006/relationships/customXml" Target="../ink/ink1534.xml"/><Relationship Id="rId48" Type="http://schemas.openxmlformats.org/officeDocument/2006/relationships/image" Target="../media/image3524.png"/><Relationship Id="rId69" Type="http://schemas.openxmlformats.org/officeDocument/2006/relationships/customXml" Target="../ink/ink1555.xml"/><Relationship Id="rId113" Type="http://schemas.openxmlformats.org/officeDocument/2006/relationships/image" Target="../media/image3555.png"/><Relationship Id="rId134" Type="http://schemas.openxmlformats.org/officeDocument/2006/relationships/customXml" Target="../ink/ink1588.xml"/><Relationship Id="rId320" Type="http://schemas.openxmlformats.org/officeDocument/2006/relationships/customXml" Target="../ink/ink1681.xml"/><Relationship Id="rId80" Type="http://schemas.openxmlformats.org/officeDocument/2006/relationships/image" Target="../media/image3540.png"/><Relationship Id="rId155" Type="http://schemas.openxmlformats.org/officeDocument/2006/relationships/image" Target="../media/image3576.png"/><Relationship Id="rId176" Type="http://schemas.openxmlformats.org/officeDocument/2006/relationships/customXml" Target="../ink/ink1609.xml"/><Relationship Id="rId197" Type="http://schemas.openxmlformats.org/officeDocument/2006/relationships/image" Target="../media/image3597.png"/><Relationship Id="rId341" Type="http://schemas.openxmlformats.org/officeDocument/2006/relationships/image" Target="../media/image3668.png"/><Relationship Id="rId362" Type="http://schemas.openxmlformats.org/officeDocument/2006/relationships/customXml" Target="../ink/ink1702.xml"/><Relationship Id="rId383" Type="http://schemas.openxmlformats.org/officeDocument/2006/relationships/image" Target="../media/image3689.png"/><Relationship Id="rId418" Type="http://schemas.openxmlformats.org/officeDocument/2006/relationships/customXml" Target="../ink/ink1730.xml"/><Relationship Id="rId439" Type="http://schemas.openxmlformats.org/officeDocument/2006/relationships/image" Target="../media/image3717.png"/><Relationship Id="rId201" Type="http://schemas.openxmlformats.org/officeDocument/2006/relationships/image" Target="../media/image3599.png"/><Relationship Id="rId222" Type="http://schemas.openxmlformats.org/officeDocument/2006/relationships/customXml" Target="../ink/ink1632.xml"/><Relationship Id="rId243" Type="http://schemas.openxmlformats.org/officeDocument/2006/relationships/image" Target="../media/image3620.png"/><Relationship Id="rId264" Type="http://schemas.openxmlformats.org/officeDocument/2006/relationships/customXml" Target="../ink/ink1653.xml"/><Relationship Id="rId285" Type="http://schemas.openxmlformats.org/officeDocument/2006/relationships/image" Target="../media/image3640.png"/><Relationship Id="rId450" Type="http://schemas.openxmlformats.org/officeDocument/2006/relationships/customXml" Target="../ink/ink1746.xml"/><Relationship Id="rId471" Type="http://schemas.openxmlformats.org/officeDocument/2006/relationships/image" Target="../media/image3733.png"/><Relationship Id="rId506" Type="http://schemas.openxmlformats.org/officeDocument/2006/relationships/customXml" Target="../ink/ink1774.xml"/><Relationship Id="rId17" Type="http://schemas.openxmlformats.org/officeDocument/2006/relationships/customXml" Target="../ink/ink1529.xml"/><Relationship Id="rId38" Type="http://schemas.openxmlformats.org/officeDocument/2006/relationships/image" Target="../media/image3519.png"/><Relationship Id="rId59" Type="http://schemas.openxmlformats.org/officeDocument/2006/relationships/customXml" Target="../ink/ink1550.xml"/><Relationship Id="rId103" Type="http://schemas.openxmlformats.org/officeDocument/2006/relationships/customXml" Target="../ink/ink1572.xml"/><Relationship Id="rId124" Type="http://schemas.openxmlformats.org/officeDocument/2006/relationships/customXml" Target="../ink/ink1583.xml"/><Relationship Id="rId310" Type="http://schemas.openxmlformats.org/officeDocument/2006/relationships/customXml" Target="../ink/ink1676.xml"/><Relationship Id="rId492" Type="http://schemas.openxmlformats.org/officeDocument/2006/relationships/customXml" Target="../ink/ink1767.xml"/><Relationship Id="rId70" Type="http://schemas.openxmlformats.org/officeDocument/2006/relationships/image" Target="../media/image3535.png"/><Relationship Id="rId91" Type="http://schemas.openxmlformats.org/officeDocument/2006/relationships/customXml" Target="../ink/ink1566.xml"/><Relationship Id="rId145" Type="http://schemas.openxmlformats.org/officeDocument/2006/relationships/image" Target="../media/image3571.png"/><Relationship Id="rId166" Type="http://schemas.openxmlformats.org/officeDocument/2006/relationships/customXml" Target="../ink/ink1604.xml"/><Relationship Id="rId187" Type="http://schemas.openxmlformats.org/officeDocument/2006/relationships/image" Target="../media/image3592.png"/><Relationship Id="rId331" Type="http://schemas.openxmlformats.org/officeDocument/2006/relationships/image" Target="../media/image3663.png"/><Relationship Id="rId352" Type="http://schemas.openxmlformats.org/officeDocument/2006/relationships/customXml" Target="../ink/ink1697.xml"/><Relationship Id="rId373" Type="http://schemas.openxmlformats.org/officeDocument/2006/relationships/image" Target="../media/image3684.png"/><Relationship Id="rId394" Type="http://schemas.openxmlformats.org/officeDocument/2006/relationships/customXml" Target="../ink/ink1718.xml"/><Relationship Id="rId408" Type="http://schemas.openxmlformats.org/officeDocument/2006/relationships/customXml" Target="../ink/ink1725.xml"/><Relationship Id="rId429" Type="http://schemas.openxmlformats.org/officeDocument/2006/relationships/image" Target="../media/image3712.png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1627.xml"/><Relationship Id="rId233" Type="http://schemas.openxmlformats.org/officeDocument/2006/relationships/image" Target="../media/image3615.png"/><Relationship Id="rId254" Type="http://schemas.openxmlformats.org/officeDocument/2006/relationships/customXml" Target="../ink/ink1648.xml"/><Relationship Id="rId440" Type="http://schemas.openxmlformats.org/officeDocument/2006/relationships/customXml" Target="../ink/ink1741.xml"/><Relationship Id="rId28" Type="http://schemas.openxmlformats.org/officeDocument/2006/relationships/image" Target="../media/image3514.png"/><Relationship Id="rId49" Type="http://schemas.openxmlformats.org/officeDocument/2006/relationships/customXml" Target="../ink/ink1545.xml"/><Relationship Id="rId114" Type="http://schemas.openxmlformats.org/officeDocument/2006/relationships/customXml" Target="../ink/ink1578.xml"/><Relationship Id="rId275" Type="http://schemas.openxmlformats.org/officeDocument/2006/relationships/image" Target="../media/image3635.png"/><Relationship Id="rId296" Type="http://schemas.openxmlformats.org/officeDocument/2006/relationships/customXml" Target="../ink/ink1669.xml"/><Relationship Id="rId300" Type="http://schemas.openxmlformats.org/officeDocument/2006/relationships/customXml" Target="../ink/ink1671.xml"/><Relationship Id="rId461" Type="http://schemas.openxmlformats.org/officeDocument/2006/relationships/image" Target="../media/image3728.png"/><Relationship Id="rId482" Type="http://schemas.openxmlformats.org/officeDocument/2006/relationships/customXml" Target="../ink/ink1762.xml"/><Relationship Id="rId517" Type="http://schemas.openxmlformats.org/officeDocument/2006/relationships/image" Target="../media/image3756.png"/><Relationship Id="rId60" Type="http://schemas.openxmlformats.org/officeDocument/2006/relationships/image" Target="../media/image3530.png"/><Relationship Id="rId81" Type="http://schemas.openxmlformats.org/officeDocument/2006/relationships/customXml" Target="../ink/ink1561.xml"/><Relationship Id="rId135" Type="http://schemas.openxmlformats.org/officeDocument/2006/relationships/image" Target="../media/image3566.png"/><Relationship Id="rId156" Type="http://schemas.openxmlformats.org/officeDocument/2006/relationships/customXml" Target="../ink/ink1599.xml"/><Relationship Id="rId177" Type="http://schemas.openxmlformats.org/officeDocument/2006/relationships/image" Target="../media/image3587.png"/><Relationship Id="rId198" Type="http://schemas.openxmlformats.org/officeDocument/2006/relationships/customXml" Target="../ink/ink1620.xml"/><Relationship Id="rId321" Type="http://schemas.openxmlformats.org/officeDocument/2006/relationships/image" Target="../media/image3658.png"/><Relationship Id="rId342" Type="http://schemas.openxmlformats.org/officeDocument/2006/relationships/customXml" Target="../ink/ink1692.xml"/><Relationship Id="rId363" Type="http://schemas.openxmlformats.org/officeDocument/2006/relationships/image" Target="../media/image3679.png"/><Relationship Id="rId384" Type="http://schemas.openxmlformats.org/officeDocument/2006/relationships/customXml" Target="../ink/ink1713.xml"/><Relationship Id="rId419" Type="http://schemas.openxmlformats.org/officeDocument/2006/relationships/image" Target="../media/image3707.png"/><Relationship Id="rId202" Type="http://schemas.openxmlformats.org/officeDocument/2006/relationships/customXml" Target="../ink/ink1622.xml"/><Relationship Id="rId223" Type="http://schemas.openxmlformats.org/officeDocument/2006/relationships/image" Target="../media/image3610.png"/><Relationship Id="rId244" Type="http://schemas.openxmlformats.org/officeDocument/2006/relationships/customXml" Target="../ink/ink1643.xml"/><Relationship Id="rId430" Type="http://schemas.openxmlformats.org/officeDocument/2006/relationships/customXml" Target="../ink/ink1736.xml"/><Relationship Id="rId18" Type="http://schemas.openxmlformats.org/officeDocument/2006/relationships/image" Target="../media/image3509.png"/><Relationship Id="rId39" Type="http://schemas.openxmlformats.org/officeDocument/2006/relationships/customXml" Target="../ink/ink1540.xml"/><Relationship Id="rId265" Type="http://schemas.openxmlformats.org/officeDocument/2006/relationships/image" Target="../media/image3630.png"/><Relationship Id="rId286" Type="http://schemas.openxmlformats.org/officeDocument/2006/relationships/customXml" Target="../ink/ink1664.xml"/><Relationship Id="rId451" Type="http://schemas.openxmlformats.org/officeDocument/2006/relationships/image" Target="../media/image3723.png"/><Relationship Id="rId472" Type="http://schemas.openxmlformats.org/officeDocument/2006/relationships/customXml" Target="../ink/ink1757.xml"/><Relationship Id="rId493" Type="http://schemas.openxmlformats.org/officeDocument/2006/relationships/image" Target="../media/image3744.png"/><Relationship Id="rId507" Type="http://schemas.openxmlformats.org/officeDocument/2006/relationships/image" Target="../media/image3751.png"/><Relationship Id="rId50" Type="http://schemas.openxmlformats.org/officeDocument/2006/relationships/image" Target="../media/image3525.png"/><Relationship Id="rId104" Type="http://schemas.openxmlformats.org/officeDocument/2006/relationships/image" Target="../media/image3551.png"/><Relationship Id="rId125" Type="http://schemas.openxmlformats.org/officeDocument/2006/relationships/image" Target="../media/image3561.png"/><Relationship Id="rId146" Type="http://schemas.openxmlformats.org/officeDocument/2006/relationships/customXml" Target="../ink/ink1594.xml"/><Relationship Id="rId167" Type="http://schemas.openxmlformats.org/officeDocument/2006/relationships/image" Target="../media/image3582.png"/><Relationship Id="rId188" Type="http://schemas.openxmlformats.org/officeDocument/2006/relationships/customXml" Target="../ink/ink1615.xml"/><Relationship Id="rId311" Type="http://schemas.openxmlformats.org/officeDocument/2006/relationships/image" Target="../media/image3653.png"/><Relationship Id="rId332" Type="http://schemas.openxmlformats.org/officeDocument/2006/relationships/customXml" Target="../ink/ink1687.xml"/><Relationship Id="rId353" Type="http://schemas.openxmlformats.org/officeDocument/2006/relationships/image" Target="../media/image3674.png"/><Relationship Id="rId374" Type="http://schemas.openxmlformats.org/officeDocument/2006/relationships/customXml" Target="../ink/ink1708.xml"/><Relationship Id="rId395" Type="http://schemas.openxmlformats.org/officeDocument/2006/relationships/image" Target="../media/image3695.png"/><Relationship Id="rId409" Type="http://schemas.openxmlformats.org/officeDocument/2006/relationships/image" Target="../media/image3702.png"/><Relationship Id="rId71" Type="http://schemas.openxmlformats.org/officeDocument/2006/relationships/customXml" Target="../ink/ink1556.xml"/><Relationship Id="rId92" Type="http://schemas.openxmlformats.org/officeDocument/2006/relationships/image" Target="../media/image3545.png"/><Relationship Id="rId213" Type="http://schemas.openxmlformats.org/officeDocument/2006/relationships/image" Target="../media/image3605.png"/><Relationship Id="rId234" Type="http://schemas.openxmlformats.org/officeDocument/2006/relationships/customXml" Target="../ink/ink1638.xml"/><Relationship Id="rId420" Type="http://schemas.openxmlformats.org/officeDocument/2006/relationships/customXml" Target="../ink/ink1731.xml"/><Relationship Id="rId2" Type="http://schemas.openxmlformats.org/officeDocument/2006/relationships/image" Target="../media/image7.png"/><Relationship Id="rId29" Type="http://schemas.openxmlformats.org/officeDocument/2006/relationships/customXml" Target="../ink/ink1535.xml"/><Relationship Id="rId255" Type="http://schemas.openxmlformats.org/officeDocument/2006/relationships/image" Target="../media/image2533.png"/><Relationship Id="rId276" Type="http://schemas.openxmlformats.org/officeDocument/2006/relationships/customXml" Target="../ink/ink1659.xml"/><Relationship Id="rId297" Type="http://schemas.openxmlformats.org/officeDocument/2006/relationships/image" Target="../media/image3646.png"/><Relationship Id="rId441" Type="http://schemas.openxmlformats.org/officeDocument/2006/relationships/image" Target="../media/image3718.png"/><Relationship Id="rId462" Type="http://schemas.openxmlformats.org/officeDocument/2006/relationships/customXml" Target="../ink/ink1752.xml"/><Relationship Id="rId483" Type="http://schemas.openxmlformats.org/officeDocument/2006/relationships/image" Target="../media/image3739.png"/><Relationship Id="rId518" Type="http://schemas.openxmlformats.org/officeDocument/2006/relationships/customXml" Target="../ink/ink1780.xml"/><Relationship Id="rId40" Type="http://schemas.openxmlformats.org/officeDocument/2006/relationships/image" Target="../media/image3520.png"/><Relationship Id="rId115" Type="http://schemas.openxmlformats.org/officeDocument/2006/relationships/image" Target="../media/image3556.png"/><Relationship Id="rId136" Type="http://schemas.openxmlformats.org/officeDocument/2006/relationships/customXml" Target="../ink/ink1589.xml"/><Relationship Id="rId157" Type="http://schemas.openxmlformats.org/officeDocument/2006/relationships/image" Target="../media/image3577.png"/><Relationship Id="rId178" Type="http://schemas.openxmlformats.org/officeDocument/2006/relationships/customXml" Target="../ink/ink1610.xml"/><Relationship Id="rId301" Type="http://schemas.openxmlformats.org/officeDocument/2006/relationships/image" Target="../media/image3648.png"/><Relationship Id="rId322" Type="http://schemas.openxmlformats.org/officeDocument/2006/relationships/customXml" Target="../ink/ink1682.xml"/><Relationship Id="rId343" Type="http://schemas.openxmlformats.org/officeDocument/2006/relationships/image" Target="../media/image3669.png"/><Relationship Id="rId364" Type="http://schemas.openxmlformats.org/officeDocument/2006/relationships/customXml" Target="../ink/ink1703.xml"/><Relationship Id="rId61" Type="http://schemas.openxmlformats.org/officeDocument/2006/relationships/customXml" Target="../ink/ink1551.xml"/><Relationship Id="rId82" Type="http://schemas.openxmlformats.org/officeDocument/2006/relationships/image" Target="../media/image3436.png"/><Relationship Id="rId199" Type="http://schemas.openxmlformats.org/officeDocument/2006/relationships/image" Target="../media/image3598.png"/><Relationship Id="rId203" Type="http://schemas.openxmlformats.org/officeDocument/2006/relationships/image" Target="../media/image3600.png"/><Relationship Id="rId385" Type="http://schemas.openxmlformats.org/officeDocument/2006/relationships/image" Target="../media/image3690.png"/><Relationship Id="rId19" Type="http://schemas.openxmlformats.org/officeDocument/2006/relationships/customXml" Target="../ink/ink1530.xml"/><Relationship Id="rId224" Type="http://schemas.openxmlformats.org/officeDocument/2006/relationships/customXml" Target="../ink/ink1633.xml"/><Relationship Id="rId245" Type="http://schemas.openxmlformats.org/officeDocument/2006/relationships/image" Target="../media/image3621.png"/><Relationship Id="rId266" Type="http://schemas.openxmlformats.org/officeDocument/2006/relationships/customXml" Target="../ink/ink1654.xml"/><Relationship Id="rId287" Type="http://schemas.openxmlformats.org/officeDocument/2006/relationships/image" Target="../media/image3641.png"/><Relationship Id="rId410" Type="http://schemas.openxmlformats.org/officeDocument/2006/relationships/customXml" Target="../ink/ink1726.xml"/><Relationship Id="rId431" Type="http://schemas.openxmlformats.org/officeDocument/2006/relationships/image" Target="../media/image3713.png"/><Relationship Id="rId452" Type="http://schemas.openxmlformats.org/officeDocument/2006/relationships/customXml" Target="../ink/ink1747.xml"/><Relationship Id="rId473" Type="http://schemas.openxmlformats.org/officeDocument/2006/relationships/image" Target="../media/image3734.png"/><Relationship Id="rId494" Type="http://schemas.openxmlformats.org/officeDocument/2006/relationships/customXml" Target="../ink/ink1768.xml"/><Relationship Id="rId508" Type="http://schemas.openxmlformats.org/officeDocument/2006/relationships/customXml" Target="../ink/ink1775.xml"/><Relationship Id="rId30" Type="http://schemas.openxmlformats.org/officeDocument/2006/relationships/image" Target="../media/image3515.png"/><Relationship Id="rId105" Type="http://schemas.openxmlformats.org/officeDocument/2006/relationships/customXml" Target="../ink/ink1573.xml"/><Relationship Id="rId126" Type="http://schemas.openxmlformats.org/officeDocument/2006/relationships/customXml" Target="../ink/ink1584.xml"/><Relationship Id="rId147" Type="http://schemas.openxmlformats.org/officeDocument/2006/relationships/image" Target="../media/image3572.png"/><Relationship Id="rId168" Type="http://schemas.openxmlformats.org/officeDocument/2006/relationships/customXml" Target="../ink/ink1605.xml"/><Relationship Id="rId312" Type="http://schemas.openxmlformats.org/officeDocument/2006/relationships/customXml" Target="../ink/ink1677.xml"/><Relationship Id="rId333" Type="http://schemas.openxmlformats.org/officeDocument/2006/relationships/image" Target="../media/image3664.png"/><Relationship Id="rId354" Type="http://schemas.openxmlformats.org/officeDocument/2006/relationships/customXml" Target="../ink/ink1698.xml"/><Relationship Id="rId51" Type="http://schemas.openxmlformats.org/officeDocument/2006/relationships/customXml" Target="../ink/ink1546.xml"/><Relationship Id="rId72" Type="http://schemas.openxmlformats.org/officeDocument/2006/relationships/image" Target="../media/image3536.png"/><Relationship Id="rId93" Type="http://schemas.openxmlformats.org/officeDocument/2006/relationships/customXml" Target="../ink/ink1567.xml"/><Relationship Id="rId189" Type="http://schemas.openxmlformats.org/officeDocument/2006/relationships/image" Target="../media/image3593.png"/><Relationship Id="rId375" Type="http://schemas.openxmlformats.org/officeDocument/2006/relationships/image" Target="../media/image3685.png"/><Relationship Id="rId396" Type="http://schemas.openxmlformats.org/officeDocument/2006/relationships/customXml" Target="../ink/ink1719.xml"/><Relationship Id="rId3" Type="http://schemas.openxmlformats.org/officeDocument/2006/relationships/customXml" Target="../ink/ink1522.xml"/><Relationship Id="rId214" Type="http://schemas.openxmlformats.org/officeDocument/2006/relationships/customXml" Target="../ink/ink1628.xml"/><Relationship Id="rId235" Type="http://schemas.openxmlformats.org/officeDocument/2006/relationships/image" Target="../media/image3616.png"/><Relationship Id="rId256" Type="http://schemas.openxmlformats.org/officeDocument/2006/relationships/customXml" Target="../ink/ink1649.xml"/><Relationship Id="rId277" Type="http://schemas.openxmlformats.org/officeDocument/2006/relationships/image" Target="../media/image3636.png"/><Relationship Id="rId298" Type="http://schemas.openxmlformats.org/officeDocument/2006/relationships/customXml" Target="../ink/ink1670.xml"/><Relationship Id="rId400" Type="http://schemas.openxmlformats.org/officeDocument/2006/relationships/customXml" Target="../ink/ink1721.xml"/><Relationship Id="rId421" Type="http://schemas.openxmlformats.org/officeDocument/2006/relationships/image" Target="../media/image3708.png"/><Relationship Id="rId442" Type="http://schemas.openxmlformats.org/officeDocument/2006/relationships/customXml" Target="../ink/ink1742.xml"/><Relationship Id="rId463" Type="http://schemas.openxmlformats.org/officeDocument/2006/relationships/image" Target="../media/image3729.png"/><Relationship Id="rId484" Type="http://schemas.openxmlformats.org/officeDocument/2006/relationships/customXml" Target="../ink/ink1763.xml"/><Relationship Id="rId519" Type="http://schemas.openxmlformats.org/officeDocument/2006/relationships/image" Target="../media/image3757.png"/><Relationship Id="rId116" Type="http://schemas.openxmlformats.org/officeDocument/2006/relationships/customXml" Target="../ink/ink1579.xml"/><Relationship Id="rId137" Type="http://schemas.openxmlformats.org/officeDocument/2006/relationships/image" Target="../media/image3567.png"/><Relationship Id="rId158" Type="http://schemas.openxmlformats.org/officeDocument/2006/relationships/customXml" Target="../ink/ink1600.xml"/><Relationship Id="rId302" Type="http://schemas.openxmlformats.org/officeDocument/2006/relationships/customXml" Target="../ink/ink1672.xml"/><Relationship Id="rId323" Type="http://schemas.openxmlformats.org/officeDocument/2006/relationships/image" Target="../media/image3659.png"/><Relationship Id="rId344" Type="http://schemas.openxmlformats.org/officeDocument/2006/relationships/customXml" Target="../ink/ink1693.xml"/><Relationship Id="rId20" Type="http://schemas.openxmlformats.org/officeDocument/2006/relationships/image" Target="../media/image3510.png"/><Relationship Id="rId41" Type="http://schemas.openxmlformats.org/officeDocument/2006/relationships/customXml" Target="../ink/ink1541.xml"/><Relationship Id="rId62" Type="http://schemas.openxmlformats.org/officeDocument/2006/relationships/image" Target="../media/image3531.png"/><Relationship Id="rId83" Type="http://schemas.openxmlformats.org/officeDocument/2006/relationships/customXml" Target="../ink/ink1562.xml"/><Relationship Id="rId179" Type="http://schemas.openxmlformats.org/officeDocument/2006/relationships/image" Target="../media/image3588.png"/><Relationship Id="rId365" Type="http://schemas.openxmlformats.org/officeDocument/2006/relationships/image" Target="../media/image3680.png"/><Relationship Id="rId386" Type="http://schemas.openxmlformats.org/officeDocument/2006/relationships/customXml" Target="../ink/ink1714.xml"/><Relationship Id="rId190" Type="http://schemas.openxmlformats.org/officeDocument/2006/relationships/customXml" Target="../ink/ink1616.xml"/><Relationship Id="rId204" Type="http://schemas.openxmlformats.org/officeDocument/2006/relationships/customXml" Target="../ink/ink1623.xml"/><Relationship Id="rId225" Type="http://schemas.openxmlformats.org/officeDocument/2006/relationships/image" Target="../media/image3611.png"/><Relationship Id="rId246" Type="http://schemas.openxmlformats.org/officeDocument/2006/relationships/customXml" Target="../ink/ink1644.xml"/><Relationship Id="rId267" Type="http://schemas.openxmlformats.org/officeDocument/2006/relationships/image" Target="../media/image3631.png"/><Relationship Id="rId288" Type="http://schemas.openxmlformats.org/officeDocument/2006/relationships/customXml" Target="../ink/ink1665.xml"/><Relationship Id="rId411" Type="http://schemas.openxmlformats.org/officeDocument/2006/relationships/image" Target="../media/image3703.png"/><Relationship Id="rId432" Type="http://schemas.openxmlformats.org/officeDocument/2006/relationships/customXml" Target="../ink/ink1737.xml"/><Relationship Id="rId453" Type="http://schemas.openxmlformats.org/officeDocument/2006/relationships/image" Target="../media/image3724.png"/><Relationship Id="rId474" Type="http://schemas.openxmlformats.org/officeDocument/2006/relationships/customXml" Target="../ink/ink1758.xml"/><Relationship Id="rId509" Type="http://schemas.openxmlformats.org/officeDocument/2006/relationships/image" Target="../media/image3752.png"/><Relationship Id="rId106" Type="http://schemas.openxmlformats.org/officeDocument/2006/relationships/customXml" Target="../ink/ink1574.xml"/><Relationship Id="rId127" Type="http://schemas.openxmlformats.org/officeDocument/2006/relationships/image" Target="../media/image3562.png"/><Relationship Id="rId313" Type="http://schemas.openxmlformats.org/officeDocument/2006/relationships/image" Target="../media/image3654.png"/><Relationship Id="rId495" Type="http://schemas.openxmlformats.org/officeDocument/2006/relationships/image" Target="../media/image3745.png"/><Relationship Id="rId10" Type="http://schemas.openxmlformats.org/officeDocument/2006/relationships/image" Target="../media/image3505.png"/><Relationship Id="rId31" Type="http://schemas.openxmlformats.org/officeDocument/2006/relationships/customXml" Target="../ink/ink1536.xml"/><Relationship Id="rId52" Type="http://schemas.openxmlformats.org/officeDocument/2006/relationships/image" Target="../media/image3526.png"/><Relationship Id="rId73" Type="http://schemas.openxmlformats.org/officeDocument/2006/relationships/customXml" Target="../ink/ink1557.xml"/><Relationship Id="rId94" Type="http://schemas.openxmlformats.org/officeDocument/2006/relationships/image" Target="../media/image3546.png"/><Relationship Id="rId148" Type="http://schemas.openxmlformats.org/officeDocument/2006/relationships/customXml" Target="../ink/ink1595.xml"/><Relationship Id="rId169" Type="http://schemas.openxmlformats.org/officeDocument/2006/relationships/image" Target="../media/image3583.png"/><Relationship Id="rId334" Type="http://schemas.openxmlformats.org/officeDocument/2006/relationships/customXml" Target="../ink/ink1688.xml"/><Relationship Id="rId355" Type="http://schemas.openxmlformats.org/officeDocument/2006/relationships/image" Target="../media/image3675.png"/><Relationship Id="rId376" Type="http://schemas.openxmlformats.org/officeDocument/2006/relationships/customXml" Target="../ink/ink1709.xml"/><Relationship Id="rId397" Type="http://schemas.openxmlformats.org/officeDocument/2006/relationships/image" Target="../media/image3696.png"/><Relationship Id="rId4" Type="http://schemas.openxmlformats.org/officeDocument/2006/relationships/image" Target="../media/image3502.png"/><Relationship Id="rId180" Type="http://schemas.openxmlformats.org/officeDocument/2006/relationships/customXml" Target="../ink/ink1611.xml"/><Relationship Id="rId215" Type="http://schemas.openxmlformats.org/officeDocument/2006/relationships/image" Target="../media/image3606.png"/><Relationship Id="rId236" Type="http://schemas.openxmlformats.org/officeDocument/2006/relationships/customXml" Target="../ink/ink1639.xml"/><Relationship Id="rId257" Type="http://schemas.openxmlformats.org/officeDocument/2006/relationships/image" Target="../media/image3626.png"/><Relationship Id="rId278" Type="http://schemas.openxmlformats.org/officeDocument/2006/relationships/customXml" Target="../ink/ink1660.xml"/><Relationship Id="rId401" Type="http://schemas.openxmlformats.org/officeDocument/2006/relationships/image" Target="../media/image3698.png"/><Relationship Id="rId422" Type="http://schemas.openxmlformats.org/officeDocument/2006/relationships/customXml" Target="../ink/ink1732.xml"/><Relationship Id="rId443" Type="http://schemas.openxmlformats.org/officeDocument/2006/relationships/image" Target="../media/image3719.png"/><Relationship Id="rId464" Type="http://schemas.openxmlformats.org/officeDocument/2006/relationships/customXml" Target="../ink/ink1753.xml"/><Relationship Id="rId303" Type="http://schemas.openxmlformats.org/officeDocument/2006/relationships/image" Target="../media/image3649.png"/><Relationship Id="rId485" Type="http://schemas.openxmlformats.org/officeDocument/2006/relationships/image" Target="../media/image3740.png"/><Relationship Id="rId42" Type="http://schemas.openxmlformats.org/officeDocument/2006/relationships/image" Target="../media/image3521.png"/><Relationship Id="rId84" Type="http://schemas.openxmlformats.org/officeDocument/2006/relationships/image" Target="../media/image3541.png"/><Relationship Id="rId138" Type="http://schemas.openxmlformats.org/officeDocument/2006/relationships/customXml" Target="../ink/ink1590.xml"/><Relationship Id="rId345" Type="http://schemas.openxmlformats.org/officeDocument/2006/relationships/image" Target="../media/image3670.png"/><Relationship Id="rId387" Type="http://schemas.openxmlformats.org/officeDocument/2006/relationships/image" Target="../media/image3691.png"/><Relationship Id="rId510" Type="http://schemas.openxmlformats.org/officeDocument/2006/relationships/customXml" Target="../ink/ink1776.xml"/><Relationship Id="rId191" Type="http://schemas.openxmlformats.org/officeDocument/2006/relationships/image" Target="../media/image3594.png"/><Relationship Id="rId205" Type="http://schemas.openxmlformats.org/officeDocument/2006/relationships/image" Target="../media/image3601.png"/><Relationship Id="rId247" Type="http://schemas.openxmlformats.org/officeDocument/2006/relationships/image" Target="../media/image3622.png"/><Relationship Id="rId412" Type="http://schemas.openxmlformats.org/officeDocument/2006/relationships/customXml" Target="../ink/ink1727.xml"/><Relationship Id="rId107" Type="http://schemas.openxmlformats.org/officeDocument/2006/relationships/image" Target="../media/image3552.png"/><Relationship Id="rId289" Type="http://schemas.openxmlformats.org/officeDocument/2006/relationships/image" Target="../media/image3642.png"/><Relationship Id="rId454" Type="http://schemas.openxmlformats.org/officeDocument/2006/relationships/customXml" Target="../ink/ink1748.xml"/><Relationship Id="rId496" Type="http://schemas.openxmlformats.org/officeDocument/2006/relationships/customXml" Target="../ink/ink1769.xml"/><Relationship Id="rId11" Type="http://schemas.openxmlformats.org/officeDocument/2006/relationships/customXml" Target="../ink/ink1526.xml"/><Relationship Id="rId53" Type="http://schemas.openxmlformats.org/officeDocument/2006/relationships/customXml" Target="../ink/ink1547.xml"/><Relationship Id="rId149" Type="http://schemas.openxmlformats.org/officeDocument/2006/relationships/image" Target="../media/image3573.png"/><Relationship Id="rId314" Type="http://schemas.openxmlformats.org/officeDocument/2006/relationships/customXml" Target="../ink/ink1678.xml"/><Relationship Id="rId356" Type="http://schemas.openxmlformats.org/officeDocument/2006/relationships/customXml" Target="../ink/ink1699.xml"/><Relationship Id="rId398" Type="http://schemas.openxmlformats.org/officeDocument/2006/relationships/customXml" Target="../ink/ink1720.xml"/><Relationship Id="rId95" Type="http://schemas.openxmlformats.org/officeDocument/2006/relationships/customXml" Target="../ink/ink1568.xml"/><Relationship Id="rId160" Type="http://schemas.openxmlformats.org/officeDocument/2006/relationships/customXml" Target="../ink/ink1601.xml"/><Relationship Id="rId216" Type="http://schemas.openxmlformats.org/officeDocument/2006/relationships/customXml" Target="../ink/ink1629.xml"/><Relationship Id="rId423" Type="http://schemas.openxmlformats.org/officeDocument/2006/relationships/image" Target="../media/image3709.png"/><Relationship Id="rId258" Type="http://schemas.openxmlformats.org/officeDocument/2006/relationships/customXml" Target="../ink/ink1650.xml"/><Relationship Id="rId465" Type="http://schemas.openxmlformats.org/officeDocument/2006/relationships/image" Target="../media/image3730.png"/><Relationship Id="rId22" Type="http://schemas.openxmlformats.org/officeDocument/2006/relationships/image" Target="../media/image3511.png"/><Relationship Id="rId64" Type="http://schemas.openxmlformats.org/officeDocument/2006/relationships/image" Target="../media/image3532.png"/><Relationship Id="rId118" Type="http://schemas.openxmlformats.org/officeDocument/2006/relationships/customXml" Target="../ink/ink1580.xml"/><Relationship Id="rId325" Type="http://schemas.openxmlformats.org/officeDocument/2006/relationships/image" Target="../media/image3660.png"/><Relationship Id="rId367" Type="http://schemas.openxmlformats.org/officeDocument/2006/relationships/image" Target="../media/image3681.png"/><Relationship Id="rId171" Type="http://schemas.openxmlformats.org/officeDocument/2006/relationships/image" Target="../media/image3584.png"/><Relationship Id="rId227" Type="http://schemas.openxmlformats.org/officeDocument/2006/relationships/image" Target="../media/image3612.png"/><Relationship Id="rId269" Type="http://schemas.openxmlformats.org/officeDocument/2006/relationships/image" Target="../media/image3632.png"/><Relationship Id="rId434" Type="http://schemas.openxmlformats.org/officeDocument/2006/relationships/customXml" Target="../ink/ink1738.xml"/><Relationship Id="rId476" Type="http://schemas.openxmlformats.org/officeDocument/2006/relationships/customXml" Target="../ink/ink1759.xml"/><Relationship Id="rId33" Type="http://schemas.openxmlformats.org/officeDocument/2006/relationships/customXml" Target="../ink/ink1537.xml"/><Relationship Id="rId129" Type="http://schemas.openxmlformats.org/officeDocument/2006/relationships/image" Target="../media/image3563.png"/><Relationship Id="rId280" Type="http://schemas.openxmlformats.org/officeDocument/2006/relationships/customXml" Target="../ink/ink1661.xml"/><Relationship Id="rId336" Type="http://schemas.openxmlformats.org/officeDocument/2006/relationships/customXml" Target="../ink/ink1689.xml"/><Relationship Id="rId501" Type="http://schemas.openxmlformats.org/officeDocument/2006/relationships/image" Target="../media/image3748.png"/><Relationship Id="rId75" Type="http://schemas.openxmlformats.org/officeDocument/2006/relationships/customXml" Target="../ink/ink1558.xml"/><Relationship Id="rId140" Type="http://schemas.openxmlformats.org/officeDocument/2006/relationships/customXml" Target="../ink/ink1591.xml"/><Relationship Id="rId182" Type="http://schemas.openxmlformats.org/officeDocument/2006/relationships/customXml" Target="../ink/ink1612.xml"/><Relationship Id="rId378" Type="http://schemas.openxmlformats.org/officeDocument/2006/relationships/customXml" Target="../ink/ink1710.xml"/><Relationship Id="rId403" Type="http://schemas.openxmlformats.org/officeDocument/2006/relationships/image" Target="../media/image3699.png"/><Relationship Id="rId6" Type="http://schemas.openxmlformats.org/officeDocument/2006/relationships/image" Target="../media/image3503.png"/><Relationship Id="rId238" Type="http://schemas.openxmlformats.org/officeDocument/2006/relationships/customXml" Target="../ink/ink1640.xml"/><Relationship Id="rId445" Type="http://schemas.openxmlformats.org/officeDocument/2006/relationships/image" Target="../media/image3720.png"/><Relationship Id="rId487" Type="http://schemas.openxmlformats.org/officeDocument/2006/relationships/image" Target="../media/image3741.png"/><Relationship Id="rId291" Type="http://schemas.openxmlformats.org/officeDocument/2006/relationships/image" Target="../media/image3643.png"/><Relationship Id="rId305" Type="http://schemas.openxmlformats.org/officeDocument/2006/relationships/image" Target="../media/image3650.png"/><Relationship Id="rId347" Type="http://schemas.openxmlformats.org/officeDocument/2006/relationships/image" Target="../media/image3671.png"/><Relationship Id="rId512" Type="http://schemas.openxmlformats.org/officeDocument/2006/relationships/customXml" Target="../ink/ink1777.xml"/><Relationship Id="rId44" Type="http://schemas.openxmlformats.org/officeDocument/2006/relationships/image" Target="../media/image3522.png"/><Relationship Id="rId86" Type="http://schemas.openxmlformats.org/officeDocument/2006/relationships/image" Target="../media/image3542.png"/><Relationship Id="rId151" Type="http://schemas.openxmlformats.org/officeDocument/2006/relationships/image" Target="../media/image3574.png"/><Relationship Id="rId389" Type="http://schemas.openxmlformats.org/officeDocument/2006/relationships/image" Target="../media/image3692.png"/><Relationship Id="rId193" Type="http://schemas.openxmlformats.org/officeDocument/2006/relationships/image" Target="../media/image3595.png"/><Relationship Id="rId207" Type="http://schemas.openxmlformats.org/officeDocument/2006/relationships/image" Target="../media/image3602.png"/><Relationship Id="rId249" Type="http://schemas.openxmlformats.org/officeDocument/2006/relationships/image" Target="../media/image3623.png"/><Relationship Id="rId414" Type="http://schemas.openxmlformats.org/officeDocument/2006/relationships/customXml" Target="../ink/ink1728.xml"/><Relationship Id="rId456" Type="http://schemas.openxmlformats.org/officeDocument/2006/relationships/customXml" Target="../ink/ink1749.xml"/><Relationship Id="rId498" Type="http://schemas.openxmlformats.org/officeDocument/2006/relationships/customXml" Target="../ink/ink1770.xml"/><Relationship Id="rId13" Type="http://schemas.openxmlformats.org/officeDocument/2006/relationships/customXml" Target="../ink/ink1527.xml"/><Relationship Id="rId109" Type="http://schemas.openxmlformats.org/officeDocument/2006/relationships/image" Target="../media/image3553.png"/><Relationship Id="rId260" Type="http://schemas.openxmlformats.org/officeDocument/2006/relationships/customXml" Target="../ink/ink1651.xml"/><Relationship Id="rId316" Type="http://schemas.openxmlformats.org/officeDocument/2006/relationships/customXml" Target="../ink/ink1679.xml"/><Relationship Id="rId55" Type="http://schemas.openxmlformats.org/officeDocument/2006/relationships/customXml" Target="../ink/ink1548.xml"/><Relationship Id="rId97" Type="http://schemas.openxmlformats.org/officeDocument/2006/relationships/customXml" Target="../ink/ink1569.xml"/><Relationship Id="rId120" Type="http://schemas.openxmlformats.org/officeDocument/2006/relationships/customXml" Target="../ink/ink1581.xml"/><Relationship Id="rId358" Type="http://schemas.openxmlformats.org/officeDocument/2006/relationships/customXml" Target="../ink/ink1700.xml"/><Relationship Id="rId162" Type="http://schemas.openxmlformats.org/officeDocument/2006/relationships/customXml" Target="../ink/ink1602.xml"/><Relationship Id="rId218" Type="http://schemas.openxmlformats.org/officeDocument/2006/relationships/customXml" Target="../ink/ink1630.xml"/><Relationship Id="rId425" Type="http://schemas.openxmlformats.org/officeDocument/2006/relationships/image" Target="../media/image3710.png"/><Relationship Id="rId467" Type="http://schemas.openxmlformats.org/officeDocument/2006/relationships/image" Target="../media/image3731.png"/><Relationship Id="rId271" Type="http://schemas.openxmlformats.org/officeDocument/2006/relationships/image" Target="../media/image3633.png"/><Relationship Id="rId24" Type="http://schemas.openxmlformats.org/officeDocument/2006/relationships/image" Target="../media/image3512.png"/><Relationship Id="rId66" Type="http://schemas.openxmlformats.org/officeDocument/2006/relationships/image" Target="../media/image3533.png"/><Relationship Id="rId131" Type="http://schemas.openxmlformats.org/officeDocument/2006/relationships/image" Target="../media/image3564.png"/><Relationship Id="rId327" Type="http://schemas.openxmlformats.org/officeDocument/2006/relationships/image" Target="../media/image3661.png"/><Relationship Id="rId369" Type="http://schemas.openxmlformats.org/officeDocument/2006/relationships/image" Target="../media/image3682.png"/><Relationship Id="rId173" Type="http://schemas.openxmlformats.org/officeDocument/2006/relationships/image" Target="../media/image3585.png"/><Relationship Id="rId229" Type="http://schemas.openxmlformats.org/officeDocument/2006/relationships/image" Target="../media/image3613.png"/><Relationship Id="rId380" Type="http://schemas.openxmlformats.org/officeDocument/2006/relationships/customXml" Target="../ink/ink1711.xml"/><Relationship Id="rId436" Type="http://schemas.openxmlformats.org/officeDocument/2006/relationships/customXml" Target="../ink/ink1739.xml"/><Relationship Id="rId240" Type="http://schemas.openxmlformats.org/officeDocument/2006/relationships/customXml" Target="../ink/ink1641.xml"/><Relationship Id="rId478" Type="http://schemas.openxmlformats.org/officeDocument/2006/relationships/customXml" Target="../ink/ink17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B558F58E-93BA-44A3-BCDA-585AFF2E4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0B5595-3743-49CD-5EF1-5C89A0C89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0" y="2671011"/>
            <a:ext cx="5257803" cy="2427120"/>
          </a:xfrm>
        </p:spPr>
        <p:txBody>
          <a:bodyPr anchor="t">
            <a:normAutofit/>
          </a:bodyPr>
          <a:lstStyle/>
          <a:p>
            <a:pPr algn="l"/>
            <a:r>
              <a:rPr lang="pt-BR" sz="5600"/>
              <a:t>Exercícios Circuitos com Diodos</a:t>
            </a:r>
          </a:p>
        </p:txBody>
      </p:sp>
      <p:cxnSp>
        <p:nvCxnSpPr>
          <p:cNvPr id="31" name="Straight Arrow Connector 25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1148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24E3511-EEBF-4F6C-C25A-F38569EB9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55" r="23829" b="-1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964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28A21FE-343A-265D-AECF-806D8908B53C}"/>
              </a:ext>
            </a:extLst>
          </p:cNvPr>
          <p:cNvPicPr/>
          <p:nvPr/>
        </p:nvPicPr>
        <p:blipFill rotWithShape="1">
          <a:blip r:embed="rId2"/>
          <a:srcRect l="8573" t="47817" r="57135" b="18175"/>
          <a:stretch/>
        </p:blipFill>
        <p:spPr bwMode="auto">
          <a:xfrm>
            <a:off x="992871" y="1832428"/>
            <a:ext cx="4630057" cy="31931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A1752A-1178-E2F3-8945-D25D2DB2A52C}"/>
              </a:ext>
            </a:extLst>
          </p:cNvPr>
          <p:cNvSpPr/>
          <p:nvPr/>
        </p:nvSpPr>
        <p:spPr>
          <a:xfrm>
            <a:off x="992871" y="493150"/>
            <a:ext cx="8099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Determine 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1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e Vo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para a configuração cc em série abaixo: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04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7564C9-20FC-64B4-9CDA-86EF4B408EF7}"/>
              </a:ext>
            </a:extLst>
          </p:cNvPr>
          <p:cNvPicPr/>
          <p:nvPr/>
        </p:nvPicPr>
        <p:blipFill rotWithShape="1">
          <a:blip r:embed="rId2"/>
          <a:srcRect l="57393" t="23675" r="13620" b="38584"/>
          <a:stretch/>
        </p:blipFill>
        <p:spPr bwMode="auto">
          <a:xfrm>
            <a:off x="708705" y="1839685"/>
            <a:ext cx="4034971" cy="3178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8C3094B-33BF-D3C6-9DBA-0014242FE76D}"/>
              </a:ext>
            </a:extLst>
          </p:cNvPr>
          <p:cNvSpPr/>
          <p:nvPr/>
        </p:nvSpPr>
        <p:spPr>
          <a:xfrm>
            <a:off x="1197577" y="470943"/>
            <a:ext cx="7092198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a correntes 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1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, 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e 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D2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para o circuito abaixo: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5625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7961DA-AF0F-D3B2-8270-4CD163D47AD3}"/>
              </a:ext>
            </a:extLst>
          </p:cNvPr>
          <p:cNvPicPr/>
          <p:nvPr/>
        </p:nvPicPr>
        <p:blipFill rotWithShape="1">
          <a:blip r:embed="rId2"/>
          <a:srcRect l="13452" t="30707" r="59504" b="26832"/>
          <a:stretch/>
        </p:blipFill>
        <p:spPr bwMode="auto">
          <a:xfrm>
            <a:off x="468947" y="1781628"/>
            <a:ext cx="3851955" cy="32947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BDD0782-C377-3555-7122-E143B39DE0F1}"/>
              </a:ext>
            </a:extLst>
          </p:cNvPr>
          <p:cNvSpPr/>
          <p:nvPr/>
        </p:nvSpPr>
        <p:spPr>
          <a:xfrm>
            <a:off x="936928" y="448285"/>
            <a:ext cx="484190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Vo  e a corrente para o circuito abaixo: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5218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C6075DD-0D85-391E-3C46-582175FE6C05}"/>
              </a:ext>
            </a:extLst>
          </p:cNvPr>
          <p:cNvPicPr/>
          <p:nvPr/>
        </p:nvPicPr>
        <p:blipFill rotWithShape="1">
          <a:blip r:embed="rId2"/>
          <a:srcRect l="10289" t="36801" r="60431" b="32023"/>
          <a:stretch/>
        </p:blipFill>
        <p:spPr bwMode="auto">
          <a:xfrm>
            <a:off x="359953" y="1906451"/>
            <a:ext cx="3904343" cy="28012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73D4D15-0E12-8B6D-8D59-B0458C9E2A57}"/>
              </a:ext>
            </a:extLst>
          </p:cNvPr>
          <p:cNvSpPr/>
          <p:nvPr/>
        </p:nvSpPr>
        <p:spPr>
          <a:xfrm>
            <a:off x="359953" y="291737"/>
            <a:ext cx="895283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elétrico indicado para cada uma das configurações do diodo: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232614-0131-2689-5660-30FF50078E52}"/>
              </a:ext>
            </a:extLst>
          </p:cNvPr>
          <p:cNvPicPr/>
          <p:nvPr/>
        </p:nvPicPr>
        <p:blipFill rotWithShape="1">
          <a:blip r:embed="rId3"/>
          <a:srcRect l="11083" t="36567" r="49075" b="9980"/>
          <a:stretch/>
        </p:blipFill>
        <p:spPr bwMode="auto">
          <a:xfrm>
            <a:off x="7024915" y="1324429"/>
            <a:ext cx="4426856" cy="420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7452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309024-1466-61EF-313F-23B8D13E1CEA}"/>
              </a:ext>
            </a:extLst>
          </p:cNvPr>
          <p:cNvPicPr/>
          <p:nvPr/>
        </p:nvPicPr>
        <p:blipFill rotWithShape="1">
          <a:blip r:embed="rId2"/>
          <a:srcRect l="14110" t="28128" r="62679" b="33660"/>
          <a:stretch/>
        </p:blipFill>
        <p:spPr bwMode="auto">
          <a:xfrm>
            <a:off x="518160" y="2093685"/>
            <a:ext cx="3570514" cy="2670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4164764-525A-5CD6-FE43-D3023A37EBDB}"/>
              </a:ext>
            </a:extLst>
          </p:cNvPr>
          <p:cNvSpPr/>
          <p:nvPr/>
        </p:nvSpPr>
        <p:spPr>
          <a:xfrm>
            <a:off x="876130" y="505097"/>
            <a:ext cx="9655977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indicado para cada uma das configurações do diodo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BE333D-6D89-90D0-2B80-2FE8DD96256B}"/>
              </a:ext>
            </a:extLst>
          </p:cNvPr>
          <p:cNvPicPr/>
          <p:nvPr/>
        </p:nvPicPr>
        <p:blipFill rotWithShape="1">
          <a:blip r:embed="rId3"/>
          <a:srcRect l="53278" t="50566" r="13632" b="21065"/>
          <a:stretch/>
        </p:blipFill>
        <p:spPr bwMode="auto">
          <a:xfrm>
            <a:off x="5498013" y="1897744"/>
            <a:ext cx="5210629" cy="2598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226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0C64A6B-FA08-E3C5-A237-152CC0C1F083}"/>
              </a:ext>
            </a:extLst>
          </p:cNvPr>
          <p:cNvPicPr/>
          <p:nvPr/>
        </p:nvPicPr>
        <p:blipFill rotWithShape="1">
          <a:blip r:embed="rId2"/>
          <a:srcRect l="13457" t="48287" r="60682" b="18656"/>
          <a:stretch/>
        </p:blipFill>
        <p:spPr bwMode="auto">
          <a:xfrm>
            <a:off x="7445102" y="3066984"/>
            <a:ext cx="3991429" cy="25835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10F87-6B46-E62B-A32F-89704B47DFB6}"/>
              </a:ext>
            </a:extLst>
          </p:cNvPr>
          <p:cNvSpPr/>
          <p:nvPr/>
        </p:nvSpPr>
        <p:spPr>
          <a:xfrm>
            <a:off x="743577" y="701181"/>
            <a:ext cx="8092280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indicado para cada uma das configurações do diodo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E6291E-5B96-3A1E-C5D6-E246E5FDB9F9}"/>
              </a:ext>
            </a:extLst>
          </p:cNvPr>
          <p:cNvPicPr/>
          <p:nvPr/>
        </p:nvPicPr>
        <p:blipFill rotWithShape="1">
          <a:blip r:embed="rId3"/>
          <a:srcRect l="53710" t="30238" r="14224" b="45614"/>
          <a:stretch/>
        </p:blipFill>
        <p:spPr bwMode="auto">
          <a:xfrm>
            <a:off x="174207" y="3066984"/>
            <a:ext cx="4484880" cy="22035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737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C49EE79-CC6B-4866-95F5-A0A589CED855}"/>
              </a:ext>
            </a:extLst>
          </p:cNvPr>
          <p:cNvPicPr/>
          <p:nvPr/>
        </p:nvPicPr>
        <p:blipFill rotWithShape="1">
          <a:blip r:embed="rId2"/>
          <a:srcRect l="8573" t="47817" r="57135" b="18175"/>
          <a:stretch/>
        </p:blipFill>
        <p:spPr bwMode="auto">
          <a:xfrm>
            <a:off x="304799" y="464456"/>
            <a:ext cx="4630057" cy="31931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0BAE9ED-5D0B-441E-A865-53E4C67E5DEA}"/>
              </a:ext>
            </a:extLst>
          </p:cNvPr>
          <p:cNvSpPr/>
          <p:nvPr/>
        </p:nvSpPr>
        <p:spPr>
          <a:xfrm>
            <a:off x="4650471" y="279790"/>
            <a:ext cx="614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Determine 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1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18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2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e Vo</a:t>
            </a: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para a configuração cc em série abaixo: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4E43EE1D-4F25-4253-B10D-4CEE908A3505}"/>
                  </a:ext>
                </a:extLst>
              </p14:cNvPr>
              <p14:cNvContentPartPr/>
              <p14:nvPr/>
            </p14:nvContentPartPr>
            <p14:xfrm>
              <a:off x="7914166" y="1268691"/>
              <a:ext cx="265320" cy="119268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4E43EE1D-4F25-4253-B10D-4CEE908A35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6526" y="1251051"/>
                <a:ext cx="300960" cy="12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A3217808-0E78-440C-9682-6E415BEDA3C3}"/>
                  </a:ext>
                </a:extLst>
              </p14:cNvPr>
              <p14:cNvContentPartPr/>
              <p14:nvPr/>
            </p14:nvContentPartPr>
            <p14:xfrm>
              <a:off x="7880686" y="2437971"/>
              <a:ext cx="192240" cy="4860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A3217808-0E78-440C-9682-6E415BEDA3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2686" y="2419971"/>
                <a:ext cx="2278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520EE7E2-3973-4F52-9B68-2D97D12A9569}"/>
                  </a:ext>
                </a:extLst>
              </p14:cNvPr>
              <p14:cNvContentPartPr/>
              <p14:nvPr/>
            </p14:nvContentPartPr>
            <p14:xfrm>
              <a:off x="5650126" y="1314771"/>
              <a:ext cx="1440" cy="42588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520EE7E2-3973-4F52-9B68-2D97D12A95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32126" y="1297131"/>
                <a:ext cx="3708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E7AC374-9372-4260-B915-0D5F91DC7762}"/>
                  </a:ext>
                </a:extLst>
              </p14:cNvPr>
              <p14:cNvContentPartPr/>
              <p14:nvPr/>
            </p14:nvContentPartPr>
            <p14:xfrm>
              <a:off x="5366806" y="1789971"/>
              <a:ext cx="491400" cy="439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E7AC374-9372-4260-B915-0D5F91DC77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9166" y="1772331"/>
                <a:ext cx="5270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A6516480-15E9-4803-A1EE-432C7F4DC8FB}"/>
                  </a:ext>
                </a:extLst>
              </p14:cNvPr>
              <p14:cNvContentPartPr/>
              <p14:nvPr/>
            </p14:nvContentPartPr>
            <p14:xfrm>
              <a:off x="5587846" y="1900131"/>
              <a:ext cx="131040" cy="190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A6516480-15E9-4803-A1EE-432C7F4DC8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69846" y="1882131"/>
                <a:ext cx="1666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873A99F4-345F-467A-8F41-59FE435B5F25}"/>
                  </a:ext>
                </a:extLst>
              </p14:cNvPr>
              <p14:cNvContentPartPr/>
              <p14:nvPr/>
            </p14:nvContentPartPr>
            <p14:xfrm>
              <a:off x="5436286" y="2013171"/>
              <a:ext cx="371880" cy="345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873A99F4-345F-467A-8F41-59FE435B5F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18286" y="1995531"/>
                <a:ext cx="4075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419D64E6-224A-4DDA-8925-5A1605774094}"/>
                  </a:ext>
                </a:extLst>
              </p14:cNvPr>
              <p14:cNvContentPartPr/>
              <p14:nvPr/>
            </p14:nvContentPartPr>
            <p14:xfrm>
              <a:off x="5566966" y="2134491"/>
              <a:ext cx="168120" cy="53748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419D64E6-224A-4DDA-8925-5A16057740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49326" y="2116491"/>
                <a:ext cx="20376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408FFBF2-C601-4158-8D68-D676BCC5219F}"/>
                  </a:ext>
                </a:extLst>
              </p14:cNvPr>
              <p14:cNvContentPartPr/>
              <p14:nvPr/>
            </p14:nvContentPartPr>
            <p14:xfrm>
              <a:off x="5237926" y="1614291"/>
              <a:ext cx="184320" cy="71100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408FFBF2-C601-4158-8D68-D676BCC5219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20286" y="1596291"/>
                <a:ext cx="21996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838269F9-007A-48A0-9F0D-72B532BAEB0D}"/>
                  </a:ext>
                </a:extLst>
              </p14:cNvPr>
              <p14:cNvContentPartPr/>
              <p14:nvPr/>
            </p14:nvContentPartPr>
            <p14:xfrm>
              <a:off x="4713766" y="1773411"/>
              <a:ext cx="315000" cy="27504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838269F9-007A-48A0-9F0D-72B532BAEB0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96126" y="1755411"/>
                <a:ext cx="3506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EC15943F-E909-439F-B82B-91BF56DD12FE}"/>
                  </a:ext>
                </a:extLst>
              </p14:cNvPr>
              <p14:cNvContentPartPr/>
              <p14:nvPr/>
            </p14:nvContentPartPr>
            <p14:xfrm>
              <a:off x="5035246" y="1729491"/>
              <a:ext cx="158040" cy="19188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EC15943F-E909-439F-B82B-91BF56DD12F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17606" y="1711851"/>
                <a:ext cx="1936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497AE166-B0E2-4DC4-BA78-A6134A630C7E}"/>
                  </a:ext>
                </a:extLst>
              </p14:cNvPr>
              <p14:cNvContentPartPr/>
              <p14:nvPr/>
            </p14:nvContentPartPr>
            <p14:xfrm>
              <a:off x="5660926" y="1141251"/>
              <a:ext cx="1691280" cy="3189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497AE166-B0E2-4DC4-BA78-A6134A630C7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43286" y="1123251"/>
                <a:ext cx="172692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8EE1CD24-571E-42B5-96A5-30C54575EB0E}"/>
                  </a:ext>
                </a:extLst>
              </p14:cNvPr>
              <p14:cNvContentPartPr/>
              <p14:nvPr/>
            </p14:nvContentPartPr>
            <p14:xfrm>
              <a:off x="7315846" y="1094811"/>
              <a:ext cx="1314360" cy="35352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8EE1CD24-571E-42B5-96A5-30C54575EB0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98206" y="1077171"/>
                <a:ext cx="135000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38D46EE9-B771-45D1-97F8-5BB6C4EA25F1}"/>
                  </a:ext>
                </a:extLst>
              </p14:cNvPr>
              <p14:cNvContentPartPr/>
              <p14:nvPr/>
            </p14:nvContentPartPr>
            <p14:xfrm>
              <a:off x="7548046" y="1746051"/>
              <a:ext cx="15120" cy="22140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38D46EE9-B771-45D1-97F8-5BB6C4EA25F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30406" y="1728411"/>
                <a:ext cx="507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95106FE8-4D80-42C2-A53A-EE4DAA5AE134}"/>
                  </a:ext>
                </a:extLst>
              </p14:cNvPr>
              <p14:cNvContentPartPr/>
              <p14:nvPr/>
            </p14:nvContentPartPr>
            <p14:xfrm>
              <a:off x="7457686" y="1705011"/>
              <a:ext cx="208080" cy="28368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95106FE8-4D80-42C2-A53A-EE4DAA5AE13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39686" y="1687011"/>
                <a:ext cx="2437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EF2F6D72-6CC1-41B8-9715-F022C3F8D6B5}"/>
                  </a:ext>
                </a:extLst>
              </p14:cNvPr>
              <p14:cNvContentPartPr/>
              <p14:nvPr/>
            </p14:nvContentPartPr>
            <p14:xfrm>
              <a:off x="7704646" y="1803291"/>
              <a:ext cx="150840" cy="19728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EF2F6D72-6CC1-41B8-9715-F022C3F8D6B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86646" y="1785291"/>
                <a:ext cx="186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0FA1103F-1DE2-4070-B59A-1C226CA21014}"/>
                  </a:ext>
                </a:extLst>
              </p14:cNvPr>
              <p14:cNvContentPartPr/>
              <p14:nvPr/>
            </p14:nvContentPartPr>
            <p14:xfrm>
              <a:off x="8285326" y="1673331"/>
              <a:ext cx="141120" cy="25452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0FA1103F-1DE2-4070-B59A-1C226CA2101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267326" y="1655691"/>
                <a:ext cx="1767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B990AA80-3779-467C-B532-724551D69461}"/>
                  </a:ext>
                </a:extLst>
              </p14:cNvPr>
              <p14:cNvContentPartPr/>
              <p14:nvPr/>
            </p14:nvContentPartPr>
            <p14:xfrm>
              <a:off x="8478286" y="1852611"/>
              <a:ext cx="11520" cy="12348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B990AA80-3779-467C-B532-724551D6946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460286" y="1834971"/>
                <a:ext cx="471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7B961932-2EC9-4255-9606-D04225D8FE4B}"/>
                  </a:ext>
                </a:extLst>
              </p14:cNvPr>
              <p14:cNvContentPartPr/>
              <p14:nvPr/>
            </p14:nvContentPartPr>
            <p14:xfrm>
              <a:off x="8556766" y="1687731"/>
              <a:ext cx="145440" cy="24588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7B961932-2EC9-4255-9606-D04225D8FE4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539126" y="1669731"/>
                <a:ext cx="1810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94553B3A-785A-4D2E-9142-E94CD9E5E848}"/>
                  </a:ext>
                </a:extLst>
              </p14:cNvPr>
              <p14:cNvContentPartPr/>
              <p14:nvPr/>
            </p14:nvContentPartPr>
            <p14:xfrm>
              <a:off x="8753326" y="1837491"/>
              <a:ext cx="7560" cy="14868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94553B3A-785A-4D2E-9142-E94CD9E5E84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735326" y="1819491"/>
                <a:ext cx="432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E8E36F7C-2A90-47E3-BA53-BF439D3012B6}"/>
                  </a:ext>
                </a:extLst>
              </p14:cNvPr>
              <p14:cNvContentPartPr/>
              <p14:nvPr/>
            </p14:nvContentPartPr>
            <p14:xfrm>
              <a:off x="8716606" y="1663251"/>
              <a:ext cx="182520" cy="33948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E8E36F7C-2A90-47E3-BA53-BF439D3012B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98606" y="1645611"/>
                <a:ext cx="2181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090974D1-10C0-4E58-BB3B-CD236837ACB6}"/>
                  </a:ext>
                </a:extLst>
              </p14:cNvPr>
              <p14:cNvContentPartPr/>
              <p14:nvPr/>
            </p14:nvContentPartPr>
            <p14:xfrm>
              <a:off x="6270766" y="1552731"/>
              <a:ext cx="132480" cy="26964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090974D1-10C0-4E58-BB3B-CD236837ACB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252766" y="1535091"/>
                <a:ext cx="16812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D69D7E1A-51FA-4EDA-B57A-856D41795692}"/>
                  </a:ext>
                </a:extLst>
              </p14:cNvPr>
              <p14:cNvContentPartPr/>
              <p14:nvPr/>
            </p14:nvContentPartPr>
            <p14:xfrm>
              <a:off x="6468766" y="1714011"/>
              <a:ext cx="15120" cy="13680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D69D7E1A-51FA-4EDA-B57A-856D4179569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451126" y="1696371"/>
                <a:ext cx="507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D29320C9-467A-4EB6-A5EB-2BF45BF855A6}"/>
                  </a:ext>
                </a:extLst>
              </p14:cNvPr>
              <p14:cNvContentPartPr/>
              <p14:nvPr/>
            </p14:nvContentPartPr>
            <p14:xfrm>
              <a:off x="6517726" y="1555611"/>
              <a:ext cx="96840" cy="24984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D29320C9-467A-4EB6-A5EB-2BF45BF855A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500086" y="1537971"/>
                <a:ext cx="1324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95166F4B-63CD-4C25-97A8-534600D5A02E}"/>
                  </a:ext>
                </a:extLst>
              </p14:cNvPr>
              <p14:cNvContentPartPr/>
              <p14:nvPr/>
            </p14:nvContentPartPr>
            <p14:xfrm>
              <a:off x="6535006" y="1702131"/>
              <a:ext cx="128520" cy="2664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95166F4B-63CD-4C25-97A8-534600D5A02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517006" y="1684131"/>
                <a:ext cx="1641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75684AB0-2171-49A9-B97A-082E1FCCB80D}"/>
                  </a:ext>
                </a:extLst>
              </p14:cNvPr>
              <p14:cNvContentPartPr/>
              <p14:nvPr/>
            </p14:nvContentPartPr>
            <p14:xfrm>
              <a:off x="6668206" y="1499811"/>
              <a:ext cx="384480" cy="27324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75684AB0-2171-49A9-B97A-082E1FCCB80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650206" y="1481811"/>
                <a:ext cx="4201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21AD633E-3F90-4745-8B9B-A74250F133B9}"/>
                  </a:ext>
                </a:extLst>
              </p14:cNvPr>
              <p14:cNvContentPartPr/>
              <p14:nvPr/>
            </p14:nvContentPartPr>
            <p14:xfrm>
              <a:off x="7222606" y="1521771"/>
              <a:ext cx="311400" cy="15768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21AD633E-3F90-4745-8B9B-A74250F133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04966" y="1503771"/>
                <a:ext cx="3470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ABEAECAD-4930-4C9C-A1E3-53C3D58ECF12}"/>
                  </a:ext>
                </a:extLst>
              </p14:cNvPr>
              <p14:cNvContentPartPr/>
              <p14:nvPr/>
            </p14:nvContentPartPr>
            <p14:xfrm>
              <a:off x="7455166" y="1451211"/>
              <a:ext cx="360" cy="36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ABEAECAD-4930-4C9C-A1E3-53C3D58ECF1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437526" y="143357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7C6C6359-0569-46A5-AA3B-33D322E69F57}"/>
              </a:ext>
            </a:extLst>
          </p:cNvPr>
          <p:cNvGrpSpPr/>
          <p:nvPr/>
        </p:nvGrpSpPr>
        <p:grpSpPr>
          <a:xfrm>
            <a:off x="6245926" y="2166891"/>
            <a:ext cx="785520" cy="528840"/>
            <a:chOff x="6245926" y="2166891"/>
            <a:chExt cx="785520" cy="5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3235A144-D4FC-4022-9A6C-B9DD0EEEEA47}"/>
                    </a:ext>
                  </a:extLst>
                </p14:cNvPr>
                <p14:cNvContentPartPr/>
                <p14:nvPr/>
              </p14:nvContentPartPr>
              <p14:xfrm>
                <a:off x="6280846" y="2166891"/>
                <a:ext cx="750600" cy="5288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3235A144-D4FC-4022-9A6C-B9DD0EEEEA4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62846" y="2149251"/>
                  <a:ext cx="78624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FBB221D3-A7FD-4C0E-B2DD-9E5886CCE48D}"/>
                    </a:ext>
                  </a:extLst>
                </p14:cNvPr>
                <p14:cNvContentPartPr/>
                <p14:nvPr/>
              </p14:nvContentPartPr>
              <p14:xfrm>
                <a:off x="6245926" y="2481531"/>
                <a:ext cx="241920" cy="20916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FBB221D3-A7FD-4C0E-B2DD-9E5886CCE48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27926" y="2463891"/>
                  <a:ext cx="27756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6CF09827-4806-4002-A9D4-B22278FEB814}"/>
                  </a:ext>
                </a:extLst>
              </p14:cNvPr>
              <p14:cNvContentPartPr/>
              <p14:nvPr/>
            </p14:nvContentPartPr>
            <p14:xfrm>
              <a:off x="7668286" y="2249691"/>
              <a:ext cx="171000" cy="63828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6CF09827-4806-4002-A9D4-B22278FEB81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650646" y="2232051"/>
                <a:ext cx="206640" cy="67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Agrupar 93">
            <a:extLst>
              <a:ext uri="{FF2B5EF4-FFF2-40B4-BE49-F238E27FC236}">
                <a16:creationId xmlns:a16="http://schemas.microsoft.com/office/drawing/2014/main" id="{C141E8E0-D509-4C02-9AEB-FD9BB1F471BA}"/>
              </a:ext>
            </a:extLst>
          </p:cNvPr>
          <p:cNvGrpSpPr/>
          <p:nvPr/>
        </p:nvGrpSpPr>
        <p:grpSpPr>
          <a:xfrm>
            <a:off x="435166" y="3898131"/>
            <a:ext cx="733320" cy="320760"/>
            <a:chOff x="435166" y="3898131"/>
            <a:chExt cx="7333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8F864DA-CBED-4EB0-9A4D-B237E7381C3D}"/>
                    </a:ext>
                  </a:extLst>
                </p14:cNvPr>
                <p14:cNvContentPartPr/>
                <p14:nvPr/>
              </p14:nvContentPartPr>
              <p14:xfrm>
                <a:off x="435166" y="3898131"/>
                <a:ext cx="244440" cy="3128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8F864DA-CBED-4EB0-9A4D-B237E7381C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7526" y="3880131"/>
                  <a:ext cx="280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A12E2188-2355-4792-AB34-432805C93E91}"/>
                    </a:ext>
                  </a:extLst>
                </p14:cNvPr>
                <p14:cNvContentPartPr/>
                <p14:nvPr/>
              </p14:nvContentPartPr>
              <p14:xfrm>
                <a:off x="686806" y="3930531"/>
                <a:ext cx="244800" cy="288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A12E2188-2355-4792-AB34-432805C93E9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9166" y="3912531"/>
                  <a:ext cx="2804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C5B08499-962D-43EF-B03C-3C39D9B0E9B3}"/>
                    </a:ext>
                  </a:extLst>
                </p14:cNvPr>
                <p14:cNvContentPartPr/>
                <p14:nvPr/>
              </p14:nvContentPartPr>
              <p14:xfrm>
                <a:off x="956806" y="3908571"/>
                <a:ext cx="211680" cy="24912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C5B08499-962D-43EF-B03C-3C39D9B0E9B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9166" y="3890571"/>
                  <a:ext cx="24732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4FE5C7E1-BA17-4365-80C8-F874D651D6A9}"/>
              </a:ext>
            </a:extLst>
          </p:cNvPr>
          <p:cNvGrpSpPr/>
          <p:nvPr/>
        </p:nvGrpSpPr>
        <p:grpSpPr>
          <a:xfrm>
            <a:off x="1488526" y="3841251"/>
            <a:ext cx="1295640" cy="510840"/>
            <a:chOff x="1488526" y="3841251"/>
            <a:chExt cx="129564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4EE4EFB-14F0-43FA-B51E-038020FCF393}"/>
                    </a:ext>
                  </a:extLst>
                </p14:cNvPr>
                <p14:cNvContentPartPr/>
                <p14:nvPr/>
              </p14:nvContentPartPr>
              <p14:xfrm>
                <a:off x="1488526" y="3841251"/>
                <a:ext cx="321840" cy="51084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4EE4EFB-14F0-43FA-B51E-038020FCF39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70886" y="3823611"/>
                  <a:ext cx="3574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39808FC8-E83D-4DC0-B044-A6FE5EE6BD97}"/>
                    </a:ext>
                  </a:extLst>
                </p14:cNvPr>
                <p14:cNvContentPartPr/>
                <p14:nvPr/>
              </p14:nvContentPartPr>
              <p14:xfrm>
                <a:off x="1903966" y="3978411"/>
                <a:ext cx="185040" cy="25920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39808FC8-E83D-4DC0-B044-A6FE5EE6BD9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86326" y="3960411"/>
                  <a:ext cx="220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3F0E217-E18A-4200-9110-78B8B4705E8F}"/>
                    </a:ext>
                  </a:extLst>
                </p14:cNvPr>
                <p14:cNvContentPartPr/>
                <p14:nvPr/>
              </p14:nvContentPartPr>
              <p14:xfrm>
                <a:off x="2276926" y="4208811"/>
                <a:ext cx="186120" cy="3240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3F0E217-E18A-4200-9110-78B8B4705E8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8926" y="4190811"/>
                  <a:ext cx="221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3CF69D9A-3E02-4995-92DC-91D557F8F6E3}"/>
                    </a:ext>
                  </a:extLst>
                </p14:cNvPr>
                <p14:cNvContentPartPr/>
                <p14:nvPr/>
              </p14:nvContentPartPr>
              <p14:xfrm>
                <a:off x="2243806" y="3951411"/>
                <a:ext cx="540360" cy="25812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3CF69D9A-3E02-4995-92DC-91D557F8F6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26166" y="3933411"/>
                  <a:ext cx="5760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9D8C6009-8A43-4525-A71C-5BA6C91A9C44}"/>
              </a:ext>
            </a:extLst>
          </p:cNvPr>
          <p:cNvGrpSpPr/>
          <p:nvPr/>
        </p:nvGrpSpPr>
        <p:grpSpPr>
          <a:xfrm>
            <a:off x="6155926" y="803571"/>
            <a:ext cx="1640520" cy="336960"/>
            <a:chOff x="6155926" y="803571"/>
            <a:chExt cx="164052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5248DC1-E5E3-4A4B-91D3-CA1BC2A39BA3}"/>
                    </a:ext>
                  </a:extLst>
                </p14:cNvPr>
                <p14:cNvContentPartPr/>
                <p14:nvPr/>
              </p14:nvContentPartPr>
              <p14:xfrm>
                <a:off x="6155926" y="803571"/>
                <a:ext cx="808200" cy="33696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5248DC1-E5E3-4A4B-91D3-CA1BC2A39BA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38286" y="785571"/>
                  <a:ext cx="843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958B3890-1681-463B-BB8F-5C1EEFC0D7B3}"/>
                    </a:ext>
                  </a:extLst>
                </p14:cNvPr>
                <p14:cNvContentPartPr/>
                <p14:nvPr/>
              </p14:nvContentPartPr>
              <p14:xfrm>
                <a:off x="6988246" y="805371"/>
                <a:ext cx="808200" cy="30420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958B3890-1681-463B-BB8F-5C1EEFC0D7B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70606" y="787731"/>
                  <a:ext cx="843840" cy="33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DF050EFD-2470-4B85-9D60-51573AD53475}"/>
                  </a:ext>
                </a:extLst>
              </p14:cNvPr>
              <p14:cNvContentPartPr/>
              <p14:nvPr/>
            </p14:nvContentPartPr>
            <p14:xfrm>
              <a:off x="8193526" y="1448331"/>
              <a:ext cx="292320" cy="75240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DF050EFD-2470-4B85-9D60-51573AD5347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175526" y="1430691"/>
                <a:ext cx="327960" cy="78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B757EBA3-C920-4C95-9849-A9052A3A50C6}"/>
              </a:ext>
            </a:extLst>
          </p:cNvPr>
          <p:cNvGrpSpPr/>
          <p:nvPr/>
        </p:nvGrpSpPr>
        <p:grpSpPr>
          <a:xfrm>
            <a:off x="343366" y="4448211"/>
            <a:ext cx="5551920" cy="717840"/>
            <a:chOff x="343366" y="4448211"/>
            <a:chExt cx="5551920" cy="71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3FC750E-9B08-42FB-A533-6CB333D63F87}"/>
                    </a:ext>
                  </a:extLst>
                </p14:cNvPr>
                <p14:cNvContentPartPr/>
                <p14:nvPr/>
              </p14:nvContentPartPr>
              <p14:xfrm>
                <a:off x="343366" y="4887411"/>
                <a:ext cx="162000" cy="25488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3FC750E-9B08-42FB-A533-6CB333D63F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5366" y="4869771"/>
                  <a:ext cx="197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AC0744AD-71B1-4A17-AF7F-6E94A27D9316}"/>
                    </a:ext>
                  </a:extLst>
                </p14:cNvPr>
                <p14:cNvContentPartPr/>
                <p14:nvPr/>
              </p14:nvContentPartPr>
              <p14:xfrm>
                <a:off x="413206" y="4956891"/>
                <a:ext cx="142560" cy="489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AC0744AD-71B1-4A17-AF7F-6E94A27D931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5206" y="4938891"/>
                  <a:ext cx="178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D71AE648-759D-4C8A-B8AD-B7210BCDAC59}"/>
                    </a:ext>
                  </a:extLst>
                </p14:cNvPr>
                <p14:cNvContentPartPr/>
                <p14:nvPr/>
              </p14:nvContentPartPr>
              <p14:xfrm>
                <a:off x="365326" y="4823691"/>
                <a:ext cx="146880" cy="2772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D71AE648-759D-4C8A-B8AD-B7210BCDAC5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7686" y="4805691"/>
                  <a:ext cx="182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434BEC6D-C49F-4D06-A0CD-1FB495279A7E}"/>
                    </a:ext>
                  </a:extLst>
                </p14:cNvPr>
                <p14:cNvContentPartPr/>
                <p14:nvPr/>
              </p14:nvContentPartPr>
              <p14:xfrm>
                <a:off x="668446" y="4940691"/>
                <a:ext cx="182520" cy="2253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434BEC6D-C49F-4D06-A0CD-1FB495279A7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0806" y="4923051"/>
                  <a:ext cx="218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67ED7789-F9DE-4C12-97E7-434020F43AFE}"/>
                    </a:ext>
                  </a:extLst>
                </p14:cNvPr>
                <p14:cNvContentPartPr/>
                <p14:nvPr/>
              </p14:nvContentPartPr>
              <p14:xfrm>
                <a:off x="1042486" y="4956891"/>
                <a:ext cx="166320" cy="28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67ED7789-F9DE-4C12-97E7-434020F43AF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4486" y="4938891"/>
                  <a:ext cx="201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895355C3-9E55-4DD9-B2E1-8FEDE9AEC456}"/>
                    </a:ext>
                  </a:extLst>
                </p14:cNvPr>
                <p14:cNvContentPartPr/>
                <p14:nvPr/>
              </p14:nvContentPartPr>
              <p14:xfrm>
                <a:off x="1401766" y="4807131"/>
                <a:ext cx="216000" cy="24480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895355C3-9E55-4DD9-B2E1-8FEDE9AEC45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84126" y="4789131"/>
                  <a:ext cx="2516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5B1085D-1E19-48EE-A7FA-51089954B5CA}"/>
                    </a:ext>
                  </a:extLst>
                </p14:cNvPr>
                <p14:cNvContentPartPr/>
                <p14:nvPr/>
              </p14:nvContentPartPr>
              <p14:xfrm>
                <a:off x="1681846" y="4835571"/>
                <a:ext cx="267840" cy="2235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5B1085D-1E19-48EE-A7FA-51089954B5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63846" y="4817931"/>
                  <a:ext cx="303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AD64C38-8965-4450-8D08-DD86CF799AF9}"/>
                    </a:ext>
                  </a:extLst>
                </p14:cNvPr>
                <p14:cNvContentPartPr/>
                <p14:nvPr/>
              </p14:nvContentPartPr>
              <p14:xfrm>
                <a:off x="1984966" y="4869771"/>
                <a:ext cx="159120" cy="2192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AD64C38-8965-4450-8D08-DD86CF799AF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66966" y="4852131"/>
                  <a:ext cx="194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8E731BB5-303B-45EF-9EDE-B538917523FA}"/>
                    </a:ext>
                  </a:extLst>
                </p14:cNvPr>
                <p14:cNvContentPartPr/>
                <p14:nvPr/>
              </p14:nvContentPartPr>
              <p14:xfrm>
                <a:off x="2289886" y="4922691"/>
                <a:ext cx="148680" cy="151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8E731BB5-303B-45EF-9EDE-B538917523F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72246" y="4904691"/>
                  <a:ext cx="184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1B36609F-4560-47BF-B0AC-584C0BE18E6B}"/>
                    </a:ext>
                  </a:extLst>
                </p14:cNvPr>
                <p14:cNvContentPartPr/>
                <p14:nvPr/>
              </p14:nvContentPartPr>
              <p14:xfrm>
                <a:off x="2484646" y="4645491"/>
                <a:ext cx="268920" cy="37440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1B36609F-4560-47BF-B0AC-584C0BE18E6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66646" y="4627491"/>
                  <a:ext cx="3045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55338855-EAB8-464C-B831-AB5F6FC9EFB7}"/>
                    </a:ext>
                  </a:extLst>
                </p14:cNvPr>
                <p14:cNvContentPartPr/>
                <p14:nvPr/>
              </p14:nvContentPartPr>
              <p14:xfrm>
                <a:off x="2803966" y="4863651"/>
                <a:ext cx="234720" cy="19224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55338855-EAB8-464C-B831-AB5F6FC9EF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86326" y="4846011"/>
                  <a:ext cx="270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3443C49E-F165-4A41-B9AD-83E360EA2180}"/>
                    </a:ext>
                  </a:extLst>
                </p14:cNvPr>
                <p14:cNvContentPartPr/>
                <p14:nvPr/>
              </p14:nvContentPartPr>
              <p14:xfrm>
                <a:off x="3165766" y="4886331"/>
                <a:ext cx="204120" cy="176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3443C49E-F165-4A41-B9AD-83E360EA218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47766" y="4868331"/>
                  <a:ext cx="239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42369E5E-E454-4380-9793-3F12320CDC92}"/>
                    </a:ext>
                  </a:extLst>
                </p14:cNvPr>
                <p14:cNvContentPartPr/>
                <p14:nvPr/>
              </p14:nvContentPartPr>
              <p14:xfrm>
                <a:off x="3275566" y="4804971"/>
                <a:ext cx="9000" cy="36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42369E5E-E454-4380-9793-3F12320CDC9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257566" y="4786971"/>
                  <a:ext cx="44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C5BB614F-3880-48D2-A4A2-6895141E7980}"/>
                    </a:ext>
                  </a:extLst>
                </p14:cNvPr>
                <p14:cNvContentPartPr/>
                <p14:nvPr/>
              </p14:nvContentPartPr>
              <p14:xfrm>
                <a:off x="3452686" y="4448211"/>
                <a:ext cx="185760" cy="44172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C5BB614F-3880-48D2-A4A2-6895141E798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34686" y="4430571"/>
                  <a:ext cx="2214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CCF3D7D2-03FD-4F6F-9252-D00CCE68E5A8}"/>
                    </a:ext>
                  </a:extLst>
                </p14:cNvPr>
                <p14:cNvContentPartPr/>
                <p14:nvPr/>
              </p14:nvContentPartPr>
              <p14:xfrm>
                <a:off x="3670846" y="4699491"/>
                <a:ext cx="175680" cy="2779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CCF3D7D2-03FD-4F6F-9252-D00CCE68E5A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52846" y="4681491"/>
                  <a:ext cx="211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A868E470-8158-44B2-81E4-F43451611AD2}"/>
                    </a:ext>
                  </a:extLst>
                </p14:cNvPr>
                <p14:cNvContentPartPr/>
                <p14:nvPr/>
              </p14:nvContentPartPr>
              <p14:xfrm>
                <a:off x="3927886" y="4730811"/>
                <a:ext cx="144720" cy="25704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A868E470-8158-44B2-81E4-F43451611AD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09886" y="4712811"/>
                  <a:ext cx="180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EAE39608-4263-4E78-AA23-3C6621C933D9}"/>
                    </a:ext>
                  </a:extLst>
                </p14:cNvPr>
                <p14:cNvContentPartPr/>
                <p14:nvPr/>
              </p14:nvContentPartPr>
              <p14:xfrm>
                <a:off x="4249366" y="4795971"/>
                <a:ext cx="191160" cy="2016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EAE39608-4263-4E78-AA23-3C6621C933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31726" y="4778331"/>
                  <a:ext cx="22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24344A48-21C5-4226-972E-E77B087F3163}"/>
                    </a:ext>
                  </a:extLst>
                </p14:cNvPr>
                <p14:cNvContentPartPr/>
                <p14:nvPr/>
              </p14:nvContentPartPr>
              <p14:xfrm>
                <a:off x="4347286" y="4681851"/>
                <a:ext cx="45720" cy="25452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24344A48-21C5-4226-972E-E77B087F316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329286" y="4663851"/>
                  <a:ext cx="81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626F2B49-DED1-4C54-84C1-EC38D1BE8AB4}"/>
                    </a:ext>
                  </a:extLst>
                </p14:cNvPr>
                <p14:cNvContentPartPr/>
                <p14:nvPr/>
              </p14:nvContentPartPr>
              <p14:xfrm>
                <a:off x="4610086" y="4597971"/>
                <a:ext cx="199080" cy="35172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626F2B49-DED1-4C54-84C1-EC38D1BE8AB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92086" y="4580331"/>
                  <a:ext cx="2347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AA823FB9-E919-4E4C-9E66-2E3783EB79F0}"/>
                    </a:ext>
                  </a:extLst>
                </p14:cNvPr>
                <p14:cNvContentPartPr/>
                <p14:nvPr/>
              </p14:nvContentPartPr>
              <p14:xfrm>
                <a:off x="4608646" y="4695891"/>
                <a:ext cx="210240" cy="9324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AA823FB9-E919-4E4C-9E66-2E3783EB79F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91006" y="4678251"/>
                  <a:ext cx="245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D34C03BD-5AF1-481D-98F7-2AB8F4442315}"/>
                    </a:ext>
                  </a:extLst>
                </p14:cNvPr>
                <p14:cNvContentPartPr/>
                <p14:nvPr/>
              </p14:nvContentPartPr>
              <p14:xfrm>
                <a:off x="4667326" y="4505811"/>
                <a:ext cx="164160" cy="3096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D34C03BD-5AF1-481D-98F7-2AB8F44423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649686" y="4488171"/>
                  <a:ext cx="199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5A4D861D-185C-4C80-949C-B1EA56775428}"/>
                    </a:ext>
                  </a:extLst>
                </p14:cNvPr>
                <p14:cNvContentPartPr/>
                <p14:nvPr/>
              </p14:nvContentPartPr>
              <p14:xfrm>
                <a:off x="4913926" y="4799211"/>
                <a:ext cx="269640" cy="25020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5A4D861D-185C-4C80-949C-B1EA5677542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96286" y="4781571"/>
                  <a:ext cx="305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75E6B72-CA12-43EC-BDC6-4EC086030563}"/>
                    </a:ext>
                  </a:extLst>
                </p14:cNvPr>
                <p14:cNvContentPartPr/>
                <p14:nvPr/>
              </p14:nvContentPartPr>
              <p14:xfrm>
                <a:off x="5285806" y="4953291"/>
                <a:ext cx="235080" cy="2916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75E6B72-CA12-43EC-BDC6-4EC0860305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268166" y="4935651"/>
                  <a:ext cx="270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42886DB6-1AC6-49F2-8280-DF9F59F7756F}"/>
                    </a:ext>
                  </a:extLst>
                </p14:cNvPr>
                <p14:cNvContentPartPr/>
                <p14:nvPr/>
              </p14:nvContentPartPr>
              <p14:xfrm>
                <a:off x="5269966" y="4905051"/>
                <a:ext cx="220320" cy="684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42886DB6-1AC6-49F2-8280-DF9F59F7756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52326" y="4887051"/>
                  <a:ext cx="255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54CF0C16-EF6D-4D1F-8F03-CE449FB6EECC}"/>
                    </a:ext>
                  </a:extLst>
                </p14:cNvPr>
                <p14:cNvContentPartPr/>
                <p14:nvPr/>
              </p14:nvContentPartPr>
              <p14:xfrm>
                <a:off x="5605126" y="4613451"/>
                <a:ext cx="290160" cy="34092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54CF0C16-EF6D-4D1F-8F03-CE449FB6EEC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587126" y="4595451"/>
                  <a:ext cx="32580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BFB2102B-65FE-4A86-9172-1C39B0ADC23D}"/>
                  </a:ext>
                </a:extLst>
              </p14:cNvPr>
              <p14:cNvContentPartPr/>
              <p14:nvPr/>
            </p14:nvContentPartPr>
            <p14:xfrm>
              <a:off x="3816646" y="3072651"/>
              <a:ext cx="38160" cy="26640"/>
            </p14:xfrm>
          </p:contentPart>
        </mc:Choice>
        <mc:Fallback xmlns=""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BFB2102B-65FE-4A86-9172-1C39B0ADC23D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799006" y="3054651"/>
                <a:ext cx="73800" cy="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59F5CCE5-9756-4765-8362-3901B75AA419}"/>
              </a:ext>
            </a:extLst>
          </p:cNvPr>
          <p:cNvGrpSpPr/>
          <p:nvPr/>
        </p:nvGrpSpPr>
        <p:grpSpPr>
          <a:xfrm>
            <a:off x="8634166" y="883851"/>
            <a:ext cx="328680" cy="367200"/>
            <a:chOff x="8634166" y="883851"/>
            <a:chExt cx="3286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B71A660C-3C87-43F6-889D-94AB910EE768}"/>
                    </a:ext>
                  </a:extLst>
                </p14:cNvPr>
                <p14:cNvContentPartPr/>
                <p14:nvPr/>
              </p14:nvContentPartPr>
              <p14:xfrm>
                <a:off x="8634166" y="883851"/>
                <a:ext cx="146160" cy="36288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B71A660C-3C87-43F6-889D-94AB910EE76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16526" y="865851"/>
                  <a:ext cx="1818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8BE4877-EE5E-4518-AF5E-00CD9296BC02}"/>
                    </a:ext>
                  </a:extLst>
                </p14:cNvPr>
                <p14:cNvContentPartPr/>
                <p14:nvPr/>
              </p14:nvContentPartPr>
              <p14:xfrm>
                <a:off x="8836126" y="1095171"/>
                <a:ext cx="126720" cy="15588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8BE4877-EE5E-4518-AF5E-00CD9296BC0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818486" y="1077531"/>
                  <a:ext cx="16236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01EC989A-96F4-4A35-9BE1-77854A2EA234}"/>
                  </a:ext>
                </a:extLst>
              </p14:cNvPr>
              <p14:cNvContentPartPr/>
              <p14:nvPr/>
            </p14:nvContentPartPr>
            <p14:xfrm>
              <a:off x="12961366" y="2902371"/>
              <a:ext cx="360" cy="36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01EC989A-96F4-4A35-9BE1-77854A2EA23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2943726" y="288473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8E29BF53-558F-4A1A-8A57-6117C967BC2D}"/>
              </a:ext>
            </a:extLst>
          </p:cNvPr>
          <p:cNvGrpSpPr/>
          <p:nvPr/>
        </p:nvGrpSpPr>
        <p:grpSpPr>
          <a:xfrm>
            <a:off x="354526" y="5482491"/>
            <a:ext cx="846000" cy="340200"/>
            <a:chOff x="354526" y="5482491"/>
            <a:chExt cx="84600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DA28CA5C-FB26-45B6-9F85-34AA6D6CBD7B}"/>
                    </a:ext>
                  </a:extLst>
                </p14:cNvPr>
                <p14:cNvContentPartPr/>
                <p14:nvPr/>
              </p14:nvContentPartPr>
              <p14:xfrm>
                <a:off x="354526" y="5482491"/>
                <a:ext cx="205560" cy="34020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DA28CA5C-FB26-45B6-9F85-34AA6D6CBD7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36526" y="5464491"/>
                  <a:ext cx="241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0F37D7E3-439E-46D1-AC20-E19F29D49568}"/>
                    </a:ext>
                  </a:extLst>
                </p14:cNvPr>
                <p14:cNvContentPartPr/>
                <p14:nvPr/>
              </p14:nvContentPartPr>
              <p14:xfrm>
                <a:off x="565846" y="5533971"/>
                <a:ext cx="221040" cy="26568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0F37D7E3-439E-46D1-AC20-E19F29D4956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7846" y="5515971"/>
                  <a:ext cx="256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35F2AF27-A713-4331-96F4-F8FE7BB286B7}"/>
                    </a:ext>
                  </a:extLst>
                </p14:cNvPr>
                <p14:cNvContentPartPr/>
                <p14:nvPr/>
              </p14:nvContentPartPr>
              <p14:xfrm>
                <a:off x="1018006" y="5674011"/>
                <a:ext cx="182520" cy="1476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35F2AF27-A713-4331-96F4-F8FE7BB286B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0366" y="5656011"/>
                  <a:ext cx="2181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C65F0FBC-C3CB-4F19-8F2B-A079082B88E4}"/>
              </a:ext>
            </a:extLst>
          </p:cNvPr>
          <p:cNvGrpSpPr/>
          <p:nvPr/>
        </p:nvGrpSpPr>
        <p:grpSpPr>
          <a:xfrm>
            <a:off x="1399966" y="5199891"/>
            <a:ext cx="5280840" cy="1359360"/>
            <a:chOff x="1399966" y="5199891"/>
            <a:chExt cx="5280840" cy="13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BF2812E7-3C50-461A-A11F-B896D1EFCF02}"/>
                    </a:ext>
                  </a:extLst>
                </p14:cNvPr>
                <p14:cNvContentPartPr/>
                <p14:nvPr/>
              </p14:nvContentPartPr>
              <p14:xfrm>
                <a:off x="1399966" y="5406531"/>
                <a:ext cx="163440" cy="37980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BF2812E7-3C50-461A-A11F-B896D1EFCF0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382326" y="5388891"/>
                  <a:ext cx="1990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3C7BE475-7E06-4E7F-ACAD-360F7D8F0145}"/>
                    </a:ext>
                  </a:extLst>
                </p14:cNvPr>
                <p14:cNvContentPartPr/>
                <p14:nvPr/>
              </p14:nvContentPartPr>
              <p14:xfrm>
                <a:off x="1626766" y="5651691"/>
                <a:ext cx="10080" cy="17208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3C7BE475-7E06-4E7F-ACAD-360F7D8F014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08766" y="5634051"/>
                  <a:ext cx="45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A1A0C36-A648-4705-A93D-97141D842593}"/>
                    </a:ext>
                  </a:extLst>
                </p14:cNvPr>
                <p14:cNvContentPartPr/>
                <p14:nvPr/>
              </p14:nvContentPartPr>
              <p14:xfrm>
                <a:off x="1648726" y="5469171"/>
                <a:ext cx="136440" cy="24804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A1A0C36-A648-4705-A93D-97141D8425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30726" y="5451531"/>
                  <a:ext cx="172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9238EC73-E805-418E-843E-2E947486F066}"/>
                    </a:ext>
                  </a:extLst>
                </p14:cNvPr>
                <p14:cNvContentPartPr/>
                <p14:nvPr/>
              </p14:nvContentPartPr>
              <p14:xfrm>
                <a:off x="1690126" y="5571411"/>
                <a:ext cx="158040" cy="6624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9238EC73-E805-418E-843E-2E947486F06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72486" y="5553771"/>
                  <a:ext cx="193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D6BC201-CB91-4FCE-B816-AF3F7BD0EC94}"/>
                    </a:ext>
                  </a:extLst>
                </p14:cNvPr>
                <p14:cNvContentPartPr/>
                <p14:nvPr/>
              </p14:nvContentPartPr>
              <p14:xfrm>
                <a:off x="1797766" y="5357211"/>
                <a:ext cx="253440" cy="3610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D6BC201-CB91-4FCE-B816-AF3F7BD0EC9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780126" y="5339211"/>
                  <a:ext cx="2890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5EFC12FE-CB01-4FA6-9A43-5E5B9BC9B71D}"/>
                    </a:ext>
                  </a:extLst>
                </p14:cNvPr>
                <p14:cNvContentPartPr/>
                <p14:nvPr/>
              </p14:nvContentPartPr>
              <p14:xfrm>
                <a:off x="2157046" y="5698131"/>
                <a:ext cx="30240" cy="2520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5EFC12FE-CB01-4FA6-9A43-5E5B9BC9B71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39406" y="5680131"/>
                  <a:ext cx="65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98EFA870-F38F-4DF5-9480-2EBFDAB8CD15}"/>
                    </a:ext>
                  </a:extLst>
                </p14:cNvPr>
                <p14:cNvContentPartPr/>
                <p14:nvPr/>
              </p14:nvContentPartPr>
              <p14:xfrm>
                <a:off x="2176486" y="5396811"/>
                <a:ext cx="216000" cy="288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98EFA870-F38F-4DF5-9480-2EBFDAB8CD1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158846" y="5378811"/>
                  <a:ext cx="251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847E6DBF-4F51-4197-9E94-7BC7EF949519}"/>
                    </a:ext>
                  </a:extLst>
                </p14:cNvPr>
                <p14:cNvContentPartPr/>
                <p14:nvPr/>
              </p14:nvContentPartPr>
              <p14:xfrm>
                <a:off x="2315446" y="5404371"/>
                <a:ext cx="151920" cy="29340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847E6DBF-4F51-4197-9E94-7BC7EF94951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97446" y="5386731"/>
                  <a:ext cx="187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E87FA066-BEE0-4160-9942-0F49ECB3C9D9}"/>
                    </a:ext>
                  </a:extLst>
                </p14:cNvPr>
                <p14:cNvContentPartPr/>
                <p14:nvPr/>
              </p14:nvContentPartPr>
              <p14:xfrm>
                <a:off x="2609566" y="5536491"/>
                <a:ext cx="156240" cy="684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E87FA066-BEE0-4160-9942-0F49ECB3C9D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591926" y="5518491"/>
                  <a:ext cx="191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6AC1FC02-0EE2-41B2-A2E9-52BAFC45B6E1}"/>
                    </a:ext>
                  </a:extLst>
                </p14:cNvPr>
                <p14:cNvContentPartPr/>
                <p14:nvPr/>
              </p14:nvContentPartPr>
              <p14:xfrm>
                <a:off x="2913766" y="5302131"/>
                <a:ext cx="219240" cy="26460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6AC1FC02-0EE2-41B2-A2E9-52BAFC45B6E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95766" y="5284491"/>
                  <a:ext cx="254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A26F8B20-62B0-48D1-B450-FF419079EEC6}"/>
                    </a:ext>
                  </a:extLst>
                </p14:cNvPr>
                <p14:cNvContentPartPr/>
                <p14:nvPr/>
              </p14:nvContentPartPr>
              <p14:xfrm>
                <a:off x="3167926" y="5526411"/>
                <a:ext cx="61560" cy="15588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A26F8B20-62B0-48D1-B450-FF419079EEC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49926" y="5508771"/>
                  <a:ext cx="97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048846CA-DB84-44BF-9B2E-CD6CAF526DF1}"/>
                    </a:ext>
                  </a:extLst>
                </p14:cNvPr>
                <p14:cNvContentPartPr/>
                <p14:nvPr/>
              </p14:nvContentPartPr>
              <p14:xfrm>
                <a:off x="3261526" y="5241651"/>
                <a:ext cx="127440" cy="4194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048846CA-DB84-44BF-9B2E-CD6CAF526DF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243886" y="5223651"/>
                  <a:ext cx="1630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C3B87DEF-F656-42D7-B570-33376C8B6B3A}"/>
                    </a:ext>
                  </a:extLst>
                </p14:cNvPr>
                <p14:cNvContentPartPr/>
                <p14:nvPr/>
              </p14:nvContentPartPr>
              <p14:xfrm>
                <a:off x="3289966" y="5514531"/>
                <a:ext cx="207000" cy="1044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C3B87DEF-F656-42D7-B570-33376C8B6B3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272326" y="5496531"/>
                  <a:ext cx="242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BEF805FE-C10E-4D6C-8539-4B713D102E88}"/>
                    </a:ext>
                  </a:extLst>
                </p14:cNvPr>
                <p14:cNvContentPartPr/>
                <p14:nvPr/>
              </p14:nvContentPartPr>
              <p14:xfrm>
                <a:off x="3549166" y="5524251"/>
                <a:ext cx="112680" cy="1044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BEF805FE-C10E-4D6C-8539-4B713D102E8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31166" y="5506611"/>
                  <a:ext cx="148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E57AAFE3-47D0-4D60-B310-D062AFB2FE37}"/>
                    </a:ext>
                  </a:extLst>
                </p14:cNvPr>
                <p14:cNvContentPartPr/>
                <p14:nvPr/>
              </p14:nvContentPartPr>
              <p14:xfrm>
                <a:off x="3855526" y="5288811"/>
                <a:ext cx="195120" cy="28224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E57AAFE3-47D0-4D60-B310-D062AFB2FE3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837886" y="5271171"/>
                  <a:ext cx="230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49D10F8D-858C-4F55-8692-DC4B50071F57}"/>
                    </a:ext>
                  </a:extLst>
                </p14:cNvPr>
                <p14:cNvContentPartPr/>
                <p14:nvPr/>
              </p14:nvContentPartPr>
              <p14:xfrm>
                <a:off x="4088086" y="5488971"/>
                <a:ext cx="19800" cy="14760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49D10F8D-858C-4F55-8692-DC4B50071F5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070446" y="5471331"/>
                  <a:ext cx="55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4D28F084-E0D0-4ED3-B995-63BD77F876DD}"/>
                    </a:ext>
                  </a:extLst>
                </p14:cNvPr>
                <p14:cNvContentPartPr/>
                <p14:nvPr/>
              </p14:nvContentPartPr>
              <p14:xfrm>
                <a:off x="4168366" y="5290971"/>
                <a:ext cx="191520" cy="3081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4D28F084-E0D0-4ED3-B995-63BD77F876D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150726" y="5273331"/>
                  <a:ext cx="2271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94FD08B-5A0E-4683-AF58-F516FC102D4C}"/>
                    </a:ext>
                  </a:extLst>
                </p14:cNvPr>
                <p14:cNvContentPartPr/>
                <p14:nvPr/>
              </p14:nvContentPartPr>
              <p14:xfrm>
                <a:off x="4362046" y="5254611"/>
                <a:ext cx="230040" cy="34812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94FD08B-5A0E-4683-AF58-F516FC102D4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344046" y="5236971"/>
                  <a:ext cx="265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BB43405F-7C27-4F31-899B-FA1BB8F4523D}"/>
                    </a:ext>
                  </a:extLst>
                </p14:cNvPr>
                <p14:cNvContentPartPr/>
                <p14:nvPr/>
              </p14:nvContentPartPr>
              <p14:xfrm>
                <a:off x="4718806" y="5544051"/>
                <a:ext cx="33480" cy="126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BB43405F-7C27-4F31-899B-FA1BB8F4523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700806" y="5526411"/>
                  <a:ext cx="69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6857FBF2-DF35-44F0-A54B-674C304E8C06}"/>
                    </a:ext>
                  </a:extLst>
                </p14:cNvPr>
                <p14:cNvContentPartPr/>
                <p14:nvPr/>
              </p14:nvContentPartPr>
              <p14:xfrm>
                <a:off x="4855606" y="5286651"/>
                <a:ext cx="221400" cy="1692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6857FBF2-DF35-44F0-A54B-674C304E8C0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837966" y="5269011"/>
                  <a:ext cx="257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B634764F-1488-4B29-9AFB-BB1228AA72B8}"/>
                    </a:ext>
                  </a:extLst>
                </p14:cNvPr>
                <p14:cNvContentPartPr/>
                <p14:nvPr/>
              </p14:nvContentPartPr>
              <p14:xfrm>
                <a:off x="4961446" y="5305371"/>
                <a:ext cx="194040" cy="25992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B634764F-1488-4B29-9AFB-BB1228AA72B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943446" y="5287731"/>
                  <a:ext cx="2296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BBC4BE2-4A1D-4C1B-BEC4-851939AFC13E}"/>
                    </a:ext>
                  </a:extLst>
                </p14:cNvPr>
                <p14:cNvContentPartPr/>
                <p14:nvPr/>
              </p14:nvContentPartPr>
              <p14:xfrm>
                <a:off x="5321446" y="5402211"/>
                <a:ext cx="171360" cy="2052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BBC4BE2-4A1D-4C1B-BEC4-851939AFC1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303446" y="5384211"/>
                  <a:ext cx="207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11CE4FA-F165-4F9B-AF55-5D1FB56DC4E4}"/>
                    </a:ext>
                  </a:extLst>
                </p14:cNvPr>
                <p14:cNvContentPartPr/>
                <p14:nvPr/>
              </p14:nvContentPartPr>
              <p14:xfrm>
                <a:off x="5370046" y="5283411"/>
                <a:ext cx="90720" cy="2829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11CE4FA-F165-4F9B-AF55-5D1FB56DC4E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352406" y="5265411"/>
                  <a:ext cx="1263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375125A5-83CA-43E3-B4D9-BA018C5B2C41}"/>
                    </a:ext>
                  </a:extLst>
                </p14:cNvPr>
                <p14:cNvContentPartPr/>
                <p14:nvPr/>
              </p14:nvContentPartPr>
              <p14:xfrm>
                <a:off x="5651206" y="5244891"/>
                <a:ext cx="253800" cy="32472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375125A5-83CA-43E3-B4D9-BA018C5B2C4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633566" y="5227251"/>
                  <a:ext cx="289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4C10BE5-73D9-498E-B907-66BA5F907E1B}"/>
                    </a:ext>
                  </a:extLst>
                </p14:cNvPr>
                <p14:cNvContentPartPr/>
                <p14:nvPr/>
              </p14:nvContentPartPr>
              <p14:xfrm>
                <a:off x="6050806" y="5454051"/>
                <a:ext cx="267840" cy="5364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4C10BE5-73D9-498E-B907-66BA5F907E1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033166" y="5436051"/>
                  <a:ext cx="303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E23663E3-5929-4FD5-AC24-A900BC35AE58}"/>
                    </a:ext>
                  </a:extLst>
                </p14:cNvPr>
                <p14:cNvContentPartPr/>
                <p14:nvPr/>
              </p14:nvContentPartPr>
              <p14:xfrm>
                <a:off x="6095086" y="5199891"/>
                <a:ext cx="585720" cy="3171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E23663E3-5929-4FD5-AC24-A900BC35AE5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77086" y="5182251"/>
                  <a:ext cx="6213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968630F4-60FE-47FD-82FC-8A4555279512}"/>
                    </a:ext>
                  </a:extLst>
                </p14:cNvPr>
                <p14:cNvContentPartPr/>
                <p14:nvPr/>
              </p14:nvContentPartPr>
              <p14:xfrm>
                <a:off x="2423446" y="5992971"/>
                <a:ext cx="405720" cy="4428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968630F4-60FE-47FD-82FC-8A455527951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405806" y="5974971"/>
                  <a:ext cx="44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BE7860D9-B837-4391-B7E0-0A5FB3FB431C}"/>
                    </a:ext>
                  </a:extLst>
                </p14:cNvPr>
                <p14:cNvContentPartPr/>
                <p14:nvPr/>
              </p14:nvContentPartPr>
              <p14:xfrm>
                <a:off x="2561686" y="6041211"/>
                <a:ext cx="321480" cy="31824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BE7860D9-B837-4391-B7E0-0A5FB3FB431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544046" y="6023571"/>
                  <a:ext cx="3571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E171E638-428A-4EB5-9DF7-809D2FA4DECA}"/>
                    </a:ext>
                  </a:extLst>
                </p14:cNvPr>
                <p14:cNvContentPartPr/>
                <p14:nvPr/>
              </p14:nvContentPartPr>
              <p14:xfrm>
                <a:off x="3026086" y="6259011"/>
                <a:ext cx="235080" cy="2988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E171E638-428A-4EB5-9DF7-809D2FA4DEC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008086" y="6241011"/>
                  <a:ext cx="270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E6C58660-8DCA-43B5-902C-779845583AC6}"/>
                    </a:ext>
                  </a:extLst>
                </p14:cNvPr>
                <p14:cNvContentPartPr/>
                <p14:nvPr/>
              </p14:nvContentPartPr>
              <p14:xfrm>
                <a:off x="3013846" y="6207171"/>
                <a:ext cx="199440" cy="2988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E6C58660-8DCA-43B5-902C-779845583AC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996206" y="6189531"/>
                  <a:ext cx="235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66A34B93-4850-4152-90A4-BB5D09AB7CBD}"/>
                    </a:ext>
                  </a:extLst>
                </p14:cNvPr>
                <p14:cNvContentPartPr/>
                <p14:nvPr/>
              </p14:nvContentPartPr>
              <p14:xfrm>
                <a:off x="3415966" y="5935731"/>
                <a:ext cx="178920" cy="3063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66A34B93-4850-4152-90A4-BB5D09AB7CB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398326" y="5917731"/>
                  <a:ext cx="214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182CCC93-DC55-4571-A042-5038C230875F}"/>
                    </a:ext>
                  </a:extLst>
                </p14:cNvPr>
                <p14:cNvContentPartPr/>
                <p14:nvPr/>
              </p14:nvContentPartPr>
              <p14:xfrm>
                <a:off x="3645646" y="6139131"/>
                <a:ext cx="360" cy="15012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182CCC93-DC55-4571-A042-5038C230875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628006" y="6121131"/>
                  <a:ext cx="36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127DC508-C716-469A-8F38-3705AB6105B4}"/>
                    </a:ext>
                  </a:extLst>
                </p14:cNvPr>
                <p14:cNvContentPartPr/>
                <p14:nvPr/>
              </p14:nvContentPartPr>
              <p14:xfrm>
                <a:off x="3726286" y="5977131"/>
                <a:ext cx="191520" cy="2368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127DC508-C716-469A-8F38-3705AB6105B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08646" y="5959491"/>
                  <a:ext cx="227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59A5E494-A285-41AA-BD9B-7CE170FF5213}"/>
                    </a:ext>
                  </a:extLst>
                </p14:cNvPr>
                <p14:cNvContentPartPr/>
                <p14:nvPr/>
              </p14:nvContentPartPr>
              <p14:xfrm>
                <a:off x="4003846" y="5923491"/>
                <a:ext cx="130680" cy="30420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59A5E494-A285-41AA-BD9B-7CE170FF521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985846" y="5905851"/>
                  <a:ext cx="166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03A3B11C-3015-4561-B8C3-8BB19CF7ACF4}"/>
                    </a:ext>
                  </a:extLst>
                </p14:cNvPr>
                <p14:cNvContentPartPr/>
                <p14:nvPr/>
              </p14:nvContentPartPr>
              <p14:xfrm>
                <a:off x="3996646" y="6126891"/>
                <a:ext cx="203400" cy="2880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03A3B11C-3015-4561-B8C3-8BB19CF7ACF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978646" y="6109251"/>
                  <a:ext cx="239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E4955645-6AC0-4D32-A964-49D246D4F055}"/>
                    </a:ext>
                  </a:extLst>
                </p14:cNvPr>
                <p14:cNvContentPartPr/>
                <p14:nvPr/>
              </p14:nvContentPartPr>
              <p14:xfrm>
                <a:off x="4256926" y="6045171"/>
                <a:ext cx="319320" cy="1594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E4955645-6AC0-4D32-A964-49D246D4F05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238926" y="6027171"/>
                  <a:ext cx="354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E8AC75AB-4890-4B9D-8262-BAEDFADC5B4B}"/>
                    </a:ext>
                  </a:extLst>
                </p14:cNvPr>
                <p14:cNvContentPartPr/>
                <p14:nvPr/>
              </p14:nvContentPartPr>
              <p14:xfrm>
                <a:off x="4687486" y="5857971"/>
                <a:ext cx="190440" cy="31932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E8AC75AB-4890-4B9D-8262-BAEDFADC5B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669846" y="5840331"/>
                  <a:ext cx="2260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51856D6-C856-4F17-A5F0-75490DA41058}"/>
                    </a:ext>
                  </a:extLst>
                </p14:cNvPr>
                <p14:cNvContentPartPr/>
                <p14:nvPr/>
              </p14:nvContentPartPr>
              <p14:xfrm>
                <a:off x="4690726" y="6035811"/>
                <a:ext cx="203400" cy="4968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51856D6-C856-4F17-A5F0-75490DA4105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672726" y="6017811"/>
                  <a:ext cx="239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AA06DF2D-A9FD-4852-BD07-AFF0A80C7D43}"/>
                    </a:ext>
                  </a:extLst>
                </p14:cNvPr>
                <p14:cNvContentPartPr/>
                <p14:nvPr/>
              </p14:nvContentPartPr>
              <p14:xfrm>
                <a:off x="2166766" y="5654211"/>
                <a:ext cx="3001680" cy="90504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AA06DF2D-A9FD-4852-BD07-AFF0A80C7D4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149126" y="5636211"/>
                  <a:ext cx="3037320" cy="9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C0DE230B-9A86-4D36-8392-744E6A701809}"/>
              </a:ext>
            </a:extLst>
          </p:cNvPr>
          <p:cNvGrpSpPr/>
          <p:nvPr/>
        </p:nvGrpSpPr>
        <p:grpSpPr>
          <a:xfrm>
            <a:off x="5421886" y="2324571"/>
            <a:ext cx="3570120" cy="1252800"/>
            <a:chOff x="5421886" y="2324571"/>
            <a:chExt cx="3570120" cy="12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9EF2286A-E3F1-4D4E-84D9-FE44C1DFB32D}"/>
                    </a:ext>
                  </a:extLst>
                </p14:cNvPr>
                <p14:cNvContentPartPr/>
                <p14:nvPr/>
              </p14:nvContentPartPr>
              <p14:xfrm>
                <a:off x="7887886" y="2466411"/>
                <a:ext cx="190440" cy="126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9EF2286A-E3F1-4D4E-84D9-FE44C1DFB32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869886" y="2448771"/>
                  <a:ext cx="226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F770B29-57C4-4933-A878-FA5C0DAC45BC}"/>
                    </a:ext>
                  </a:extLst>
                </p14:cNvPr>
                <p14:cNvContentPartPr/>
                <p14:nvPr/>
              </p14:nvContentPartPr>
              <p14:xfrm>
                <a:off x="7775566" y="2540211"/>
                <a:ext cx="487440" cy="255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F770B29-57C4-4933-A878-FA5C0DAC45B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757566" y="2522211"/>
                  <a:ext cx="523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8495386C-880B-4167-A405-593A03D8C407}"/>
                    </a:ext>
                  </a:extLst>
                </p14:cNvPr>
                <p14:cNvContentPartPr/>
                <p14:nvPr/>
              </p14:nvContentPartPr>
              <p14:xfrm>
                <a:off x="7940446" y="2646771"/>
                <a:ext cx="136080" cy="115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8495386C-880B-4167-A405-593A03D8C40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922446" y="2629131"/>
                  <a:ext cx="171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61D11162-8D08-49A7-9ECA-0E560EEED8DE}"/>
                    </a:ext>
                  </a:extLst>
                </p14:cNvPr>
                <p14:cNvContentPartPr/>
                <p14:nvPr/>
              </p14:nvContentPartPr>
              <p14:xfrm>
                <a:off x="7775566" y="2766651"/>
                <a:ext cx="527760" cy="1044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61D11162-8D08-49A7-9ECA-0E560EEED8D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757566" y="2749011"/>
                  <a:ext cx="563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D48B07CB-2E7E-46DE-80BA-CBE255136BBB}"/>
                    </a:ext>
                  </a:extLst>
                </p14:cNvPr>
                <p14:cNvContentPartPr/>
                <p14:nvPr/>
              </p14:nvContentPartPr>
              <p14:xfrm>
                <a:off x="5753086" y="2813091"/>
                <a:ext cx="2341800" cy="3520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D48B07CB-2E7E-46DE-80BA-CBE255136BB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735086" y="2795091"/>
                  <a:ext cx="23774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D92D9F82-B24E-4E0F-808E-EB26989C2CD7}"/>
                    </a:ext>
                  </a:extLst>
                </p14:cNvPr>
                <p14:cNvContentPartPr/>
                <p14:nvPr/>
              </p14:nvContentPartPr>
              <p14:xfrm>
                <a:off x="5672806" y="2593131"/>
                <a:ext cx="82800" cy="56520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D92D9F82-B24E-4E0F-808E-EB26989C2CD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655166" y="2575131"/>
                  <a:ext cx="11844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E1C4AF7-15CC-4646-A1C3-273BB85646C9}"/>
                    </a:ext>
                  </a:extLst>
                </p14:cNvPr>
                <p14:cNvContentPartPr/>
                <p14:nvPr/>
              </p14:nvContentPartPr>
              <p14:xfrm>
                <a:off x="8432926" y="2666571"/>
                <a:ext cx="13680" cy="468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E1C4AF7-15CC-4646-A1C3-273BB85646C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415286" y="2648931"/>
                  <a:ext cx="49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A0DCCE1D-50C9-413C-9A02-61C2D3AB2470}"/>
                    </a:ext>
                  </a:extLst>
                </p14:cNvPr>
                <p14:cNvContentPartPr/>
                <p14:nvPr/>
              </p14:nvContentPartPr>
              <p14:xfrm>
                <a:off x="8355886" y="2324571"/>
                <a:ext cx="124920" cy="302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A0DCCE1D-50C9-413C-9A02-61C2D3AB247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338246" y="2306571"/>
                  <a:ext cx="160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F517BB3F-91C3-4088-B73F-A4BFDEFE2A19}"/>
                    </a:ext>
                  </a:extLst>
                </p14:cNvPr>
                <p14:cNvContentPartPr/>
                <p14:nvPr/>
              </p14:nvContentPartPr>
              <p14:xfrm>
                <a:off x="8481166" y="2892291"/>
                <a:ext cx="145440" cy="277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F517BB3F-91C3-4088-B73F-A4BFDEFE2A1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463526" y="2874291"/>
                  <a:ext cx="181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852DE1AB-4EA3-49BF-AE7D-6C4872149BAB}"/>
                    </a:ext>
                  </a:extLst>
                </p14:cNvPr>
                <p14:cNvContentPartPr/>
                <p14:nvPr/>
              </p14:nvContentPartPr>
              <p14:xfrm>
                <a:off x="8538046" y="2793291"/>
                <a:ext cx="17640" cy="1839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852DE1AB-4EA3-49BF-AE7D-6C4872149BA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520406" y="2775291"/>
                  <a:ext cx="53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210A5A6-973E-4888-83F9-CB4FB2290FBD}"/>
                    </a:ext>
                  </a:extLst>
                </p14:cNvPr>
                <p14:cNvContentPartPr/>
                <p14:nvPr/>
              </p14:nvContentPartPr>
              <p14:xfrm>
                <a:off x="8595286" y="2513931"/>
                <a:ext cx="231120" cy="25452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210A5A6-973E-4888-83F9-CB4FB2290FB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577646" y="2495931"/>
                  <a:ext cx="2667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B9C3795-EF34-4C2D-B2AC-08EBC1194D11}"/>
                    </a:ext>
                  </a:extLst>
                </p14:cNvPr>
                <p14:cNvContentPartPr/>
                <p14:nvPr/>
              </p14:nvContentPartPr>
              <p14:xfrm>
                <a:off x="8846206" y="2534091"/>
                <a:ext cx="145800" cy="2012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B9C3795-EF34-4C2D-B2AC-08EBC1194D1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828206" y="2516091"/>
                  <a:ext cx="181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F4DEB4AD-1405-4D00-B9D3-B5B21311D9BF}"/>
                    </a:ext>
                  </a:extLst>
                </p14:cNvPr>
                <p14:cNvContentPartPr/>
                <p14:nvPr/>
              </p14:nvContentPartPr>
              <p14:xfrm>
                <a:off x="5651206" y="3065811"/>
                <a:ext cx="62640" cy="31968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F4DEB4AD-1405-4D00-B9D3-B5B21311D9B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633566" y="3048171"/>
                  <a:ext cx="982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24C7DD11-9DF2-4B88-ADC6-FEB720533D83}"/>
                    </a:ext>
                  </a:extLst>
                </p14:cNvPr>
                <p14:cNvContentPartPr/>
                <p14:nvPr/>
              </p14:nvContentPartPr>
              <p14:xfrm>
                <a:off x="5421886" y="3377211"/>
                <a:ext cx="512280" cy="2628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24C7DD11-9DF2-4B88-ADC6-FEB720533D8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403886" y="3359571"/>
                  <a:ext cx="547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BB4034BF-60DC-4573-A8B1-206D303670BC}"/>
                    </a:ext>
                  </a:extLst>
                </p14:cNvPr>
                <p14:cNvContentPartPr/>
                <p14:nvPr/>
              </p14:nvContentPartPr>
              <p14:xfrm>
                <a:off x="5575246" y="3482691"/>
                <a:ext cx="246600" cy="543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BB4034BF-60DC-4573-A8B1-206D303670B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557246" y="3464691"/>
                  <a:ext cx="282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4C237545-0748-411A-8D70-6BF5DE0D2794}"/>
                    </a:ext>
                  </a:extLst>
                </p14:cNvPr>
                <p14:cNvContentPartPr/>
                <p14:nvPr/>
              </p14:nvContentPartPr>
              <p14:xfrm>
                <a:off x="5593966" y="3492771"/>
                <a:ext cx="201960" cy="8460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4C237545-0748-411A-8D70-6BF5DE0D279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575966" y="3474771"/>
                  <a:ext cx="23760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F68BA49B-6478-4C13-B70C-1C3E4C3437EA}"/>
                  </a:ext>
                </a:extLst>
              </p14:cNvPr>
              <p14:cNvContentPartPr/>
              <p14:nvPr/>
            </p14:nvContentPartPr>
            <p14:xfrm>
              <a:off x="8043046" y="1268691"/>
              <a:ext cx="5400" cy="14760"/>
            </p14:xfrm>
          </p:contentPart>
        </mc:Choice>
        <mc:Fallback xmlns=""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F68BA49B-6478-4C13-B70C-1C3E4C3437EA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8025406" y="1251051"/>
                <a:ext cx="4104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E60D142E-350E-419A-ABE4-B80A903E0EB6}"/>
              </a:ext>
            </a:extLst>
          </p:cNvPr>
          <p:cNvGrpSpPr/>
          <p:nvPr/>
        </p:nvGrpSpPr>
        <p:grpSpPr>
          <a:xfrm>
            <a:off x="6964126" y="3667411"/>
            <a:ext cx="5545440" cy="1465200"/>
            <a:chOff x="6964126" y="3667411"/>
            <a:chExt cx="5545440" cy="14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391D8A9C-52EE-4BBB-907D-1ED7DC5846C9}"/>
                    </a:ext>
                  </a:extLst>
                </p14:cNvPr>
                <p14:cNvContentPartPr/>
                <p14:nvPr/>
              </p14:nvContentPartPr>
              <p14:xfrm>
                <a:off x="6964126" y="3978780"/>
                <a:ext cx="302760" cy="45252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391D8A9C-52EE-4BBB-907D-1ED7DC5846C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946126" y="3961140"/>
                  <a:ext cx="3384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D246254E-0AF9-4298-B46A-034935A77577}"/>
                    </a:ext>
                  </a:extLst>
                </p14:cNvPr>
                <p14:cNvContentPartPr/>
                <p14:nvPr/>
              </p14:nvContentPartPr>
              <p14:xfrm>
                <a:off x="7336726" y="4130700"/>
                <a:ext cx="236520" cy="30420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D246254E-0AF9-4298-B46A-034935A775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18726" y="4112700"/>
                  <a:ext cx="272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C353CC35-483F-4ACE-80BD-E11121F666D2}"/>
                    </a:ext>
                  </a:extLst>
                </p14:cNvPr>
                <p14:cNvContentPartPr/>
                <p14:nvPr/>
              </p14:nvContentPartPr>
              <p14:xfrm>
                <a:off x="7613206" y="4191180"/>
                <a:ext cx="183600" cy="24300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C353CC35-483F-4ACE-80BD-E11121F666D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95206" y="4173180"/>
                  <a:ext cx="219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714992C4-3B7B-4DAF-A4CB-093B662CB1BB}"/>
                    </a:ext>
                  </a:extLst>
                </p14:cNvPr>
                <p14:cNvContentPartPr/>
                <p14:nvPr/>
              </p14:nvContentPartPr>
              <p14:xfrm>
                <a:off x="7995526" y="4363980"/>
                <a:ext cx="190800" cy="7092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714992C4-3B7B-4DAF-A4CB-093B662CB1B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977886" y="4346340"/>
                  <a:ext cx="226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4C6627F8-A3A3-499E-8EC7-B5FF4FAAF9B9}"/>
                    </a:ext>
                  </a:extLst>
                </p14:cNvPr>
                <p14:cNvContentPartPr/>
                <p14:nvPr/>
              </p14:nvContentPartPr>
              <p14:xfrm>
                <a:off x="7980766" y="4326540"/>
                <a:ext cx="171360" cy="792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4C6627F8-A3A3-499E-8EC7-B5FF4FAAF9B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963126" y="4308900"/>
                  <a:ext cx="207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2885457A-25D5-46DB-B0D2-7378593007DB}"/>
                    </a:ext>
                  </a:extLst>
                </p14:cNvPr>
                <p14:cNvContentPartPr/>
                <p14:nvPr/>
              </p14:nvContentPartPr>
              <p14:xfrm>
                <a:off x="8439046" y="3956100"/>
                <a:ext cx="299880" cy="35316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2885457A-25D5-46DB-B0D2-7378593007D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21406" y="3938460"/>
                  <a:ext cx="3355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4931FBC2-14C3-48C0-9079-7139DE0E26CE}"/>
                    </a:ext>
                  </a:extLst>
                </p14:cNvPr>
                <p14:cNvContentPartPr/>
                <p14:nvPr/>
              </p14:nvContentPartPr>
              <p14:xfrm>
                <a:off x="8812726" y="4120260"/>
                <a:ext cx="171000" cy="22068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4931FBC2-14C3-48C0-9079-7139DE0E26C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794726" y="4102260"/>
                  <a:ext cx="206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5B36A658-42A3-4FFA-ACDC-4C8524FB4003}"/>
                    </a:ext>
                  </a:extLst>
                </p14:cNvPr>
                <p14:cNvContentPartPr/>
                <p14:nvPr/>
              </p14:nvContentPartPr>
              <p14:xfrm>
                <a:off x="9118726" y="4316820"/>
                <a:ext cx="6480" cy="1008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5B36A658-42A3-4FFA-ACDC-4C8524FB400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101086" y="4298820"/>
                  <a:ext cx="42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891DCA09-35AD-42CA-8287-50154C92A01E}"/>
                    </a:ext>
                  </a:extLst>
                </p14:cNvPr>
                <p14:cNvContentPartPr/>
                <p14:nvPr/>
              </p14:nvContentPartPr>
              <p14:xfrm>
                <a:off x="9241126" y="3887700"/>
                <a:ext cx="369360" cy="2340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891DCA09-35AD-42CA-8287-50154C92A01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23126" y="3870060"/>
                  <a:ext cx="40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4A3F8B75-FFA8-41E1-AE4B-E72D4E2FE466}"/>
                    </a:ext>
                  </a:extLst>
                </p14:cNvPr>
                <p14:cNvContentPartPr/>
                <p14:nvPr/>
              </p14:nvContentPartPr>
              <p14:xfrm>
                <a:off x="9386566" y="3914340"/>
                <a:ext cx="257040" cy="30564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4A3F8B75-FFA8-41E1-AE4B-E72D4E2FE46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68566" y="3896340"/>
                  <a:ext cx="2926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D35C1754-6C00-4A85-BEA2-96FDDA939148}"/>
                    </a:ext>
                  </a:extLst>
                </p14:cNvPr>
                <p14:cNvContentPartPr/>
                <p14:nvPr/>
              </p14:nvContentPartPr>
              <p14:xfrm>
                <a:off x="7438246" y="4691611"/>
                <a:ext cx="224280" cy="23256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D35C1754-6C00-4A85-BEA2-96FDDA93914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420246" y="4673611"/>
                  <a:ext cx="259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C27281F3-B035-4A24-BF85-356333E9ED16}"/>
                    </a:ext>
                  </a:extLst>
                </p14:cNvPr>
                <p14:cNvContentPartPr/>
                <p14:nvPr/>
              </p14:nvContentPartPr>
              <p14:xfrm>
                <a:off x="7767286" y="4748491"/>
                <a:ext cx="293400" cy="25740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C27281F3-B035-4A24-BF85-356333E9ED1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49286" y="4730851"/>
                  <a:ext cx="329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BB7D2DD8-7012-4F1C-8710-24DB43C791DC}"/>
                    </a:ext>
                  </a:extLst>
                </p14:cNvPr>
                <p14:cNvContentPartPr/>
                <p14:nvPr/>
              </p14:nvContentPartPr>
              <p14:xfrm>
                <a:off x="8171926" y="4751011"/>
                <a:ext cx="206640" cy="25308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BB7D2DD8-7012-4F1C-8710-24DB43C791D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153926" y="4733371"/>
                  <a:ext cx="242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F904BED3-57FC-4BFC-B1F1-CDF873C50B87}"/>
                    </a:ext>
                  </a:extLst>
                </p14:cNvPr>
                <p14:cNvContentPartPr/>
                <p14:nvPr/>
              </p14:nvContentPartPr>
              <p14:xfrm>
                <a:off x="8635966" y="4930291"/>
                <a:ext cx="194760" cy="5940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F904BED3-57FC-4BFC-B1F1-CDF873C50B8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17966" y="4912291"/>
                  <a:ext cx="230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768BDA1B-DE56-4906-822D-8718A3D542E1}"/>
                    </a:ext>
                  </a:extLst>
                </p14:cNvPr>
                <p14:cNvContentPartPr/>
                <p14:nvPr/>
              </p14:nvContentPartPr>
              <p14:xfrm>
                <a:off x="8584486" y="4862971"/>
                <a:ext cx="262080" cy="3672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768BDA1B-DE56-4906-822D-8718A3D542E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566846" y="4845331"/>
                  <a:ext cx="297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7D3B7197-0848-4609-95FB-63319F50AAC5}"/>
                    </a:ext>
                  </a:extLst>
                </p14:cNvPr>
                <p14:cNvContentPartPr/>
                <p14:nvPr/>
              </p14:nvContentPartPr>
              <p14:xfrm>
                <a:off x="9911806" y="4156260"/>
                <a:ext cx="145440" cy="1584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7D3B7197-0848-4609-95FB-63319F50AAC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894166" y="4138260"/>
                  <a:ext cx="181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43B39816-3176-4CB3-8659-F4B630E99F32}"/>
                    </a:ext>
                  </a:extLst>
                </p14:cNvPr>
                <p14:cNvContentPartPr/>
                <p14:nvPr/>
              </p14:nvContentPartPr>
              <p14:xfrm>
                <a:off x="9899566" y="4065900"/>
                <a:ext cx="128160" cy="360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43B39816-3176-4CB3-8659-F4B630E99F3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881926" y="4048260"/>
                  <a:ext cx="163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C81A509C-7471-468E-93D9-696D1270A868}"/>
                    </a:ext>
                  </a:extLst>
                </p14:cNvPr>
                <p14:cNvContentPartPr/>
                <p14:nvPr/>
              </p14:nvContentPartPr>
              <p14:xfrm>
                <a:off x="10182526" y="3690451"/>
                <a:ext cx="210960" cy="44928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C81A509C-7471-468E-93D9-696D1270A86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164886" y="3672811"/>
                  <a:ext cx="2466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7F39ABBE-F91B-4E53-B70A-60359CDC69CE}"/>
                    </a:ext>
                  </a:extLst>
                </p14:cNvPr>
                <p14:cNvContentPartPr/>
                <p14:nvPr/>
              </p14:nvContentPartPr>
              <p14:xfrm>
                <a:off x="10493566" y="4047931"/>
                <a:ext cx="22320" cy="19188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7F39ABBE-F91B-4E53-B70A-60359CDC69C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5566" y="4030291"/>
                  <a:ext cx="57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F7C8CC5-6B22-4105-A3F6-BEBC3C78F2DC}"/>
                    </a:ext>
                  </a:extLst>
                </p14:cNvPr>
                <p14:cNvContentPartPr/>
                <p14:nvPr/>
              </p14:nvContentPartPr>
              <p14:xfrm>
                <a:off x="10564486" y="3830491"/>
                <a:ext cx="128160" cy="31104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F7C8CC5-6B22-4105-A3F6-BEBC3C78F2D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546486" y="3812851"/>
                  <a:ext cx="1638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B8485EEF-6234-4278-8A83-A79BCF9412E6}"/>
                    </a:ext>
                  </a:extLst>
                </p14:cNvPr>
                <p14:cNvContentPartPr/>
                <p14:nvPr/>
              </p14:nvContentPartPr>
              <p14:xfrm>
                <a:off x="10570606" y="3983131"/>
                <a:ext cx="207000" cy="4428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B8485EEF-6234-4278-8A83-A79BCF9412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552606" y="3965131"/>
                  <a:ext cx="242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0EB8A2EB-EFEA-4B67-A717-1CB7FAE57A7D}"/>
                    </a:ext>
                  </a:extLst>
                </p14:cNvPr>
                <p14:cNvContentPartPr/>
                <p14:nvPr/>
              </p14:nvContentPartPr>
              <p14:xfrm>
                <a:off x="10813606" y="3667411"/>
                <a:ext cx="207000" cy="52164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0EB8A2EB-EFEA-4B67-A717-1CB7FAE57A7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795966" y="3649771"/>
                  <a:ext cx="2426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F79E74EB-269E-4832-98EB-59FA84464B77}"/>
                    </a:ext>
                  </a:extLst>
                </p14:cNvPr>
                <p14:cNvContentPartPr/>
                <p14:nvPr/>
              </p14:nvContentPartPr>
              <p14:xfrm>
                <a:off x="11119246" y="4111651"/>
                <a:ext cx="54720" cy="3708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F79E74EB-269E-4832-98EB-59FA84464B7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101606" y="4094011"/>
                  <a:ext cx="90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0DF9A2FE-E94C-4969-81CF-EEFE7FE31BC1}"/>
                    </a:ext>
                  </a:extLst>
                </p14:cNvPr>
                <p14:cNvContentPartPr/>
                <p14:nvPr/>
              </p14:nvContentPartPr>
              <p14:xfrm>
                <a:off x="11302486" y="3778291"/>
                <a:ext cx="259560" cy="43812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0DF9A2FE-E94C-4969-81CF-EEFE7FE31BC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284846" y="3760651"/>
                  <a:ext cx="2952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597AF33D-8A89-4880-9FA6-5C4D3DFBA634}"/>
                    </a:ext>
                  </a:extLst>
                </p14:cNvPr>
                <p14:cNvContentPartPr/>
                <p14:nvPr/>
              </p14:nvContentPartPr>
              <p14:xfrm>
                <a:off x="11660686" y="3867211"/>
                <a:ext cx="185760" cy="26028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597AF33D-8A89-4880-9FA6-5C4D3DFBA63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643046" y="3849211"/>
                  <a:ext cx="221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546285DD-FEA6-48B3-8D5A-65F075713621}"/>
                    </a:ext>
                  </a:extLst>
                </p14:cNvPr>
                <p14:cNvContentPartPr/>
                <p14:nvPr/>
              </p14:nvContentPartPr>
              <p14:xfrm>
                <a:off x="11929606" y="3726811"/>
                <a:ext cx="87480" cy="37656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546285DD-FEA6-48B3-8D5A-65F07571362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911966" y="3709171"/>
                  <a:ext cx="1231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BC67DF72-7AE4-45C2-A7F8-7E33CB0FDEAA}"/>
                    </a:ext>
                  </a:extLst>
                </p14:cNvPr>
                <p14:cNvContentPartPr/>
                <p14:nvPr/>
              </p14:nvContentPartPr>
              <p14:xfrm>
                <a:off x="11883166" y="3973051"/>
                <a:ext cx="183600" cy="792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BC67DF72-7AE4-45C2-A7F8-7E33CB0FDEA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865526" y="3955411"/>
                  <a:ext cx="219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FF636C7-AB43-4000-B7B7-37B5FE829AD3}"/>
                    </a:ext>
                  </a:extLst>
                </p14:cNvPr>
                <p14:cNvContentPartPr/>
                <p14:nvPr/>
              </p14:nvContentPartPr>
              <p14:xfrm>
                <a:off x="12145966" y="3926611"/>
                <a:ext cx="363600" cy="18648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FF636C7-AB43-4000-B7B7-37B5FE829AD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2127966" y="3908971"/>
                  <a:ext cx="399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7A1E506B-3CE1-4E2D-BE99-9FAC48353CFC}"/>
                    </a:ext>
                  </a:extLst>
                </p14:cNvPr>
                <p14:cNvContentPartPr/>
                <p14:nvPr/>
              </p14:nvContentPartPr>
              <p14:xfrm>
                <a:off x="10888486" y="3727891"/>
                <a:ext cx="173520" cy="45108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7A1E506B-3CE1-4E2D-BE99-9FAC48353CF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870486" y="3710251"/>
                  <a:ext cx="2091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814B950E-AA2B-4A75-98CD-33BE14E27BD4}"/>
                    </a:ext>
                  </a:extLst>
                </p14:cNvPr>
                <p14:cNvContentPartPr/>
                <p14:nvPr/>
              </p14:nvContentPartPr>
              <p14:xfrm>
                <a:off x="12114286" y="3699451"/>
                <a:ext cx="255960" cy="39960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814B950E-AA2B-4A75-98CD-33BE14E27BD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2096286" y="3681451"/>
                  <a:ext cx="2916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C4A93F94-3FA8-4E50-94B5-CF38A584BA55}"/>
                    </a:ext>
                  </a:extLst>
                </p14:cNvPr>
                <p14:cNvContentPartPr/>
                <p14:nvPr/>
              </p14:nvContentPartPr>
              <p14:xfrm>
                <a:off x="9318886" y="4621051"/>
                <a:ext cx="303480" cy="31464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C4A93F94-3FA8-4E50-94B5-CF38A584BA5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301246" y="4603051"/>
                  <a:ext cx="339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2F2BCE6A-A0F0-4317-A38C-34D77E3418D3}"/>
                    </a:ext>
                  </a:extLst>
                </p14:cNvPr>
                <p14:cNvContentPartPr/>
                <p14:nvPr/>
              </p14:nvContentPartPr>
              <p14:xfrm>
                <a:off x="9706606" y="4841011"/>
                <a:ext cx="2880" cy="16200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2F2BCE6A-A0F0-4317-A38C-34D77E3418D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688606" y="4823371"/>
                  <a:ext cx="3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E68A300A-FD7F-4083-97C1-A40EC7AF9FCF}"/>
                    </a:ext>
                  </a:extLst>
                </p14:cNvPr>
                <p14:cNvContentPartPr/>
                <p14:nvPr/>
              </p14:nvContentPartPr>
              <p14:xfrm>
                <a:off x="9809206" y="4549411"/>
                <a:ext cx="182520" cy="34812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E68A300A-FD7F-4083-97C1-A40EC7AF9FC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791206" y="4531771"/>
                  <a:ext cx="2181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B2AFFBB2-C311-44B9-A775-3E48D66CA29F}"/>
                    </a:ext>
                  </a:extLst>
                </p14:cNvPr>
                <p14:cNvContentPartPr/>
                <p14:nvPr/>
              </p14:nvContentPartPr>
              <p14:xfrm>
                <a:off x="9841966" y="4592251"/>
                <a:ext cx="524160" cy="26100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B2AFFBB2-C311-44B9-A775-3E48D66CA29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824326" y="4574611"/>
                  <a:ext cx="5598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E58E9522-F039-4F7E-94E6-BB47FCD20E57}"/>
                    </a:ext>
                  </a:extLst>
                </p14:cNvPr>
                <p14:cNvContentPartPr/>
                <p14:nvPr/>
              </p14:nvContentPartPr>
              <p14:xfrm>
                <a:off x="7309726" y="4387771"/>
                <a:ext cx="3337560" cy="74484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E58E9522-F039-4F7E-94E6-BB47FCD20E5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291726" y="4370131"/>
                  <a:ext cx="3373200" cy="78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67" name="Tinta 266">
                <a:extLst>
                  <a:ext uri="{FF2B5EF4-FFF2-40B4-BE49-F238E27FC236}">
                    <a16:creationId xmlns:a16="http://schemas.microsoft.com/office/drawing/2014/main" id="{1CDDE421-C59D-4CFC-9C76-E05613AF0D8E}"/>
                  </a:ext>
                </a:extLst>
              </p14:cNvPr>
              <p14:cNvContentPartPr/>
              <p14:nvPr/>
            </p14:nvContentPartPr>
            <p14:xfrm>
              <a:off x="10856446" y="5517811"/>
              <a:ext cx="720" cy="720"/>
            </p14:xfrm>
          </p:contentPart>
        </mc:Choice>
        <mc:Fallback xmlns="">
          <p:pic>
            <p:nvPicPr>
              <p:cNvPr id="267" name="Tinta 266">
                <a:extLst>
                  <a:ext uri="{FF2B5EF4-FFF2-40B4-BE49-F238E27FC236}">
                    <a16:creationId xmlns:a16="http://schemas.microsoft.com/office/drawing/2014/main" id="{1CDDE421-C59D-4CFC-9C76-E05613AF0D8E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838446" y="5499811"/>
                <a:ext cx="3636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Agrupar 292">
            <a:extLst>
              <a:ext uri="{FF2B5EF4-FFF2-40B4-BE49-F238E27FC236}">
                <a16:creationId xmlns:a16="http://schemas.microsoft.com/office/drawing/2014/main" id="{45A87974-84B4-4B1A-BF26-C6D00142456D}"/>
              </a:ext>
            </a:extLst>
          </p:cNvPr>
          <p:cNvGrpSpPr/>
          <p:nvPr/>
        </p:nvGrpSpPr>
        <p:grpSpPr>
          <a:xfrm>
            <a:off x="7265086" y="5379931"/>
            <a:ext cx="4956840" cy="1144440"/>
            <a:chOff x="7265086" y="5379931"/>
            <a:chExt cx="4956840" cy="11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3E50BF7E-3423-4CA2-90D5-E0FBA09CEF92}"/>
                    </a:ext>
                  </a:extLst>
                </p14:cNvPr>
                <p14:cNvContentPartPr/>
                <p14:nvPr/>
              </p14:nvContentPartPr>
              <p14:xfrm>
                <a:off x="7265086" y="5539411"/>
                <a:ext cx="205200" cy="33372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3E50BF7E-3423-4CA2-90D5-E0FBA09CEF9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247086" y="5521771"/>
                  <a:ext cx="2408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A2B92857-B199-440A-A6E5-455A725ECF33}"/>
                    </a:ext>
                  </a:extLst>
                </p14:cNvPr>
                <p14:cNvContentPartPr/>
                <p14:nvPr/>
              </p14:nvContentPartPr>
              <p14:xfrm>
                <a:off x="7539406" y="5664691"/>
                <a:ext cx="222840" cy="26892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A2B92857-B199-440A-A6E5-455A725ECF3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521766" y="5647051"/>
                  <a:ext cx="258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B7F0545B-5C28-4A42-9F7B-07295CC79416}"/>
                    </a:ext>
                  </a:extLst>
                </p14:cNvPr>
                <p14:cNvContentPartPr/>
                <p14:nvPr/>
              </p14:nvContentPartPr>
              <p14:xfrm>
                <a:off x="7849726" y="5689531"/>
                <a:ext cx="262080" cy="24804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B7F0545B-5C28-4A42-9F7B-07295CC7941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832086" y="5671531"/>
                  <a:ext cx="297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0B1304D4-8053-4C56-A938-86BCF0AAC464}"/>
                    </a:ext>
                  </a:extLst>
                </p14:cNvPr>
                <p14:cNvContentPartPr/>
                <p14:nvPr/>
              </p14:nvContentPartPr>
              <p14:xfrm>
                <a:off x="8346166" y="5826691"/>
                <a:ext cx="192240" cy="2268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0B1304D4-8053-4C56-A938-86BCF0AAC46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328526" y="5808691"/>
                  <a:ext cx="227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17EC5C5F-D9DA-43D8-973F-480404F2A695}"/>
                    </a:ext>
                  </a:extLst>
                </p14:cNvPr>
                <p14:cNvContentPartPr/>
                <p14:nvPr/>
              </p14:nvContentPartPr>
              <p14:xfrm>
                <a:off x="8313046" y="5772691"/>
                <a:ext cx="203400" cy="2988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17EC5C5F-D9DA-43D8-973F-480404F2A69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295406" y="5754691"/>
                  <a:ext cx="239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1FFE5B65-1AE3-49D3-B1C7-50107111B2DE}"/>
                    </a:ext>
                  </a:extLst>
                </p14:cNvPr>
                <p14:cNvContentPartPr/>
                <p14:nvPr/>
              </p14:nvContentPartPr>
              <p14:xfrm>
                <a:off x="8748286" y="5562451"/>
                <a:ext cx="37080" cy="27720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1FFE5B65-1AE3-49D3-B1C7-50107111B2D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30646" y="5544811"/>
                  <a:ext cx="72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225A9162-789B-4C11-9E36-0CADCE509A85}"/>
                    </a:ext>
                  </a:extLst>
                </p14:cNvPr>
                <p14:cNvContentPartPr/>
                <p14:nvPr/>
              </p14:nvContentPartPr>
              <p14:xfrm>
                <a:off x="8618686" y="5482891"/>
                <a:ext cx="370800" cy="33228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225A9162-789B-4C11-9E36-0CADCE509A8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601046" y="5465251"/>
                  <a:ext cx="4064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5F5486C2-91D1-4728-B0FB-CE36C1B25D40}"/>
                    </a:ext>
                  </a:extLst>
                </p14:cNvPr>
                <p14:cNvContentPartPr/>
                <p14:nvPr/>
              </p14:nvContentPartPr>
              <p14:xfrm>
                <a:off x="9065446" y="5560291"/>
                <a:ext cx="262440" cy="25740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5F5486C2-91D1-4728-B0FB-CE36C1B25D4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047806" y="5542651"/>
                  <a:ext cx="2980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CBEEE21-6301-462B-AC0F-0C993ADFAF38}"/>
                    </a:ext>
                  </a:extLst>
                </p14:cNvPr>
                <p14:cNvContentPartPr/>
                <p14:nvPr/>
              </p14:nvContentPartPr>
              <p14:xfrm>
                <a:off x="9505366" y="5713291"/>
                <a:ext cx="37800" cy="5292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CBEEE21-6301-462B-AC0F-0C993ADFAF3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487366" y="5695651"/>
                  <a:ext cx="73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B1E88926-F354-4C31-AF60-9D21004F8DC1}"/>
                    </a:ext>
                  </a:extLst>
                </p14:cNvPr>
                <p14:cNvContentPartPr/>
                <p14:nvPr/>
              </p14:nvContentPartPr>
              <p14:xfrm>
                <a:off x="9694366" y="5379931"/>
                <a:ext cx="264240" cy="4644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B1E88926-F354-4C31-AF60-9D21004F8DC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76366" y="5362291"/>
                  <a:ext cx="299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2A483024-E0D1-4E59-9A48-8F1702F86186}"/>
                    </a:ext>
                  </a:extLst>
                </p14:cNvPr>
                <p14:cNvContentPartPr/>
                <p14:nvPr/>
              </p14:nvContentPartPr>
              <p14:xfrm>
                <a:off x="9722446" y="5433931"/>
                <a:ext cx="243720" cy="32508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2A483024-E0D1-4E59-9A48-8F1702F8618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704446" y="5415931"/>
                  <a:ext cx="279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F15C71E1-D337-49DC-92D6-DD209E7DCD8B}"/>
                    </a:ext>
                  </a:extLst>
                </p14:cNvPr>
                <p14:cNvContentPartPr/>
                <p14:nvPr/>
              </p14:nvContentPartPr>
              <p14:xfrm>
                <a:off x="7328086" y="6241411"/>
                <a:ext cx="264240" cy="28296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F15C71E1-D337-49DC-92D6-DD209E7DCD8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310446" y="6223411"/>
                  <a:ext cx="299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E4DBD52A-CBCA-4F0B-9B52-39F90E8DE501}"/>
                    </a:ext>
                  </a:extLst>
                </p14:cNvPr>
                <p14:cNvContentPartPr/>
                <p14:nvPr/>
              </p14:nvContentPartPr>
              <p14:xfrm>
                <a:off x="7737766" y="6353371"/>
                <a:ext cx="6120" cy="900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E4DBD52A-CBCA-4F0B-9B52-39F90E8DE50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719766" y="6335731"/>
                  <a:ext cx="41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93A156DE-7F89-46A8-9C42-0DA57D8EBAA6}"/>
                    </a:ext>
                  </a:extLst>
                </p14:cNvPr>
                <p14:cNvContentPartPr/>
                <p14:nvPr/>
              </p14:nvContentPartPr>
              <p14:xfrm>
                <a:off x="7648846" y="6247891"/>
                <a:ext cx="206280" cy="24012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93A156DE-7F89-46A8-9C42-0DA57D8EBAA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631206" y="6229891"/>
                  <a:ext cx="241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FEBE25EF-FD4F-4233-9616-88461729869D}"/>
                    </a:ext>
                  </a:extLst>
                </p14:cNvPr>
                <p14:cNvContentPartPr/>
                <p14:nvPr/>
              </p14:nvContentPartPr>
              <p14:xfrm>
                <a:off x="7905166" y="6273811"/>
                <a:ext cx="226080" cy="22860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FEBE25EF-FD4F-4233-9616-88461729869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887526" y="6256171"/>
                  <a:ext cx="261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757F7128-E8A2-45A4-AC82-9C266D52C0CE}"/>
                    </a:ext>
                  </a:extLst>
                </p14:cNvPr>
                <p14:cNvContentPartPr/>
                <p14:nvPr/>
              </p14:nvContentPartPr>
              <p14:xfrm>
                <a:off x="8255806" y="6428251"/>
                <a:ext cx="134640" cy="3780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757F7128-E8A2-45A4-AC82-9C266D52C0C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37806" y="6410251"/>
                  <a:ext cx="170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26CF6587-F448-45D0-BAFD-82B84BF12AA0}"/>
                    </a:ext>
                  </a:extLst>
                </p14:cNvPr>
                <p14:cNvContentPartPr/>
                <p14:nvPr/>
              </p14:nvContentPartPr>
              <p14:xfrm>
                <a:off x="8182366" y="6374251"/>
                <a:ext cx="183600" cy="360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26CF6587-F448-45D0-BAFD-82B84BF12AA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64726" y="6356611"/>
                  <a:ext cx="219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FEC5C5FB-2736-4D81-A2B6-9D3B06C428E1}"/>
                    </a:ext>
                  </a:extLst>
                </p14:cNvPr>
                <p14:cNvContentPartPr/>
                <p14:nvPr/>
              </p14:nvContentPartPr>
              <p14:xfrm>
                <a:off x="8614366" y="6139531"/>
                <a:ext cx="171000" cy="272160"/>
              </p14:xfrm>
            </p:contentPart>
          </mc:Choice>
          <mc:Fallback xmlns=""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FEC5C5FB-2736-4D81-A2B6-9D3B06C428E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596366" y="6121531"/>
                  <a:ext cx="2066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48A2D700-ED5A-4229-99B5-02383457E73A}"/>
                    </a:ext>
                  </a:extLst>
                </p14:cNvPr>
                <p14:cNvContentPartPr/>
                <p14:nvPr/>
              </p14:nvContentPartPr>
              <p14:xfrm>
                <a:off x="8848366" y="6335731"/>
                <a:ext cx="9000" cy="12780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48A2D700-ED5A-4229-99B5-02383457E73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830726" y="6318091"/>
                  <a:ext cx="44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88BCDE97-D9F7-4D55-A9D3-E410EA957406}"/>
                    </a:ext>
                  </a:extLst>
                </p14:cNvPr>
                <p14:cNvContentPartPr/>
                <p14:nvPr/>
              </p14:nvContentPartPr>
              <p14:xfrm>
                <a:off x="8898766" y="6155011"/>
                <a:ext cx="203040" cy="30924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88BCDE97-D9F7-4D55-A9D3-E410EA95740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881126" y="6137011"/>
                  <a:ext cx="238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4FC8AA8A-759D-4D75-B5DC-D1C44D60280D}"/>
                    </a:ext>
                  </a:extLst>
                </p14:cNvPr>
                <p14:cNvContentPartPr/>
                <p14:nvPr/>
              </p14:nvContentPartPr>
              <p14:xfrm>
                <a:off x="9165166" y="6084091"/>
                <a:ext cx="215640" cy="30672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4FC8AA8A-759D-4D75-B5DC-D1C44D60280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147166" y="6066091"/>
                  <a:ext cx="251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806FB7EE-F781-4DF6-9F30-E27C90E9AF10}"/>
                    </a:ext>
                  </a:extLst>
                </p14:cNvPr>
                <p14:cNvContentPartPr/>
                <p14:nvPr/>
              </p14:nvContentPartPr>
              <p14:xfrm>
                <a:off x="9507166" y="6315931"/>
                <a:ext cx="10440" cy="1476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806FB7EE-F781-4DF6-9F30-E27C90E9AF1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489526" y="6298291"/>
                  <a:ext cx="46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1E2BC656-41C3-40EE-85FD-70F5A8D43629}"/>
                    </a:ext>
                  </a:extLst>
                </p14:cNvPr>
                <p14:cNvContentPartPr/>
                <p14:nvPr/>
              </p14:nvContentPartPr>
              <p14:xfrm>
                <a:off x="9652606" y="6025771"/>
                <a:ext cx="227880" cy="42048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1E2BC656-41C3-40EE-85FD-70F5A8D4362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634966" y="6007771"/>
                  <a:ext cx="2635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0E9A7767-37B0-4AB0-A6FD-E06AD131DAEC}"/>
                    </a:ext>
                  </a:extLst>
                </p14:cNvPr>
                <p14:cNvContentPartPr/>
                <p14:nvPr/>
              </p14:nvContentPartPr>
              <p14:xfrm>
                <a:off x="9949606" y="6113611"/>
                <a:ext cx="162000" cy="222840"/>
              </p14:xfrm>
            </p:contentPart>
          </mc:Choice>
          <mc:Fallback xmlns=""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0E9A7767-37B0-4AB0-A6FD-E06AD131DAE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931966" y="6095971"/>
                  <a:ext cx="197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CAE9A248-D554-46F8-A2F5-16B58B00605A}"/>
                    </a:ext>
                  </a:extLst>
                </p14:cNvPr>
                <p14:cNvContentPartPr/>
                <p14:nvPr/>
              </p14:nvContentPartPr>
              <p14:xfrm>
                <a:off x="10202686" y="6005971"/>
                <a:ext cx="174960" cy="29268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CAE9A248-D554-46F8-A2F5-16B58B00605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84686" y="5987971"/>
                  <a:ext cx="210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0A4ED0DF-852B-47C6-BBEF-45FC830C2C73}"/>
                    </a:ext>
                  </a:extLst>
                </p14:cNvPr>
                <p14:cNvContentPartPr/>
                <p14:nvPr/>
              </p14:nvContentPartPr>
              <p14:xfrm>
                <a:off x="10171006" y="6174091"/>
                <a:ext cx="236880" cy="2340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0A4ED0DF-852B-47C6-BBEF-45FC830C2C7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153006" y="6156091"/>
                  <a:ext cx="272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30456B3C-49CE-4343-9524-BA53057B36DE}"/>
                    </a:ext>
                  </a:extLst>
                </p14:cNvPr>
                <p14:cNvContentPartPr/>
                <p14:nvPr/>
              </p14:nvContentPartPr>
              <p14:xfrm>
                <a:off x="10631806" y="6191731"/>
                <a:ext cx="175320" cy="5112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30456B3C-49CE-4343-9524-BA53057B36D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13806" y="6174091"/>
                  <a:ext cx="210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BC8F2A76-76D0-4999-99D9-87F782002B90}"/>
                    </a:ext>
                  </a:extLst>
                </p14:cNvPr>
                <p14:cNvContentPartPr/>
                <p14:nvPr/>
              </p14:nvContentPartPr>
              <p14:xfrm>
                <a:off x="10626766" y="6149971"/>
                <a:ext cx="188280" cy="9288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BC8F2A76-76D0-4999-99D9-87F782002B9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609126" y="6131971"/>
                  <a:ext cx="223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400917A2-9E50-4D15-A30B-5D1BC116F89E}"/>
                    </a:ext>
                  </a:extLst>
                </p14:cNvPr>
                <p14:cNvContentPartPr/>
                <p14:nvPr/>
              </p14:nvContentPartPr>
              <p14:xfrm>
                <a:off x="10939606" y="5887171"/>
                <a:ext cx="251280" cy="33696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400917A2-9E50-4D15-A30B-5D1BC116F89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921606" y="5869171"/>
                  <a:ext cx="2869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BD47708F-097D-462D-95DE-02C258BA3010}"/>
                    </a:ext>
                  </a:extLst>
                </p14:cNvPr>
                <p14:cNvContentPartPr/>
                <p14:nvPr/>
              </p14:nvContentPartPr>
              <p14:xfrm>
                <a:off x="11300326" y="6090571"/>
                <a:ext cx="64080" cy="162000"/>
              </p14:xfrm>
            </p:contentPart>
          </mc:Choice>
          <mc:Fallback xmlns=""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BD47708F-097D-462D-95DE-02C258BA301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282326" y="6072571"/>
                  <a:ext cx="9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A2E61A78-FD98-464C-A153-FD9AC1661ACA}"/>
                    </a:ext>
                  </a:extLst>
                </p14:cNvPr>
                <p14:cNvContentPartPr/>
                <p14:nvPr/>
              </p14:nvContentPartPr>
              <p14:xfrm>
                <a:off x="11432086" y="5890771"/>
                <a:ext cx="226440" cy="27432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A2E61A78-FD98-464C-A153-FD9AC1661AC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414086" y="5873131"/>
                  <a:ext cx="262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27DC00A3-2D08-4EEF-A1EB-D7F5C1C6A24F}"/>
                    </a:ext>
                  </a:extLst>
                </p14:cNvPr>
                <p14:cNvContentPartPr/>
                <p14:nvPr/>
              </p14:nvContentPartPr>
              <p14:xfrm>
                <a:off x="11761126" y="5809051"/>
                <a:ext cx="233640" cy="32472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27DC00A3-2D08-4EEF-A1EB-D7F5C1C6A24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743126" y="5791051"/>
                  <a:ext cx="2692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A177B0D6-3528-41E1-AA3C-B7CDCCF41B7B}"/>
                    </a:ext>
                  </a:extLst>
                </p14:cNvPr>
                <p14:cNvContentPartPr/>
                <p14:nvPr/>
              </p14:nvContentPartPr>
              <p14:xfrm>
                <a:off x="11830606" y="5765131"/>
                <a:ext cx="338400" cy="56556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A177B0D6-3528-41E1-AA3C-B7CDCCF41B7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812966" y="5747131"/>
                  <a:ext cx="37404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A9894EB1-F1BB-4F29-AD51-ECC58EEE8A14}"/>
                    </a:ext>
                  </a:extLst>
                </p14:cNvPr>
                <p14:cNvContentPartPr/>
                <p14:nvPr/>
              </p14:nvContentPartPr>
              <p14:xfrm>
                <a:off x="11850046" y="6231331"/>
                <a:ext cx="371880" cy="21096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A9894EB1-F1BB-4F29-AD51-ECC58EEE8A1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832406" y="6213691"/>
                  <a:ext cx="40752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299" name="Tinta 298">
                <a:extLst>
                  <a:ext uri="{FF2B5EF4-FFF2-40B4-BE49-F238E27FC236}">
                    <a16:creationId xmlns:a16="http://schemas.microsoft.com/office/drawing/2014/main" id="{8049B0F3-1A19-4337-A081-F67F0ED4BD25}"/>
                  </a:ext>
                </a:extLst>
              </p14:cNvPr>
              <p14:cNvContentPartPr/>
              <p14:nvPr/>
            </p14:nvContentPartPr>
            <p14:xfrm>
              <a:off x="8983006" y="1454491"/>
              <a:ext cx="360360" cy="1598400"/>
            </p14:xfrm>
          </p:contentPart>
        </mc:Choice>
        <mc:Fallback xmlns="">
          <p:pic>
            <p:nvPicPr>
              <p:cNvPr id="299" name="Tinta 298">
                <a:extLst>
                  <a:ext uri="{FF2B5EF4-FFF2-40B4-BE49-F238E27FC236}">
                    <a16:creationId xmlns:a16="http://schemas.microsoft.com/office/drawing/2014/main" id="{8049B0F3-1A19-4337-A081-F67F0ED4BD25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965006" y="1436491"/>
                <a:ext cx="396000" cy="163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Agrupar 303">
            <a:extLst>
              <a:ext uri="{FF2B5EF4-FFF2-40B4-BE49-F238E27FC236}">
                <a16:creationId xmlns:a16="http://schemas.microsoft.com/office/drawing/2014/main" id="{B9010113-2112-40F9-8EF3-F4A5A7DCDFE1}"/>
              </a:ext>
            </a:extLst>
          </p:cNvPr>
          <p:cNvGrpSpPr/>
          <p:nvPr/>
        </p:nvGrpSpPr>
        <p:grpSpPr>
          <a:xfrm>
            <a:off x="9587446" y="845011"/>
            <a:ext cx="1854360" cy="498240"/>
            <a:chOff x="9587446" y="845011"/>
            <a:chExt cx="185436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EB2E2B04-5AB3-4191-8F9B-7656DD3D4B5D}"/>
                    </a:ext>
                  </a:extLst>
                </p14:cNvPr>
                <p14:cNvContentPartPr/>
                <p14:nvPr/>
              </p14:nvContentPartPr>
              <p14:xfrm>
                <a:off x="9587446" y="977131"/>
                <a:ext cx="243000" cy="366120"/>
              </p14:xfrm>
            </p:contentPart>
          </mc:Choice>
          <mc:Fallback xmlns=""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EB2E2B04-5AB3-4191-8F9B-7656DD3D4B5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569446" y="959491"/>
                  <a:ext cx="278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D43EF55C-FF3C-4B03-83F6-2043B223AA40}"/>
                    </a:ext>
                  </a:extLst>
                </p14:cNvPr>
                <p14:cNvContentPartPr/>
                <p14:nvPr/>
              </p14:nvContentPartPr>
              <p14:xfrm>
                <a:off x="9879766" y="1079011"/>
                <a:ext cx="174600" cy="23616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D43EF55C-FF3C-4B03-83F6-2043B223AA4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862126" y="1061371"/>
                  <a:ext cx="2102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E0693A30-D234-42A4-A312-BAECCE3EF156}"/>
                    </a:ext>
                  </a:extLst>
                </p14:cNvPr>
                <p14:cNvContentPartPr/>
                <p14:nvPr/>
              </p14:nvContentPartPr>
              <p14:xfrm>
                <a:off x="10164886" y="1262971"/>
                <a:ext cx="178920" cy="2016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E0693A30-D234-42A4-A312-BAECCE3EF15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146886" y="1245331"/>
                  <a:ext cx="214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9F09BC43-ECCC-412E-B64B-07388E8D03E2}"/>
                    </a:ext>
                  </a:extLst>
                </p14:cNvPr>
                <p14:cNvContentPartPr/>
                <p14:nvPr/>
              </p14:nvContentPartPr>
              <p14:xfrm>
                <a:off x="10164886" y="1212571"/>
                <a:ext cx="216720" cy="66240"/>
              </p14:xfrm>
            </p:contentPart>
          </mc:Choice>
          <mc:Fallback xmlns=""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9F09BC43-ECCC-412E-B64B-07388E8D03E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146886" y="1194571"/>
                  <a:ext cx="252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EA56C5CA-FAD1-4B03-B04A-A7BB1235F087}"/>
                    </a:ext>
                  </a:extLst>
                </p14:cNvPr>
                <p14:cNvContentPartPr/>
                <p14:nvPr/>
              </p14:nvContentPartPr>
              <p14:xfrm>
                <a:off x="10372606" y="845011"/>
                <a:ext cx="230760" cy="34704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EA56C5CA-FAD1-4B03-B04A-A7BB1235F08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354606" y="827011"/>
                  <a:ext cx="2664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D811A8F9-CFF4-426F-8A59-818ABB78E740}"/>
                    </a:ext>
                  </a:extLst>
                </p14:cNvPr>
                <p14:cNvContentPartPr/>
                <p14:nvPr/>
              </p14:nvContentPartPr>
              <p14:xfrm>
                <a:off x="10695166" y="969211"/>
                <a:ext cx="230040" cy="28260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D811A8F9-CFF4-426F-8A59-818ABB78E74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677526" y="951571"/>
                  <a:ext cx="265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1BC9EFFB-07BB-4ECB-A7A6-978CBED33C12}"/>
                    </a:ext>
                  </a:extLst>
                </p14:cNvPr>
                <p14:cNvContentPartPr/>
                <p14:nvPr/>
              </p14:nvContentPartPr>
              <p14:xfrm>
                <a:off x="10944286" y="1007731"/>
                <a:ext cx="251280" cy="208440"/>
              </p14:xfrm>
            </p:contentPart>
          </mc:Choice>
          <mc:Fallback xmlns=""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1BC9EFFB-07BB-4ECB-A7A6-978CBED33C1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926286" y="990091"/>
                  <a:ext cx="286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EA811F84-2670-495F-B255-D6BE4DD10A93}"/>
                    </a:ext>
                  </a:extLst>
                </p14:cNvPr>
                <p14:cNvContentPartPr/>
                <p14:nvPr/>
              </p14:nvContentPartPr>
              <p14:xfrm>
                <a:off x="11290606" y="1101331"/>
                <a:ext cx="151200" cy="2016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EA811F84-2670-495F-B255-D6BE4DD10A9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272606" y="1083691"/>
                  <a:ext cx="1868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A9B8514B-A855-4814-A658-88976DD2067F}"/>
              </a:ext>
            </a:extLst>
          </p:cNvPr>
          <p:cNvGrpSpPr/>
          <p:nvPr/>
        </p:nvGrpSpPr>
        <p:grpSpPr>
          <a:xfrm>
            <a:off x="11588686" y="842851"/>
            <a:ext cx="522000" cy="321840"/>
            <a:chOff x="11588686" y="842851"/>
            <a:chExt cx="52200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7A7FA0D0-7AB3-46F2-A6C3-0C5C13EBCC54}"/>
                    </a:ext>
                  </a:extLst>
                </p14:cNvPr>
                <p14:cNvContentPartPr/>
                <p14:nvPr/>
              </p14:nvContentPartPr>
              <p14:xfrm>
                <a:off x="11588686" y="845011"/>
                <a:ext cx="245880" cy="31968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7A7FA0D0-7AB3-46F2-A6C3-0C5C13EBCC5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71046" y="827371"/>
                  <a:ext cx="281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F7D48154-CDDA-431A-8521-1A323415C637}"/>
                    </a:ext>
                  </a:extLst>
                </p14:cNvPr>
                <p14:cNvContentPartPr/>
                <p14:nvPr/>
              </p14:nvContentPartPr>
              <p14:xfrm>
                <a:off x="11858686" y="842851"/>
                <a:ext cx="252000" cy="27684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F7D48154-CDDA-431A-8521-1A323415C63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841046" y="825211"/>
                  <a:ext cx="28764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Agrupar 332">
            <a:extLst>
              <a:ext uri="{FF2B5EF4-FFF2-40B4-BE49-F238E27FC236}">
                <a16:creationId xmlns:a16="http://schemas.microsoft.com/office/drawing/2014/main" id="{AB760006-2E95-44BF-B649-FFEF5410A93C}"/>
              </a:ext>
            </a:extLst>
          </p:cNvPr>
          <p:cNvGrpSpPr/>
          <p:nvPr/>
        </p:nvGrpSpPr>
        <p:grpSpPr>
          <a:xfrm>
            <a:off x="9872566" y="1556371"/>
            <a:ext cx="3096360" cy="1303920"/>
            <a:chOff x="9872566" y="1556371"/>
            <a:chExt cx="3096360" cy="13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AA3047C0-A074-4EC9-8964-2706921370A4}"/>
                    </a:ext>
                  </a:extLst>
                </p14:cNvPr>
                <p14:cNvContentPartPr/>
                <p14:nvPr/>
              </p14:nvContentPartPr>
              <p14:xfrm>
                <a:off x="9872566" y="1653931"/>
                <a:ext cx="221760" cy="31500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AA3047C0-A074-4EC9-8964-2706921370A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854926" y="1636291"/>
                  <a:ext cx="2574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DB9749A5-D428-40DD-A571-62FABA808CD9}"/>
                    </a:ext>
                  </a:extLst>
                </p14:cNvPr>
                <p14:cNvContentPartPr/>
                <p14:nvPr/>
              </p14:nvContentPartPr>
              <p14:xfrm>
                <a:off x="10172086" y="1754731"/>
                <a:ext cx="177480" cy="201240"/>
              </p14:xfrm>
            </p:contentPart>
          </mc:Choice>
          <mc:Fallback xmlns=""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DB9749A5-D428-40DD-A571-62FABA808CD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154446" y="1736731"/>
                  <a:ext cx="213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64DB8E9B-B5BF-4A34-AF41-EBE3A9A08941}"/>
                    </a:ext>
                  </a:extLst>
                </p14:cNvPr>
                <p14:cNvContentPartPr/>
                <p14:nvPr/>
              </p14:nvContentPartPr>
              <p14:xfrm>
                <a:off x="10557286" y="1881091"/>
                <a:ext cx="161640" cy="1692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64DB8E9B-B5BF-4A34-AF41-EBE3A9A08941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539286" y="1863451"/>
                  <a:ext cx="197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DF03D565-2EF8-4464-9E9D-5F9EF4B09CC0}"/>
                    </a:ext>
                  </a:extLst>
                </p14:cNvPr>
                <p14:cNvContentPartPr/>
                <p14:nvPr/>
              </p14:nvContentPartPr>
              <p14:xfrm>
                <a:off x="10555846" y="1806571"/>
                <a:ext cx="167760" cy="252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DF03D565-2EF8-4464-9E9D-5F9EF4B09CC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538206" y="1788571"/>
                  <a:ext cx="203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E72C199E-698F-40C8-87B6-C8EF8A9F36F8}"/>
                    </a:ext>
                  </a:extLst>
                </p14:cNvPr>
                <p14:cNvContentPartPr/>
                <p14:nvPr/>
              </p14:nvContentPartPr>
              <p14:xfrm>
                <a:off x="10878406" y="1571131"/>
                <a:ext cx="190800" cy="37224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E72C199E-698F-40C8-87B6-C8EF8A9F36F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860406" y="1553131"/>
                  <a:ext cx="2264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1885E475-A1EC-43E2-83FF-1CB87127F683}"/>
                    </a:ext>
                  </a:extLst>
                </p14:cNvPr>
                <p14:cNvContentPartPr/>
                <p14:nvPr/>
              </p14:nvContentPartPr>
              <p14:xfrm>
                <a:off x="11161006" y="1801891"/>
                <a:ext cx="15120" cy="12456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1885E475-A1EC-43E2-83FF-1CB87127F68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143006" y="1784251"/>
                  <a:ext cx="50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B4031AF7-C9FB-4357-9CE4-D395F8B964E9}"/>
                    </a:ext>
                  </a:extLst>
                </p14:cNvPr>
                <p14:cNvContentPartPr/>
                <p14:nvPr/>
              </p14:nvContentPartPr>
              <p14:xfrm>
                <a:off x="11240206" y="1576531"/>
                <a:ext cx="252720" cy="31464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B4031AF7-C9FB-4357-9CE4-D395F8B964E9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222566" y="1558531"/>
                  <a:ext cx="2883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98677A78-6601-439C-935A-93D1E0AB93CB}"/>
                    </a:ext>
                  </a:extLst>
                </p14:cNvPr>
                <p14:cNvContentPartPr/>
                <p14:nvPr/>
              </p14:nvContentPartPr>
              <p14:xfrm>
                <a:off x="11641246" y="1722691"/>
                <a:ext cx="195840" cy="1692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98677A78-6601-439C-935A-93D1E0AB93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623246" y="1705051"/>
                  <a:ext cx="231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3F0BC3F1-D24A-4CB3-8267-9D39A8843919}"/>
                    </a:ext>
                  </a:extLst>
                </p14:cNvPr>
                <p14:cNvContentPartPr/>
                <p14:nvPr/>
              </p14:nvContentPartPr>
              <p14:xfrm>
                <a:off x="11834206" y="1556371"/>
                <a:ext cx="289440" cy="330120"/>
              </p14:xfrm>
            </p:contentPart>
          </mc:Choice>
          <mc:Fallback xmlns=""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3F0BC3F1-D24A-4CB3-8267-9D39A884391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816566" y="1538371"/>
                  <a:ext cx="3250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732469CE-814F-4778-AEC1-658B4F14A6B7}"/>
                    </a:ext>
                  </a:extLst>
                </p14:cNvPr>
                <p14:cNvContentPartPr/>
                <p14:nvPr/>
              </p14:nvContentPartPr>
              <p14:xfrm>
                <a:off x="10213486" y="2248651"/>
                <a:ext cx="235440" cy="29628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732469CE-814F-4778-AEC1-658B4F14A6B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195486" y="2230651"/>
                  <a:ext cx="271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D70F3D6D-692E-4102-A323-7D34AD46FC1C}"/>
                    </a:ext>
                  </a:extLst>
                </p14:cNvPr>
                <p14:cNvContentPartPr/>
                <p14:nvPr/>
              </p14:nvContentPartPr>
              <p14:xfrm>
                <a:off x="10560526" y="2337211"/>
                <a:ext cx="151560" cy="21492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D70F3D6D-692E-4102-A323-7D34AD46FC1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542886" y="2319571"/>
                  <a:ext cx="1872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0FCC92BD-3FAC-4EA6-A301-37903A8F9789}"/>
                    </a:ext>
                  </a:extLst>
                </p14:cNvPr>
                <p14:cNvContentPartPr/>
                <p14:nvPr/>
              </p14:nvContentPartPr>
              <p14:xfrm>
                <a:off x="10997206" y="2477251"/>
                <a:ext cx="160560" cy="35640"/>
              </p14:xfrm>
            </p:contentPart>
          </mc:Choice>
          <mc:Fallback xmlns=""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0FCC92BD-3FAC-4EA6-A301-37903A8F978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979206" y="2459611"/>
                  <a:ext cx="196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CF5EC5C8-98B7-4CCF-A5CA-EFF6B5F8B9CB}"/>
                    </a:ext>
                  </a:extLst>
                </p14:cNvPr>
                <p14:cNvContentPartPr/>
                <p14:nvPr/>
              </p14:nvContentPartPr>
              <p14:xfrm>
                <a:off x="10988566" y="2401291"/>
                <a:ext cx="170280" cy="792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CF5EC5C8-98B7-4CCF-A5CA-EFF6B5F8B9C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970566" y="2383651"/>
                  <a:ext cx="205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1E979305-E399-494B-AB89-8EC80DF7226D}"/>
                    </a:ext>
                  </a:extLst>
                </p14:cNvPr>
                <p14:cNvContentPartPr/>
                <p14:nvPr/>
              </p14:nvContentPartPr>
              <p14:xfrm>
                <a:off x="11434606" y="2396971"/>
                <a:ext cx="169200" cy="15120"/>
              </p14:xfrm>
            </p:contentPart>
          </mc:Choice>
          <mc:Fallback xmlns=""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1E979305-E399-494B-AB89-8EC80DF7226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416966" y="2379331"/>
                  <a:ext cx="204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660D829A-5904-4A33-8091-F5CE67796317}"/>
                    </a:ext>
                  </a:extLst>
                </p14:cNvPr>
                <p14:cNvContentPartPr/>
                <p14:nvPr/>
              </p14:nvContentPartPr>
              <p14:xfrm>
                <a:off x="11685166" y="2189611"/>
                <a:ext cx="237600" cy="267480"/>
              </p14:xfrm>
            </p:contentPart>
          </mc:Choice>
          <mc:Fallback xmlns=""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660D829A-5904-4A33-8091-F5CE6779631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667526" y="2171971"/>
                  <a:ext cx="273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3938CE34-0FCC-4918-8C45-012FC3928273}"/>
                    </a:ext>
                  </a:extLst>
                </p14:cNvPr>
                <p14:cNvContentPartPr/>
                <p14:nvPr/>
              </p14:nvContentPartPr>
              <p14:xfrm>
                <a:off x="12001606" y="2361691"/>
                <a:ext cx="6480" cy="106920"/>
              </p14:xfrm>
            </p:contentPart>
          </mc:Choice>
          <mc:Fallback xmlns=""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3938CE34-0FCC-4918-8C45-012FC392827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983966" y="2344051"/>
                  <a:ext cx="42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A3BFAA3F-6502-4380-A765-B8EEAD86B463}"/>
                    </a:ext>
                  </a:extLst>
                </p14:cNvPr>
                <p14:cNvContentPartPr/>
                <p14:nvPr/>
              </p14:nvContentPartPr>
              <p14:xfrm>
                <a:off x="12072526" y="2178091"/>
                <a:ext cx="158040" cy="7920"/>
              </p14:xfrm>
            </p:contentPart>
          </mc:Choice>
          <mc:Fallback xmlns=""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A3BFAA3F-6502-4380-A765-B8EEAD86B46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2054886" y="2160451"/>
                  <a:ext cx="193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3DCE9FB9-2224-495B-819A-45FBF1D8CEC4}"/>
                    </a:ext>
                  </a:extLst>
                </p14:cNvPr>
                <p14:cNvContentPartPr/>
                <p14:nvPr/>
              </p14:nvContentPartPr>
              <p14:xfrm>
                <a:off x="12045886" y="2162611"/>
                <a:ext cx="314640" cy="286560"/>
              </p14:xfrm>
            </p:contentPart>
          </mc:Choice>
          <mc:Fallback xmlns=""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3DCE9FB9-2224-495B-819A-45FBF1D8CEC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2027886" y="2144971"/>
                  <a:ext cx="350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7BB254FB-A769-458E-B6C2-46FD51A13933}"/>
                    </a:ext>
                  </a:extLst>
                </p14:cNvPr>
                <p14:cNvContentPartPr/>
                <p14:nvPr/>
              </p14:nvContentPartPr>
              <p14:xfrm>
                <a:off x="12417406" y="2023651"/>
                <a:ext cx="297000" cy="308520"/>
              </p14:xfrm>
            </p:contentPart>
          </mc:Choice>
          <mc:Fallback xmlns=""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7BB254FB-A769-458E-B6C2-46FD51A1393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2399406" y="2006011"/>
                  <a:ext cx="3326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5199225E-AA34-489F-8040-38CBEE3E4AB0}"/>
                    </a:ext>
                  </a:extLst>
                </p14:cNvPr>
                <p14:cNvContentPartPr/>
                <p14:nvPr/>
              </p14:nvContentPartPr>
              <p14:xfrm>
                <a:off x="9980926" y="1766251"/>
                <a:ext cx="2988000" cy="1094040"/>
              </p14:xfrm>
            </p:contentPart>
          </mc:Choice>
          <mc:Fallback xmlns=""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5199225E-AA34-489F-8040-38CBEE3E4AB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963286" y="1748611"/>
                  <a:ext cx="3023640" cy="112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454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E65F2A8-DCFD-4695-9A6D-73DD4C0CDE43}"/>
              </a:ext>
            </a:extLst>
          </p:cNvPr>
          <p:cNvPicPr/>
          <p:nvPr/>
        </p:nvPicPr>
        <p:blipFill rotWithShape="1">
          <a:blip r:embed="rId2"/>
          <a:srcRect l="57393" t="23675" r="13620" b="38584"/>
          <a:stretch/>
        </p:blipFill>
        <p:spPr bwMode="auto">
          <a:xfrm>
            <a:off x="188685" y="0"/>
            <a:ext cx="4034971" cy="3178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29A38E0-549E-4973-ADEE-62AE87720A92}"/>
              </a:ext>
            </a:extLst>
          </p:cNvPr>
          <p:cNvSpPr/>
          <p:nvPr/>
        </p:nvSpPr>
        <p:spPr>
          <a:xfrm>
            <a:off x="4743676" y="44743"/>
            <a:ext cx="5723618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a correntes 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1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1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, I</a:t>
            </a:r>
            <a:r>
              <a:rPr kumimoji="0" lang="pt-PT" sz="1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2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e I</a:t>
            </a:r>
            <a:r>
              <a:rPr kumimoji="0" lang="pt-PT" sz="1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D2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</a:t>
            </a: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para o circuito abaixo: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3B06AEE-F516-413D-BD10-5D6C1CC1BEE9}"/>
              </a:ext>
            </a:extLst>
          </p:cNvPr>
          <p:cNvGrpSpPr/>
          <p:nvPr/>
        </p:nvGrpSpPr>
        <p:grpSpPr>
          <a:xfrm>
            <a:off x="899566" y="1900131"/>
            <a:ext cx="945000" cy="444600"/>
            <a:chOff x="899566" y="1900131"/>
            <a:chExt cx="945000" cy="4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64EE8CE-C8FA-4CEA-897B-74E084211D80}"/>
                    </a:ext>
                  </a:extLst>
                </p14:cNvPr>
                <p14:cNvContentPartPr/>
                <p14:nvPr/>
              </p14:nvContentPartPr>
              <p14:xfrm>
                <a:off x="899566" y="2161491"/>
                <a:ext cx="497880" cy="18324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64EE8CE-C8FA-4CEA-897B-74E084211D8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1566" y="2143491"/>
                  <a:ext cx="533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416DF75B-2F04-4611-BC79-B5BBC450D338}"/>
                    </a:ext>
                  </a:extLst>
                </p14:cNvPr>
                <p14:cNvContentPartPr/>
                <p14:nvPr/>
              </p14:nvContentPartPr>
              <p14:xfrm>
                <a:off x="1344526" y="2049531"/>
                <a:ext cx="89640" cy="1400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416DF75B-2F04-4611-BC79-B5BBC450D33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26526" y="2031891"/>
                  <a:ext cx="125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550D4F7-52E1-4194-8D0F-E2DED332DFF4}"/>
                    </a:ext>
                  </a:extLst>
                </p14:cNvPr>
                <p14:cNvContentPartPr/>
                <p14:nvPr/>
              </p14:nvContentPartPr>
              <p14:xfrm>
                <a:off x="1428766" y="1999491"/>
                <a:ext cx="266760" cy="1530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550D4F7-52E1-4194-8D0F-E2DED332DFF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10766" y="1981491"/>
                  <a:ext cx="302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78E7CEB4-8146-4B00-B773-95FA9E17AD5A}"/>
                    </a:ext>
                  </a:extLst>
                </p14:cNvPr>
                <p14:cNvContentPartPr/>
                <p14:nvPr/>
              </p14:nvContentPartPr>
              <p14:xfrm>
                <a:off x="1732606" y="1900131"/>
                <a:ext cx="111960" cy="1818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78E7CEB4-8146-4B00-B773-95FA9E17AD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14966" y="1882131"/>
                  <a:ext cx="14760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D05AC65-CB71-4244-ADDE-87410F063B7D}"/>
              </a:ext>
            </a:extLst>
          </p:cNvPr>
          <p:cNvGrpSpPr/>
          <p:nvPr/>
        </p:nvGrpSpPr>
        <p:grpSpPr>
          <a:xfrm>
            <a:off x="2743846" y="1591971"/>
            <a:ext cx="1077120" cy="852840"/>
            <a:chOff x="2743846" y="1591971"/>
            <a:chExt cx="1077120" cy="85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4918F9E1-4FAF-4603-B843-2B8674DF3283}"/>
                    </a:ext>
                  </a:extLst>
                </p14:cNvPr>
                <p14:cNvContentPartPr/>
                <p14:nvPr/>
              </p14:nvContentPartPr>
              <p14:xfrm>
                <a:off x="2743846" y="2104611"/>
                <a:ext cx="547920" cy="340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4918F9E1-4FAF-4603-B843-2B8674DF32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25846" y="2086971"/>
                  <a:ext cx="5835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A1809AC8-8823-477F-BEAE-7EC1E7115B64}"/>
                    </a:ext>
                  </a:extLst>
                </p14:cNvPr>
                <p14:cNvContentPartPr/>
                <p14:nvPr/>
              </p14:nvContentPartPr>
              <p14:xfrm>
                <a:off x="3222646" y="1963851"/>
                <a:ext cx="104400" cy="1573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A1809AC8-8823-477F-BEAE-7EC1E7115B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04646" y="1945851"/>
                  <a:ext cx="140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D8F3FA0-17EF-4E5A-873C-D96F1998C802}"/>
                    </a:ext>
                  </a:extLst>
                </p14:cNvPr>
                <p14:cNvContentPartPr/>
                <p14:nvPr/>
              </p14:nvContentPartPr>
              <p14:xfrm>
                <a:off x="3279166" y="1841811"/>
                <a:ext cx="299880" cy="2523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D8F3FA0-17EF-4E5A-873C-D96F1998C8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1166" y="1823811"/>
                  <a:ext cx="335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562B49F6-4412-45AB-B10A-0FD7B7DDE2D7}"/>
                    </a:ext>
                  </a:extLst>
                </p14:cNvPr>
                <p14:cNvContentPartPr/>
                <p14:nvPr/>
              </p14:nvContentPartPr>
              <p14:xfrm>
                <a:off x="3617566" y="1591971"/>
                <a:ext cx="203400" cy="1951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562B49F6-4412-45AB-B10A-0FD7B7DDE2D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99926" y="1574331"/>
                  <a:ext cx="23904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9E04C8FF-0BAE-44E9-AC94-0D6A87A6A7FA}"/>
                  </a:ext>
                </a:extLst>
              </p14:cNvPr>
              <p14:cNvContentPartPr/>
              <p14:nvPr/>
            </p14:nvContentPartPr>
            <p14:xfrm>
              <a:off x="1582846" y="27051"/>
              <a:ext cx="22320" cy="360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9E04C8FF-0BAE-44E9-AC94-0D6A87A6A7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64846" y="9051"/>
                <a:ext cx="57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D37570D3-58DF-4DB4-85D7-F8C2F96FD1CB}"/>
                  </a:ext>
                </a:extLst>
              </p14:cNvPr>
              <p14:cNvContentPartPr/>
              <p14:nvPr/>
            </p14:nvContentPartPr>
            <p14:xfrm>
              <a:off x="256246" y="1469931"/>
              <a:ext cx="176760" cy="52920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D37570D3-58DF-4DB4-85D7-F8C2F96FD1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8246" y="1452291"/>
                <a:ext cx="2124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0C3445D9-4C9F-4B1F-821B-990F17D9363A}"/>
                  </a:ext>
                </a:extLst>
              </p14:cNvPr>
              <p14:cNvContentPartPr/>
              <p14:nvPr/>
            </p14:nvContentPartPr>
            <p14:xfrm>
              <a:off x="1105846" y="1183011"/>
              <a:ext cx="672840" cy="4780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0C3445D9-4C9F-4B1F-821B-990F17D9363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87846" y="1165371"/>
                <a:ext cx="708480" cy="51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BDBA92E-B5BF-4580-B385-6776D4663C5C}"/>
              </a:ext>
            </a:extLst>
          </p:cNvPr>
          <p:cNvGrpSpPr/>
          <p:nvPr/>
        </p:nvGrpSpPr>
        <p:grpSpPr>
          <a:xfrm>
            <a:off x="1258846" y="1402971"/>
            <a:ext cx="199440" cy="155160"/>
            <a:chOff x="1258846" y="1402971"/>
            <a:chExt cx="19944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829DE64-54C9-4F93-98F7-61E7DB2A9D26}"/>
                    </a:ext>
                  </a:extLst>
                </p14:cNvPr>
                <p14:cNvContentPartPr/>
                <p14:nvPr/>
              </p14:nvContentPartPr>
              <p14:xfrm>
                <a:off x="1258846" y="1402971"/>
                <a:ext cx="199440" cy="111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829DE64-54C9-4F93-98F7-61E7DB2A9D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40846" y="1384971"/>
                  <a:ext cx="235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3098DA5-D601-4F38-9298-2DBC67B99DD4}"/>
                    </a:ext>
                  </a:extLst>
                </p14:cNvPr>
                <p14:cNvContentPartPr/>
                <p14:nvPr/>
              </p14:nvContentPartPr>
              <p14:xfrm>
                <a:off x="1286926" y="1429251"/>
                <a:ext cx="127440" cy="1288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3098DA5-D601-4F38-9298-2DBC67B99DD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68926" y="1411611"/>
                  <a:ext cx="16308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6FFC088E-4085-46F3-83F4-293061923944}"/>
                  </a:ext>
                </a:extLst>
              </p14:cNvPr>
              <p14:cNvContentPartPr/>
              <p14:nvPr/>
            </p14:nvContentPartPr>
            <p14:xfrm>
              <a:off x="939886" y="865851"/>
              <a:ext cx="401040" cy="18108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6FFC088E-4085-46F3-83F4-29306192394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1886" y="848211"/>
                <a:ext cx="43668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CE4735C3-944B-47D9-81E2-1AAA004627FA}"/>
              </a:ext>
            </a:extLst>
          </p:cNvPr>
          <p:cNvGrpSpPr/>
          <p:nvPr/>
        </p:nvGrpSpPr>
        <p:grpSpPr>
          <a:xfrm>
            <a:off x="1218886" y="18051"/>
            <a:ext cx="1200240" cy="686880"/>
            <a:chOff x="1218886" y="18051"/>
            <a:chExt cx="120024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B6DA941-C9C6-4C63-A20D-01744B23A857}"/>
                    </a:ext>
                  </a:extLst>
                </p14:cNvPr>
                <p14:cNvContentPartPr/>
                <p14:nvPr/>
              </p14:nvContentPartPr>
              <p14:xfrm>
                <a:off x="1218886" y="260691"/>
                <a:ext cx="914040" cy="4442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B6DA941-C9C6-4C63-A20D-01744B23A8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00886" y="242691"/>
                  <a:ext cx="9496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5C296E42-CD80-4929-B07A-B04C0BDC7CA7}"/>
                    </a:ext>
                  </a:extLst>
                </p14:cNvPr>
                <p14:cNvContentPartPr/>
                <p14:nvPr/>
              </p14:nvContentPartPr>
              <p14:xfrm>
                <a:off x="1839166" y="18051"/>
                <a:ext cx="155880" cy="1688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5C296E42-CD80-4929-B07A-B04C0BDC7CA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21526" y="411"/>
                  <a:ext cx="191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4F8AC789-52A5-4E91-90CD-222EBC739C4D}"/>
                    </a:ext>
                  </a:extLst>
                </p14:cNvPr>
                <p14:cNvContentPartPr/>
                <p14:nvPr/>
              </p14:nvContentPartPr>
              <p14:xfrm>
                <a:off x="2080006" y="106251"/>
                <a:ext cx="138960" cy="15552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4F8AC789-52A5-4E91-90CD-222EBC739C4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62366" y="88251"/>
                  <a:ext cx="174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4573DC36-1384-4512-A3A3-020694FDD185}"/>
                    </a:ext>
                  </a:extLst>
                </p14:cNvPr>
                <p14:cNvContentPartPr/>
                <p14:nvPr/>
              </p14:nvContentPartPr>
              <p14:xfrm>
                <a:off x="2234446" y="100491"/>
                <a:ext cx="184680" cy="1479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4573DC36-1384-4512-A3A3-020694FDD18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16446" y="82851"/>
                  <a:ext cx="22032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E6C5E0D0-CFCC-427D-9769-1B23FF3E28D5}"/>
                  </a:ext>
                </a:extLst>
              </p14:cNvPr>
              <p14:cNvContentPartPr/>
              <p14:nvPr/>
            </p14:nvContentPartPr>
            <p14:xfrm>
              <a:off x="5160166" y="1103823"/>
              <a:ext cx="174960" cy="2340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E6C5E0D0-CFCC-427D-9769-1B23FF3E28D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42166" y="1085823"/>
                <a:ext cx="2106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9111899D-8C62-47C4-AFFC-6CAEC981653B}"/>
                  </a:ext>
                </a:extLst>
              </p14:cNvPr>
              <p14:cNvContentPartPr/>
              <p14:nvPr/>
            </p14:nvContentPartPr>
            <p14:xfrm>
              <a:off x="5507206" y="807903"/>
              <a:ext cx="195840" cy="36432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9111899D-8C62-47C4-AFFC-6CAEC981653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89206" y="790263"/>
                <a:ext cx="2314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3AC1826E-EFB2-4049-AAF6-EA4196D042BA}"/>
                  </a:ext>
                </a:extLst>
              </p14:cNvPr>
              <p14:cNvContentPartPr/>
              <p14:nvPr/>
            </p14:nvContentPartPr>
            <p14:xfrm>
              <a:off x="5879086" y="968823"/>
              <a:ext cx="172440" cy="31356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3AC1826E-EFB2-4049-AAF6-EA4196D042B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61086" y="950823"/>
                <a:ext cx="20808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1F52FD7D-437C-4BB0-BAD5-9684F69F8118}"/>
                  </a:ext>
                </a:extLst>
              </p14:cNvPr>
              <p14:cNvContentPartPr/>
              <p14:nvPr/>
            </p14:nvContentPartPr>
            <p14:xfrm>
              <a:off x="6121726" y="1054143"/>
              <a:ext cx="195840" cy="26748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1F52FD7D-437C-4BB0-BAD5-9684F69F811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04086" y="1036503"/>
                <a:ext cx="231480" cy="3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Agrupar 38">
            <a:extLst>
              <a:ext uri="{FF2B5EF4-FFF2-40B4-BE49-F238E27FC236}">
                <a16:creationId xmlns:a16="http://schemas.microsoft.com/office/drawing/2014/main" id="{3FDC157A-CECA-45C1-887A-F1E199870C69}"/>
              </a:ext>
            </a:extLst>
          </p:cNvPr>
          <p:cNvGrpSpPr/>
          <p:nvPr/>
        </p:nvGrpSpPr>
        <p:grpSpPr>
          <a:xfrm>
            <a:off x="4257646" y="494343"/>
            <a:ext cx="773280" cy="803880"/>
            <a:chOff x="4257646" y="1034331"/>
            <a:chExt cx="77328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1A78375-BD46-4327-A907-20CAB2E6FD0D}"/>
                    </a:ext>
                  </a:extLst>
                </p14:cNvPr>
                <p14:cNvContentPartPr/>
                <p14:nvPr/>
              </p14:nvContentPartPr>
              <p14:xfrm>
                <a:off x="4782166" y="1435731"/>
                <a:ext cx="159480" cy="4024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1A78375-BD46-4327-A907-20CAB2E6FD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64526" y="1418091"/>
                  <a:ext cx="1951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C673F15-5BAC-4FE8-A251-34D8B151677F}"/>
                    </a:ext>
                  </a:extLst>
                </p14:cNvPr>
                <p14:cNvContentPartPr/>
                <p14:nvPr/>
              </p14:nvContentPartPr>
              <p14:xfrm>
                <a:off x="4859206" y="1548051"/>
                <a:ext cx="161640" cy="752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C673F15-5BAC-4FE8-A251-34D8B15167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41566" y="1530411"/>
                  <a:ext cx="197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683B83B-569F-417A-9765-A61ED7E7B844}"/>
                    </a:ext>
                  </a:extLst>
                </p14:cNvPr>
                <p14:cNvContentPartPr/>
                <p14:nvPr/>
              </p14:nvContentPartPr>
              <p14:xfrm>
                <a:off x="4848406" y="1389651"/>
                <a:ext cx="182520" cy="280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683B83B-569F-417A-9765-A61ED7E7B84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30406" y="1372011"/>
                  <a:ext cx="218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27A3D543-E954-42B5-A063-D0DC3F436A6D}"/>
                    </a:ext>
                  </a:extLst>
                </p14:cNvPr>
                <p14:cNvContentPartPr/>
                <p14:nvPr/>
              </p14:nvContentPartPr>
              <p14:xfrm>
                <a:off x="4257646" y="1151331"/>
                <a:ext cx="282960" cy="29556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27A3D543-E954-42B5-A063-D0DC3F436A6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39646" y="1133691"/>
                  <a:ext cx="3186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4A09463-F1C0-45E6-9420-8C8554154AE0}"/>
                    </a:ext>
                  </a:extLst>
                </p14:cNvPr>
                <p14:cNvContentPartPr/>
                <p14:nvPr/>
              </p14:nvContentPartPr>
              <p14:xfrm>
                <a:off x="4530526" y="1034331"/>
                <a:ext cx="167760" cy="8352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4A09463-F1C0-45E6-9420-8C8554154AE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12886" y="1016691"/>
                  <a:ext cx="203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ECD8DC2-AB45-4336-BCBF-3EA346771E90}"/>
                    </a:ext>
                  </a:extLst>
                </p14:cNvPr>
                <p14:cNvContentPartPr/>
                <p14:nvPr/>
              </p14:nvContentPartPr>
              <p14:xfrm>
                <a:off x="4604326" y="1090491"/>
                <a:ext cx="138960" cy="1947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ECD8DC2-AB45-4336-BCBF-3EA346771E9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86326" y="1072851"/>
                  <a:ext cx="174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6DC1C5D8-B0C7-4100-BCB9-CCDF7F127D89}"/>
                    </a:ext>
                  </a:extLst>
                </p14:cNvPr>
                <p14:cNvContentPartPr/>
                <p14:nvPr/>
              </p14:nvContentPartPr>
              <p14:xfrm>
                <a:off x="4365646" y="1201731"/>
                <a:ext cx="555120" cy="38088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6DC1C5D8-B0C7-4100-BCB9-CCDF7F127D8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47646" y="1183731"/>
                  <a:ext cx="590760" cy="41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9894B3FB-939B-4B05-9C1C-9E4C472A1130}"/>
                  </a:ext>
                </a:extLst>
              </p14:cNvPr>
              <p14:cNvContentPartPr/>
              <p14:nvPr/>
            </p14:nvContentPartPr>
            <p14:xfrm>
              <a:off x="2368366" y="2425731"/>
              <a:ext cx="360" cy="792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9894B3FB-939B-4B05-9C1C-9E4C472A113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50726" y="2408091"/>
                <a:ext cx="36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6D63275-E66F-41A5-ABB5-09CC1D3BA900}"/>
                  </a:ext>
                </a:extLst>
              </p14:cNvPr>
              <p14:cNvContentPartPr/>
              <p14:nvPr/>
            </p14:nvContentPartPr>
            <p14:xfrm>
              <a:off x="2132566" y="904731"/>
              <a:ext cx="95400" cy="53136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6D63275-E66F-41A5-ABB5-09CC1D3BA9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114926" y="886731"/>
                <a:ext cx="131040" cy="56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C05D33D-CA4D-4ED3-B914-3610CE262778}"/>
              </a:ext>
            </a:extLst>
          </p:cNvPr>
          <p:cNvGrpSpPr/>
          <p:nvPr/>
        </p:nvGrpSpPr>
        <p:grpSpPr>
          <a:xfrm>
            <a:off x="6513046" y="756063"/>
            <a:ext cx="1301760" cy="448560"/>
            <a:chOff x="6513046" y="1296051"/>
            <a:chExt cx="130176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FEA2C318-5FA1-461A-BD66-A0D09D085E29}"/>
                    </a:ext>
                  </a:extLst>
                </p14:cNvPr>
                <p14:cNvContentPartPr/>
                <p14:nvPr/>
              </p14:nvContentPartPr>
              <p14:xfrm>
                <a:off x="6513046" y="1602051"/>
                <a:ext cx="221760" cy="25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FEA2C318-5FA1-461A-BD66-A0D09D085E2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95046" y="1584051"/>
                  <a:ext cx="257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3742B3DF-F30A-486A-A4D9-BB91DBB79AD5}"/>
                    </a:ext>
                  </a:extLst>
                </p14:cNvPr>
                <p14:cNvContentPartPr/>
                <p14:nvPr/>
              </p14:nvContentPartPr>
              <p14:xfrm>
                <a:off x="6904006" y="1296051"/>
                <a:ext cx="258840" cy="35244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3742B3DF-F30A-486A-A4D9-BB91DBB79A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86366" y="1278411"/>
                  <a:ext cx="294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A2D5E17-F081-44D5-AECA-D0C34E1D6DB0}"/>
                    </a:ext>
                  </a:extLst>
                </p14:cNvPr>
                <p14:cNvContentPartPr/>
                <p14:nvPr/>
              </p14:nvContentPartPr>
              <p14:xfrm>
                <a:off x="7249606" y="1432851"/>
                <a:ext cx="225000" cy="28332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A2D5E17-F081-44D5-AECA-D0C34E1D6D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31966" y="1414851"/>
                  <a:ext cx="2606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7C3E3EC6-9285-4283-9FE4-E11D47CF0137}"/>
                    </a:ext>
                  </a:extLst>
                </p14:cNvPr>
                <p14:cNvContentPartPr/>
                <p14:nvPr/>
              </p14:nvContentPartPr>
              <p14:xfrm>
                <a:off x="7519246" y="1507011"/>
                <a:ext cx="295560" cy="23760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7C3E3EC6-9285-4283-9FE4-E11D47CF013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01606" y="1489011"/>
                  <a:ext cx="33120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220D6EB2-39B1-4C5B-9EE4-4F1D5725E907}"/>
                  </a:ext>
                </a:extLst>
              </p14:cNvPr>
              <p14:cNvContentPartPr/>
              <p14:nvPr/>
            </p14:nvContentPartPr>
            <p14:xfrm>
              <a:off x="1833766" y="2198211"/>
              <a:ext cx="351360" cy="46440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220D6EB2-39B1-4C5B-9EE4-4F1D5725E90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16126" y="2180211"/>
                <a:ext cx="38700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C7600286-C57E-4B7D-8B23-B102685FD2C5}"/>
                  </a:ext>
                </a:extLst>
              </p14:cNvPr>
              <p14:cNvContentPartPr/>
              <p14:nvPr/>
            </p14:nvContentPartPr>
            <p14:xfrm>
              <a:off x="999646" y="2815251"/>
              <a:ext cx="1082520" cy="34380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C7600286-C57E-4B7D-8B23-B102685FD2C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82006" y="2797251"/>
                <a:ext cx="1118160" cy="37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EBF6DD5-2F0E-44ED-97B5-6849F3619D98}"/>
              </a:ext>
            </a:extLst>
          </p:cNvPr>
          <p:cNvGrpSpPr/>
          <p:nvPr/>
        </p:nvGrpSpPr>
        <p:grpSpPr>
          <a:xfrm>
            <a:off x="8035486" y="805023"/>
            <a:ext cx="1072800" cy="368640"/>
            <a:chOff x="8035486" y="1345011"/>
            <a:chExt cx="107280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DFB7374-2221-42AD-90BB-902CAA13047E}"/>
                    </a:ext>
                  </a:extLst>
                </p14:cNvPr>
                <p14:cNvContentPartPr/>
                <p14:nvPr/>
              </p14:nvContentPartPr>
              <p14:xfrm>
                <a:off x="8035486" y="1571811"/>
                <a:ext cx="180360" cy="381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DFB7374-2221-42AD-90BB-902CAA13047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17846" y="1554171"/>
                  <a:ext cx="216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7836E79-DC48-43B8-B3FE-3E77479F4F65}"/>
                    </a:ext>
                  </a:extLst>
                </p14:cNvPr>
                <p14:cNvContentPartPr/>
                <p14:nvPr/>
              </p14:nvContentPartPr>
              <p14:xfrm>
                <a:off x="8318086" y="1345011"/>
                <a:ext cx="280080" cy="30456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7836E79-DC48-43B8-B3FE-3E77479F4F6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00446" y="1327371"/>
                  <a:ext cx="315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3D4102D5-A93E-4907-9561-93FDBDB6609B}"/>
                    </a:ext>
                  </a:extLst>
                </p14:cNvPr>
                <p14:cNvContentPartPr/>
                <p14:nvPr/>
              </p14:nvContentPartPr>
              <p14:xfrm>
                <a:off x="8645686" y="1464891"/>
                <a:ext cx="173880" cy="24120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3D4102D5-A93E-4907-9561-93FDBDB6609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27686" y="1447251"/>
                  <a:ext cx="209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214391B9-F164-48C9-9406-D0F23C111835}"/>
                    </a:ext>
                  </a:extLst>
                </p14:cNvPr>
                <p14:cNvContentPartPr/>
                <p14:nvPr/>
              </p14:nvContentPartPr>
              <p14:xfrm>
                <a:off x="8839726" y="1530771"/>
                <a:ext cx="268560" cy="1828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214391B9-F164-48C9-9406-D0F23C11183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22086" y="1513131"/>
                  <a:ext cx="3042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39DDC6D-4B60-43A5-A2B3-6088A49E7821}"/>
              </a:ext>
            </a:extLst>
          </p:cNvPr>
          <p:cNvGrpSpPr/>
          <p:nvPr/>
        </p:nvGrpSpPr>
        <p:grpSpPr>
          <a:xfrm>
            <a:off x="9388726" y="832023"/>
            <a:ext cx="638280" cy="301680"/>
            <a:chOff x="9388726" y="1372011"/>
            <a:chExt cx="63828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F1576789-9714-49D6-981D-B2A9FB550715}"/>
                    </a:ext>
                  </a:extLst>
                </p14:cNvPr>
                <p14:cNvContentPartPr/>
                <p14:nvPr/>
              </p14:nvContentPartPr>
              <p14:xfrm>
                <a:off x="9393766" y="1615011"/>
                <a:ext cx="230040" cy="367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F1576789-9714-49D6-981D-B2A9FB55071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75766" y="1597371"/>
                  <a:ext cx="265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A565ED10-AF40-424F-8A26-41161F8333F9}"/>
                    </a:ext>
                  </a:extLst>
                </p14:cNvPr>
                <p14:cNvContentPartPr/>
                <p14:nvPr/>
              </p14:nvContentPartPr>
              <p14:xfrm>
                <a:off x="9388726" y="1572171"/>
                <a:ext cx="242280" cy="14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A565ED10-AF40-424F-8A26-41161F8333F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70726" y="1554531"/>
                  <a:ext cx="277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9EAD1EFB-2F2E-44CF-B302-DC65CD09B556}"/>
                    </a:ext>
                  </a:extLst>
                </p14:cNvPr>
                <p14:cNvContentPartPr/>
                <p14:nvPr/>
              </p14:nvContentPartPr>
              <p14:xfrm>
                <a:off x="9732886" y="1372011"/>
                <a:ext cx="294120" cy="30168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9EAD1EFB-2F2E-44CF-B302-DC65CD09B55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714886" y="1354371"/>
                  <a:ext cx="329760" cy="33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E4C377F1-11DC-4B0D-B4D9-9C4314D1AF39}"/>
              </a:ext>
            </a:extLst>
          </p:cNvPr>
          <p:cNvGrpSpPr/>
          <p:nvPr/>
        </p:nvGrpSpPr>
        <p:grpSpPr>
          <a:xfrm>
            <a:off x="4795486" y="1636263"/>
            <a:ext cx="3089520" cy="452520"/>
            <a:chOff x="4795486" y="2176251"/>
            <a:chExt cx="308952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B1E019F4-061D-47BD-89F8-75183DED022C}"/>
                    </a:ext>
                  </a:extLst>
                </p14:cNvPr>
                <p14:cNvContentPartPr/>
                <p14:nvPr/>
              </p14:nvContentPartPr>
              <p14:xfrm>
                <a:off x="4795486" y="2214771"/>
                <a:ext cx="356400" cy="37224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B1E019F4-061D-47BD-89F8-75183DED022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777486" y="2197131"/>
                  <a:ext cx="392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E2241179-7233-41DD-957B-F46ACF40829E}"/>
                    </a:ext>
                  </a:extLst>
                </p14:cNvPr>
                <p14:cNvContentPartPr/>
                <p14:nvPr/>
              </p14:nvContentPartPr>
              <p14:xfrm>
                <a:off x="5317486" y="2437971"/>
                <a:ext cx="205560" cy="2628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E2241179-7233-41DD-957B-F46ACF4082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299846" y="2419971"/>
                  <a:ext cx="241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4BCA1922-E135-4DB1-A6B1-4552878F70B4}"/>
                    </a:ext>
                  </a:extLst>
                </p14:cNvPr>
                <p14:cNvContentPartPr/>
                <p14:nvPr/>
              </p14:nvContentPartPr>
              <p14:xfrm>
                <a:off x="5727886" y="2204691"/>
                <a:ext cx="217080" cy="3258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4BCA1922-E135-4DB1-A6B1-4552878F70B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710246" y="2186691"/>
                  <a:ext cx="2527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7E1A6D3-590F-4B3A-BB7B-15BA06F2D5DB}"/>
                    </a:ext>
                  </a:extLst>
                </p14:cNvPr>
                <p14:cNvContentPartPr/>
                <p14:nvPr/>
              </p14:nvContentPartPr>
              <p14:xfrm>
                <a:off x="6013006" y="2402691"/>
                <a:ext cx="15120" cy="18396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7E1A6D3-590F-4B3A-BB7B-15BA06F2D5D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95366" y="2385051"/>
                  <a:ext cx="50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C65A12AC-D427-48F5-9D26-2CEF125516B4}"/>
                    </a:ext>
                  </a:extLst>
                </p14:cNvPr>
                <p14:cNvContentPartPr/>
                <p14:nvPr/>
              </p14:nvContentPartPr>
              <p14:xfrm>
                <a:off x="6107326" y="2176251"/>
                <a:ext cx="110520" cy="3567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C65A12AC-D427-48F5-9D26-2CEF125516B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89326" y="2158251"/>
                  <a:ext cx="1461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7FAF245-DE9B-4A93-BB41-102D7D4839C8}"/>
                    </a:ext>
                  </a:extLst>
                </p14:cNvPr>
                <p14:cNvContentPartPr/>
                <p14:nvPr/>
              </p14:nvContentPartPr>
              <p14:xfrm>
                <a:off x="6098686" y="2408091"/>
                <a:ext cx="189720" cy="1152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7FAF245-DE9B-4A93-BB41-102D7D4839C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080686" y="2390451"/>
                  <a:ext cx="225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6F910105-9E70-4896-A986-3124BEA82A43}"/>
                    </a:ext>
                  </a:extLst>
                </p14:cNvPr>
                <p14:cNvContentPartPr/>
                <p14:nvPr/>
              </p14:nvContentPartPr>
              <p14:xfrm>
                <a:off x="6514126" y="2405931"/>
                <a:ext cx="183600" cy="2232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6F910105-9E70-4896-A986-3124BEA82A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96486" y="2388291"/>
                  <a:ext cx="219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4B5A108-6AD4-4045-BD34-E3102D2B9DF6}"/>
                    </a:ext>
                  </a:extLst>
                </p14:cNvPr>
                <p14:cNvContentPartPr/>
                <p14:nvPr/>
              </p14:nvContentPartPr>
              <p14:xfrm>
                <a:off x="6901126" y="2255811"/>
                <a:ext cx="228240" cy="32328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4B5A108-6AD4-4045-BD34-E3102D2B9DF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83126" y="2237811"/>
                  <a:ext cx="2638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436119DF-B1B8-452D-88A1-D4C331AC979A}"/>
                    </a:ext>
                  </a:extLst>
                </p14:cNvPr>
                <p14:cNvContentPartPr/>
                <p14:nvPr/>
              </p14:nvContentPartPr>
              <p14:xfrm>
                <a:off x="7202086" y="2456691"/>
                <a:ext cx="35640" cy="17208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436119DF-B1B8-452D-88A1-D4C331AC979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84446" y="2438691"/>
                  <a:ext cx="71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E95A5D9-974E-4E79-BA54-0288832B1A7F}"/>
                    </a:ext>
                  </a:extLst>
                </p14:cNvPr>
                <p14:cNvContentPartPr/>
                <p14:nvPr/>
              </p14:nvContentPartPr>
              <p14:xfrm>
                <a:off x="7286686" y="2254371"/>
                <a:ext cx="150840" cy="3423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E95A5D9-974E-4E79-BA54-0288832B1A7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68686" y="2236371"/>
                  <a:ext cx="1864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8B3C8D63-99B9-449D-A1B1-1ACE9952C8A7}"/>
                    </a:ext>
                  </a:extLst>
                </p14:cNvPr>
                <p14:cNvContentPartPr/>
                <p14:nvPr/>
              </p14:nvContentPartPr>
              <p14:xfrm>
                <a:off x="7292806" y="2423571"/>
                <a:ext cx="214200" cy="255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8B3C8D63-99B9-449D-A1B1-1ACE9952C8A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74806" y="2405931"/>
                  <a:ext cx="249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A0FECBC-2BC6-4939-BD01-2B201BEFED25}"/>
                    </a:ext>
                  </a:extLst>
                </p14:cNvPr>
                <p14:cNvContentPartPr/>
                <p14:nvPr/>
              </p14:nvContentPartPr>
              <p14:xfrm>
                <a:off x="7707166" y="2458851"/>
                <a:ext cx="177840" cy="1692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A0FECBC-2BC6-4939-BD01-2B201BEFED2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689166" y="2440851"/>
                  <a:ext cx="21348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DC09AE29-5EC6-4EF7-B60C-8BC302CBFD31}"/>
                  </a:ext>
                </a:extLst>
              </p14:cNvPr>
              <p14:cNvContentPartPr/>
              <p14:nvPr/>
            </p14:nvContentPartPr>
            <p14:xfrm>
              <a:off x="8223046" y="1662543"/>
              <a:ext cx="269640" cy="900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DC09AE29-5EC6-4EF7-B60C-8BC302CBFD3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205406" y="1644543"/>
                <a:ext cx="305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6B514497-D545-42B6-A796-470A589CC552}"/>
                  </a:ext>
                </a:extLst>
              </p14:cNvPr>
              <p14:cNvContentPartPr/>
              <p14:nvPr/>
            </p14:nvContentPartPr>
            <p14:xfrm>
              <a:off x="683926" y="2367771"/>
              <a:ext cx="392760" cy="33804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6B514497-D545-42B6-A796-470A589CC55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66286" y="2349771"/>
                <a:ext cx="428400" cy="37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Agrupar 85">
            <a:extLst>
              <a:ext uri="{FF2B5EF4-FFF2-40B4-BE49-F238E27FC236}">
                <a16:creationId xmlns:a16="http://schemas.microsoft.com/office/drawing/2014/main" id="{3EA4F03D-0258-47DC-8387-BB75E3C0E064}"/>
              </a:ext>
            </a:extLst>
          </p:cNvPr>
          <p:cNvGrpSpPr/>
          <p:nvPr/>
        </p:nvGrpSpPr>
        <p:grpSpPr>
          <a:xfrm>
            <a:off x="8191006" y="1598103"/>
            <a:ext cx="2655000" cy="487080"/>
            <a:chOff x="8191006" y="2138091"/>
            <a:chExt cx="265500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438C925-0C0D-4C88-BD67-5B71C8150A27}"/>
                    </a:ext>
                  </a:extLst>
                </p14:cNvPr>
                <p14:cNvContentPartPr/>
                <p14:nvPr/>
              </p14:nvContentPartPr>
              <p14:xfrm>
                <a:off x="8191006" y="2232051"/>
                <a:ext cx="230040" cy="38556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438C925-0C0D-4C88-BD67-5B71C8150A2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73006" y="2214411"/>
                  <a:ext cx="2656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9E1AA252-C1EF-4A0E-B824-D2DC9E0F42C2}"/>
                    </a:ext>
                  </a:extLst>
                </p14:cNvPr>
                <p14:cNvContentPartPr/>
                <p14:nvPr/>
              </p14:nvContentPartPr>
              <p14:xfrm>
                <a:off x="8480806" y="2404851"/>
                <a:ext cx="278640" cy="22032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9E1AA252-C1EF-4A0E-B824-D2DC9E0F42C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63166" y="2387211"/>
                  <a:ext cx="3142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8B11CAD-D2B3-466A-A5AC-A14968AF6EAE}"/>
                    </a:ext>
                  </a:extLst>
                </p14:cNvPr>
                <p14:cNvContentPartPr/>
                <p14:nvPr/>
              </p14:nvContentPartPr>
              <p14:xfrm>
                <a:off x="8844766" y="2437611"/>
                <a:ext cx="74520" cy="8964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8B11CAD-D2B3-466A-A5AC-A14968AF6EA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26766" y="2419971"/>
                  <a:ext cx="110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5131766-E7B9-4045-8B32-4765A10204EA}"/>
                    </a:ext>
                  </a:extLst>
                </p14:cNvPr>
                <p14:cNvContentPartPr/>
                <p14:nvPr/>
              </p14:nvContentPartPr>
              <p14:xfrm>
                <a:off x="9026926" y="2190291"/>
                <a:ext cx="171360" cy="3193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5131766-E7B9-4045-8B32-4765A10204E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08926" y="2172651"/>
                  <a:ext cx="2070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477B16F-59B7-4FFF-B6CE-5A9511F8E3F9}"/>
                    </a:ext>
                  </a:extLst>
                </p14:cNvPr>
                <p14:cNvContentPartPr/>
                <p14:nvPr/>
              </p14:nvContentPartPr>
              <p14:xfrm>
                <a:off x="9234646" y="2491971"/>
                <a:ext cx="28440" cy="1191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477B16F-59B7-4FFF-B6CE-5A9511F8E3F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217006" y="2473971"/>
                  <a:ext cx="64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3BB6F486-6B93-4650-83CC-F936BB316BEE}"/>
                    </a:ext>
                  </a:extLst>
                </p14:cNvPr>
                <p14:cNvContentPartPr/>
                <p14:nvPr/>
              </p14:nvContentPartPr>
              <p14:xfrm>
                <a:off x="9345526" y="2218011"/>
                <a:ext cx="221040" cy="36468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3BB6F486-6B93-4650-83CC-F936BB316BE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327886" y="2200011"/>
                  <a:ext cx="2566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C4911C2D-C2D8-4ACD-BBA6-F73C8928E1EE}"/>
                    </a:ext>
                  </a:extLst>
                </p14:cNvPr>
                <p14:cNvContentPartPr/>
                <p14:nvPr/>
              </p14:nvContentPartPr>
              <p14:xfrm>
                <a:off x="10131766" y="2430051"/>
                <a:ext cx="246240" cy="2556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C4911C2D-C2D8-4ACD-BBA6-F73C8928E1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14126" y="2412411"/>
                  <a:ext cx="281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565AAD14-402B-497D-8111-45964D3CE66B}"/>
                    </a:ext>
                  </a:extLst>
                </p14:cNvPr>
                <p14:cNvContentPartPr/>
                <p14:nvPr/>
              </p14:nvContentPartPr>
              <p14:xfrm>
                <a:off x="10135366" y="2383971"/>
                <a:ext cx="257040" cy="165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565AAD14-402B-497D-8111-45964D3CE6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117726" y="2366331"/>
                  <a:ext cx="292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DA8BA3B-1E3B-42CC-A4DA-2E98F6FF36D4}"/>
                    </a:ext>
                  </a:extLst>
                </p14:cNvPr>
                <p14:cNvContentPartPr/>
                <p14:nvPr/>
              </p14:nvContentPartPr>
              <p14:xfrm>
                <a:off x="10521646" y="2138091"/>
                <a:ext cx="324360" cy="35856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DA8BA3B-1E3B-42CC-A4DA-2E98F6FF36D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504006" y="2120451"/>
                  <a:ext cx="36000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03CFEFE2-B545-4910-B6F9-DB2C4800C6AD}"/>
                  </a:ext>
                </a:extLst>
              </p14:cNvPr>
              <p14:cNvContentPartPr/>
              <p14:nvPr/>
            </p14:nvContentPartPr>
            <p14:xfrm>
              <a:off x="9607606" y="1520703"/>
              <a:ext cx="205560" cy="581040"/>
            </p14:xfrm>
          </p:contentPart>
        </mc:Choice>
        <mc:Fallback xmlns=""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03CFEFE2-B545-4910-B6F9-DB2C4800C6A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589606" y="1502703"/>
                <a:ext cx="241200" cy="61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Agrupar 93">
            <a:extLst>
              <a:ext uri="{FF2B5EF4-FFF2-40B4-BE49-F238E27FC236}">
                <a16:creationId xmlns:a16="http://schemas.microsoft.com/office/drawing/2014/main" id="{A80EEF12-CB41-465A-A25B-681E597F8B68}"/>
              </a:ext>
            </a:extLst>
          </p:cNvPr>
          <p:cNvGrpSpPr/>
          <p:nvPr/>
        </p:nvGrpSpPr>
        <p:grpSpPr>
          <a:xfrm>
            <a:off x="6112006" y="2553183"/>
            <a:ext cx="721800" cy="398520"/>
            <a:chOff x="6112006" y="3093171"/>
            <a:chExt cx="72180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ACF57B6C-B7EF-4196-87F0-54118E46E297}"/>
                    </a:ext>
                  </a:extLst>
                </p14:cNvPr>
                <p14:cNvContentPartPr/>
                <p14:nvPr/>
              </p14:nvContentPartPr>
              <p14:xfrm>
                <a:off x="6112006" y="3093171"/>
                <a:ext cx="426600" cy="468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ACF57B6C-B7EF-4196-87F0-54118E46E2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94366" y="3075531"/>
                  <a:ext cx="462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D8E38AFF-011D-44BA-AEB4-493C65DCC363}"/>
                    </a:ext>
                  </a:extLst>
                </p14:cNvPr>
                <p14:cNvContentPartPr/>
                <p14:nvPr/>
              </p14:nvContentPartPr>
              <p14:xfrm>
                <a:off x="6213166" y="3120891"/>
                <a:ext cx="266040" cy="37080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D8E38AFF-011D-44BA-AEB4-493C65DCC3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195166" y="3103251"/>
                  <a:ext cx="3016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1AE3E794-99CA-454C-BCD5-4D3AB68380C1}"/>
                    </a:ext>
                  </a:extLst>
                </p14:cNvPr>
                <p14:cNvContentPartPr/>
                <p14:nvPr/>
              </p14:nvContentPartPr>
              <p14:xfrm>
                <a:off x="6572806" y="3247971"/>
                <a:ext cx="261000" cy="2278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1AE3E794-99CA-454C-BCD5-4D3AB68380C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554806" y="3229971"/>
                  <a:ext cx="2966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EB480756-2C49-421B-A866-F9BFC6B769F3}"/>
              </a:ext>
            </a:extLst>
          </p:cNvPr>
          <p:cNvGrpSpPr/>
          <p:nvPr/>
        </p:nvGrpSpPr>
        <p:grpSpPr>
          <a:xfrm>
            <a:off x="7085086" y="2809863"/>
            <a:ext cx="198000" cy="71280"/>
            <a:chOff x="7085086" y="3349851"/>
            <a:chExt cx="198000" cy="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82224F55-DD87-499D-B321-58CCE7A67BA8}"/>
                    </a:ext>
                  </a:extLst>
                </p14:cNvPr>
                <p14:cNvContentPartPr/>
                <p14:nvPr/>
              </p14:nvContentPartPr>
              <p14:xfrm>
                <a:off x="7092286" y="3399171"/>
                <a:ext cx="190800" cy="219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82224F55-DD87-499D-B321-58CCE7A67BA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074286" y="3381531"/>
                  <a:ext cx="226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51010C20-B5DB-4940-8DA0-40B98AEE6B43}"/>
                    </a:ext>
                  </a:extLst>
                </p14:cNvPr>
                <p14:cNvContentPartPr/>
                <p14:nvPr/>
              </p14:nvContentPartPr>
              <p14:xfrm>
                <a:off x="7085086" y="3349851"/>
                <a:ext cx="167760" cy="252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51010C20-B5DB-4940-8DA0-40B98AEE6B4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67086" y="3331851"/>
                  <a:ext cx="2034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B20670BC-A8E5-4D08-A987-870479F36463}"/>
              </a:ext>
            </a:extLst>
          </p:cNvPr>
          <p:cNvGrpSpPr/>
          <p:nvPr/>
        </p:nvGrpSpPr>
        <p:grpSpPr>
          <a:xfrm>
            <a:off x="7632286" y="2359863"/>
            <a:ext cx="4156560" cy="1302120"/>
            <a:chOff x="7632286" y="2899851"/>
            <a:chExt cx="4156560" cy="13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7E7E3457-578E-4AD8-A57B-DF3AE8006EE0}"/>
                    </a:ext>
                  </a:extLst>
                </p14:cNvPr>
                <p14:cNvContentPartPr/>
                <p14:nvPr/>
              </p14:nvContentPartPr>
              <p14:xfrm>
                <a:off x="9431926" y="3167691"/>
                <a:ext cx="203040" cy="2844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7E7E3457-578E-4AD8-A57B-DF3AE8006EE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13926" y="3150051"/>
                  <a:ext cx="2386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A1060F1D-B1B1-41EF-BEE2-054DE906F44D}"/>
                    </a:ext>
                  </a:extLst>
                </p14:cNvPr>
                <p14:cNvContentPartPr/>
                <p14:nvPr/>
              </p14:nvContentPartPr>
              <p14:xfrm>
                <a:off x="9735766" y="3388371"/>
                <a:ext cx="5400" cy="9396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A1060F1D-B1B1-41EF-BEE2-054DE906F44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718126" y="3370371"/>
                  <a:ext cx="41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26E9B11-FC41-4850-927F-DBA6303CE582}"/>
                    </a:ext>
                  </a:extLst>
                </p14:cNvPr>
                <p14:cNvContentPartPr/>
                <p14:nvPr/>
              </p14:nvContentPartPr>
              <p14:xfrm>
                <a:off x="9815686" y="3108651"/>
                <a:ext cx="202320" cy="24336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26E9B11-FC41-4850-927F-DBA6303CE58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97686" y="3091011"/>
                  <a:ext cx="2379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FBC36274-CBB7-4814-9A9D-2CF066A0C08E}"/>
                    </a:ext>
                  </a:extLst>
                </p14:cNvPr>
                <p14:cNvContentPartPr/>
                <p14:nvPr/>
              </p14:nvContentPartPr>
              <p14:xfrm>
                <a:off x="10113406" y="3147531"/>
                <a:ext cx="403560" cy="16524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FBC36274-CBB7-4814-9A9D-2CF066A0C08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95766" y="3129891"/>
                  <a:ext cx="439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B04D1BFD-CD21-4199-B3A2-01EEE4068A05}"/>
                    </a:ext>
                  </a:extLst>
                </p14:cNvPr>
                <p14:cNvContentPartPr/>
                <p14:nvPr/>
              </p14:nvContentPartPr>
              <p14:xfrm>
                <a:off x="10636486" y="2961771"/>
                <a:ext cx="211680" cy="35820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B04D1BFD-CD21-4199-B3A2-01EEE4068A0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618486" y="2944131"/>
                  <a:ext cx="2473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B63D6DB7-75D1-4F25-B358-42995538A970}"/>
                    </a:ext>
                  </a:extLst>
                </p14:cNvPr>
                <p14:cNvContentPartPr/>
                <p14:nvPr/>
              </p14:nvContentPartPr>
              <p14:xfrm>
                <a:off x="10647646" y="3169491"/>
                <a:ext cx="242280" cy="298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B63D6DB7-75D1-4F25-B358-42995538A97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629646" y="3151491"/>
                  <a:ext cx="277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C9A3D565-9579-4AB8-BF08-C8FE8015FD11}"/>
                    </a:ext>
                  </a:extLst>
                </p14:cNvPr>
                <p14:cNvContentPartPr/>
                <p14:nvPr/>
              </p14:nvContentPartPr>
              <p14:xfrm>
                <a:off x="10791646" y="2899851"/>
                <a:ext cx="386280" cy="74340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C9A3D565-9579-4AB8-BF08-C8FE8015FD1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74006" y="2882211"/>
                  <a:ext cx="42192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110B3B0A-3289-415E-A813-1D3E64C8DEBF}"/>
                    </a:ext>
                  </a:extLst>
                </p14:cNvPr>
                <p14:cNvContentPartPr/>
                <p14:nvPr/>
              </p14:nvContentPartPr>
              <p14:xfrm>
                <a:off x="10877326" y="3368571"/>
                <a:ext cx="441720" cy="35028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110B3B0A-3289-415E-A813-1D3E64C8DEB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859326" y="3350571"/>
                  <a:ext cx="477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E59C955D-1315-4AC7-A653-384B0925E19B}"/>
                    </a:ext>
                  </a:extLst>
                </p14:cNvPr>
                <p14:cNvContentPartPr/>
                <p14:nvPr/>
              </p14:nvContentPartPr>
              <p14:xfrm>
                <a:off x="7632286" y="3117651"/>
                <a:ext cx="52920" cy="32688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E59C955D-1315-4AC7-A653-384B0925E19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614646" y="3100011"/>
                  <a:ext cx="885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F8F80255-3F38-4807-A55C-B2AB67889681}"/>
                    </a:ext>
                  </a:extLst>
                </p14:cNvPr>
                <p14:cNvContentPartPr/>
                <p14:nvPr/>
              </p14:nvContentPartPr>
              <p14:xfrm>
                <a:off x="7831726" y="3066531"/>
                <a:ext cx="198360" cy="35100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F8F80255-3F38-4807-A55C-B2AB6788968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813726" y="3048531"/>
                  <a:ext cx="2340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1580CBC0-3B38-4FFB-8EFE-0DBE99F66C22}"/>
                    </a:ext>
                  </a:extLst>
                </p14:cNvPr>
                <p14:cNvContentPartPr/>
                <p14:nvPr/>
              </p14:nvContentPartPr>
              <p14:xfrm>
                <a:off x="8170126" y="3336531"/>
                <a:ext cx="7560" cy="1598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1580CBC0-3B38-4FFB-8EFE-0DBE99F66C2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52486" y="3318891"/>
                  <a:ext cx="43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471E667-00C4-496C-81CF-F200D94454B9}"/>
                    </a:ext>
                  </a:extLst>
                </p14:cNvPr>
                <p14:cNvContentPartPr/>
                <p14:nvPr/>
              </p14:nvContentPartPr>
              <p14:xfrm>
                <a:off x="8272006" y="3089211"/>
                <a:ext cx="249480" cy="31680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471E667-00C4-496C-81CF-F200D94454B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254006" y="3071211"/>
                  <a:ext cx="285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C0210946-A405-494D-84FD-1D0DEF676E20}"/>
                    </a:ext>
                  </a:extLst>
                </p14:cNvPr>
                <p14:cNvContentPartPr/>
                <p14:nvPr/>
              </p14:nvContentPartPr>
              <p14:xfrm>
                <a:off x="7704646" y="3559731"/>
                <a:ext cx="864360" cy="684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C0210946-A405-494D-84FD-1D0DEF676E2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686646" y="3542091"/>
                  <a:ext cx="900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DCE58C48-6EC9-4483-BDD3-30ACE3BE853B}"/>
                    </a:ext>
                  </a:extLst>
                </p14:cNvPr>
                <p14:cNvContentPartPr/>
                <p14:nvPr/>
              </p14:nvContentPartPr>
              <p14:xfrm>
                <a:off x="7733806" y="3786891"/>
                <a:ext cx="225000" cy="23760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DCE58C48-6EC9-4483-BDD3-30ACE3BE853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716166" y="3769251"/>
                  <a:ext cx="2606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D4B6A03E-23E9-4A41-AC76-184A3F6E6ED1}"/>
                    </a:ext>
                  </a:extLst>
                </p14:cNvPr>
                <p14:cNvContentPartPr/>
                <p14:nvPr/>
              </p14:nvContentPartPr>
              <p14:xfrm>
                <a:off x="8039446" y="3954651"/>
                <a:ext cx="37080" cy="16740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D4B6A03E-23E9-4A41-AC76-184A3F6E6ED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021446" y="3937011"/>
                  <a:ext cx="72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709932B6-92BF-44AC-B53D-FF5508064E81}"/>
                    </a:ext>
                  </a:extLst>
                </p14:cNvPr>
                <p14:cNvContentPartPr/>
                <p14:nvPr/>
              </p14:nvContentPartPr>
              <p14:xfrm>
                <a:off x="8177686" y="3742971"/>
                <a:ext cx="202320" cy="27792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709932B6-92BF-44AC-B53D-FF5508064E8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59686" y="3725331"/>
                  <a:ext cx="237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33091FA3-7A13-4AA5-A929-8B097EAC723A}"/>
                    </a:ext>
                  </a:extLst>
                </p14:cNvPr>
                <p14:cNvContentPartPr/>
                <p14:nvPr/>
              </p14:nvContentPartPr>
              <p14:xfrm>
                <a:off x="8470726" y="3640731"/>
                <a:ext cx="319320" cy="29196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33091FA3-7A13-4AA5-A929-8B097EAC723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452726" y="3622731"/>
                  <a:ext cx="354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CA76907E-C583-4151-8836-F72E73BE0A2B}"/>
                    </a:ext>
                  </a:extLst>
                </p14:cNvPr>
                <p14:cNvContentPartPr/>
                <p14:nvPr/>
              </p14:nvContentPartPr>
              <p14:xfrm>
                <a:off x="8858806" y="3512571"/>
                <a:ext cx="189360" cy="291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CA76907E-C583-4151-8836-F72E73BE0A2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840806" y="3494571"/>
                  <a:ext cx="225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677C808B-03E0-4EA5-84AF-BC311B30231E}"/>
                    </a:ext>
                  </a:extLst>
                </p14:cNvPr>
                <p14:cNvContentPartPr/>
                <p14:nvPr/>
              </p14:nvContentPartPr>
              <p14:xfrm>
                <a:off x="8862046" y="3458571"/>
                <a:ext cx="172440" cy="756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677C808B-03E0-4EA5-84AF-BC311B30231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844046" y="3440931"/>
                  <a:ext cx="208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22B8BD34-9B3C-40B7-938A-D09A4F027480}"/>
                    </a:ext>
                  </a:extLst>
                </p14:cNvPr>
                <p14:cNvContentPartPr/>
                <p14:nvPr/>
              </p14:nvContentPartPr>
              <p14:xfrm>
                <a:off x="8716606" y="3237531"/>
                <a:ext cx="360" cy="360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22B8BD34-9B3C-40B7-938A-D09A4F02748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698606" y="3219891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06FE7B63-4EFF-4F00-BB3E-298B1D19CADF}"/>
                    </a:ext>
                  </a:extLst>
                </p14:cNvPr>
                <p14:cNvContentPartPr/>
                <p14:nvPr/>
              </p14:nvContentPartPr>
              <p14:xfrm>
                <a:off x="11698486" y="3789411"/>
                <a:ext cx="8640" cy="1368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06FE7B63-4EFF-4F00-BB3E-298B1D19CAD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680486" y="3771411"/>
                  <a:ext cx="4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C368E88E-DB8C-4291-8D16-B2EF8F4A991F}"/>
                    </a:ext>
                  </a:extLst>
                </p14:cNvPr>
                <p14:cNvContentPartPr/>
                <p14:nvPr/>
              </p14:nvContentPartPr>
              <p14:xfrm>
                <a:off x="10960126" y="3809571"/>
                <a:ext cx="828720" cy="39240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C368E88E-DB8C-4291-8D16-B2EF8F4A991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942486" y="3791931"/>
                  <a:ext cx="86436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C4C9C1C0-EA5B-43A4-8E96-956061B75143}"/>
              </a:ext>
            </a:extLst>
          </p:cNvPr>
          <p:cNvGrpSpPr/>
          <p:nvPr/>
        </p:nvGrpSpPr>
        <p:grpSpPr>
          <a:xfrm>
            <a:off x="2253526" y="231171"/>
            <a:ext cx="601560" cy="606960"/>
            <a:chOff x="2253526" y="231171"/>
            <a:chExt cx="601560" cy="6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AF989035-FF86-4815-87FA-6AA7853F014F}"/>
                    </a:ext>
                  </a:extLst>
                </p14:cNvPr>
                <p14:cNvContentPartPr/>
                <p14:nvPr/>
              </p14:nvContentPartPr>
              <p14:xfrm>
                <a:off x="2253526" y="677211"/>
                <a:ext cx="146520" cy="16092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AF989035-FF86-4815-87FA-6AA7853F014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235886" y="659211"/>
                  <a:ext cx="182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081C0E15-15B0-4B62-B853-028C42DEF4C1}"/>
                    </a:ext>
                  </a:extLst>
                </p14:cNvPr>
                <p14:cNvContentPartPr/>
                <p14:nvPr/>
              </p14:nvContentPartPr>
              <p14:xfrm>
                <a:off x="2349646" y="391371"/>
                <a:ext cx="227520" cy="19980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081C0E15-15B0-4B62-B853-028C42DEF4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332006" y="373371"/>
                  <a:ext cx="263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2F3EB1AD-B60F-4050-ADB7-CFDF118B1CB1}"/>
                    </a:ext>
                  </a:extLst>
                </p14:cNvPr>
                <p14:cNvContentPartPr/>
                <p14:nvPr/>
              </p14:nvContentPartPr>
              <p14:xfrm>
                <a:off x="2530006" y="231171"/>
                <a:ext cx="78480" cy="3672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2F3EB1AD-B60F-4050-ADB7-CFDF118B1CB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512006" y="213171"/>
                  <a:ext cx="114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1BB6F967-BD4A-4E54-8F42-DD45B17004B3}"/>
                    </a:ext>
                  </a:extLst>
                </p14:cNvPr>
                <p14:cNvContentPartPr/>
                <p14:nvPr/>
              </p14:nvContentPartPr>
              <p14:xfrm>
                <a:off x="2753206" y="272211"/>
                <a:ext cx="101880" cy="14004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1BB6F967-BD4A-4E54-8F42-DD45B17004B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35566" y="254211"/>
                  <a:ext cx="1375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3A20BAE3-3902-4C09-B77B-E0930B8579B0}"/>
              </a:ext>
            </a:extLst>
          </p:cNvPr>
          <p:cNvGrpSpPr/>
          <p:nvPr/>
        </p:nvGrpSpPr>
        <p:grpSpPr>
          <a:xfrm>
            <a:off x="224566" y="3667731"/>
            <a:ext cx="1982520" cy="432720"/>
            <a:chOff x="224566" y="3667731"/>
            <a:chExt cx="198252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FD414155-42DE-4241-8784-961630006282}"/>
                    </a:ext>
                  </a:extLst>
                </p14:cNvPr>
                <p14:cNvContentPartPr/>
                <p14:nvPr/>
              </p14:nvContentPartPr>
              <p14:xfrm>
                <a:off x="224566" y="3857451"/>
                <a:ext cx="376200" cy="24300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FD414155-42DE-4241-8784-96163000628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6566" y="3839451"/>
                  <a:ext cx="411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883BCA46-4C4D-45E7-9017-B32325F110D8}"/>
                    </a:ext>
                  </a:extLst>
                </p14:cNvPr>
                <p14:cNvContentPartPr/>
                <p14:nvPr/>
              </p14:nvContentPartPr>
              <p14:xfrm>
                <a:off x="489886" y="3667731"/>
                <a:ext cx="154440" cy="817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883BCA46-4C4D-45E7-9017-B32325F110D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72246" y="3649731"/>
                  <a:ext cx="190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67924233-FA46-4FBE-89D2-A6153C504345}"/>
                    </a:ext>
                  </a:extLst>
                </p14:cNvPr>
                <p14:cNvContentPartPr/>
                <p14:nvPr/>
              </p14:nvContentPartPr>
              <p14:xfrm>
                <a:off x="1063726" y="3907491"/>
                <a:ext cx="200880" cy="1159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67924233-FA46-4FBE-89D2-A6153C50434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5726" y="3889491"/>
                  <a:ext cx="236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0DCB15DD-6E91-4B82-9028-38118C89D55A}"/>
                    </a:ext>
                  </a:extLst>
                </p14:cNvPr>
                <p14:cNvContentPartPr/>
                <p14:nvPr/>
              </p14:nvContentPartPr>
              <p14:xfrm>
                <a:off x="1543246" y="3828651"/>
                <a:ext cx="190080" cy="22968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0DCB15DD-6E91-4B82-9028-38118C89D55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25606" y="3810651"/>
                  <a:ext cx="225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0325038B-3A0E-4E46-A586-844B80D7DEF1}"/>
                    </a:ext>
                  </a:extLst>
                </p14:cNvPr>
                <p14:cNvContentPartPr/>
                <p14:nvPr/>
              </p14:nvContentPartPr>
              <p14:xfrm>
                <a:off x="1732966" y="3778611"/>
                <a:ext cx="220680" cy="24120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0325038B-3A0E-4E46-A586-844B80D7DEF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715326" y="3760971"/>
                  <a:ext cx="2563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CA599431-8E10-41B8-8233-4501DF04AEA0}"/>
                    </a:ext>
                  </a:extLst>
                </p14:cNvPr>
                <p14:cNvContentPartPr/>
                <p14:nvPr/>
              </p14:nvContentPartPr>
              <p14:xfrm>
                <a:off x="1995406" y="3801651"/>
                <a:ext cx="211680" cy="24552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CA599431-8E10-41B8-8233-4501DF04AEA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77406" y="3784011"/>
                  <a:ext cx="2473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684C8C45-DABE-42B7-ACB5-7672E6DA8DDF}"/>
                    </a:ext>
                  </a:extLst>
                </p14:cNvPr>
                <p14:cNvContentPartPr/>
                <p14:nvPr/>
              </p14:nvContentPartPr>
              <p14:xfrm>
                <a:off x="696166" y="3799131"/>
                <a:ext cx="197280" cy="2977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684C8C45-DABE-42B7-ACB5-7672E6DA8DD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8526" y="3781491"/>
                  <a:ext cx="23292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826AD4D9-7272-488B-91B5-D206A4A4F35E}"/>
              </a:ext>
            </a:extLst>
          </p:cNvPr>
          <p:cNvGrpSpPr/>
          <p:nvPr/>
        </p:nvGrpSpPr>
        <p:grpSpPr>
          <a:xfrm>
            <a:off x="319966" y="4634691"/>
            <a:ext cx="729000" cy="355320"/>
            <a:chOff x="319966" y="4634691"/>
            <a:chExt cx="7290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841D25B9-F126-42F4-96D7-582F441E3929}"/>
                    </a:ext>
                  </a:extLst>
                </p14:cNvPr>
                <p14:cNvContentPartPr/>
                <p14:nvPr/>
              </p14:nvContentPartPr>
              <p14:xfrm>
                <a:off x="319966" y="4634691"/>
                <a:ext cx="349920" cy="1008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841D25B9-F126-42F4-96D7-582F441E392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2326" y="4616691"/>
                  <a:ext cx="385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06FD5F34-124D-4DB5-B0E0-C9B7CDA7FA0E}"/>
                    </a:ext>
                  </a:extLst>
                </p14:cNvPr>
                <p14:cNvContentPartPr/>
                <p14:nvPr/>
              </p14:nvContentPartPr>
              <p14:xfrm>
                <a:off x="410686" y="4646571"/>
                <a:ext cx="257040" cy="34344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06FD5F34-124D-4DB5-B0E0-C9B7CDA7FA0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92686" y="4628571"/>
                  <a:ext cx="2926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6B153349-8FDB-4B83-8325-FF9689A4F553}"/>
                    </a:ext>
                  </a:extLst>
                </p14:cNvPr>
                <p14:cNvContentPartPr/>
                <p14:nvPr/>
              </p14:nvContentPartPr>
              <p14:xfrm>
                <a:off x="769606" y="4735131"/>
                <a:ext cx="279360" cy="19080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6B153349-8FDB-4B83-8325-FF9689A4F55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51966" y="4717131"/>
                  <a:ext cx="31500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Agrupar 169">
            <a:extLst>
              <a:ext uri="{FF2B5EF4-FFF2-40B4-BE49-F238E27FC236}">
                <a16:creationId xmlns:a16="http://schemas.microsoft.com/office/drawing/2014/main" id="{8CB854C8-F282-4B04-93B6-2A8C8958D168}"/>
              </a:ext>
            </a:extLst>
          </p:cNvPr>
          <p:cNvGrpSpPr/>
          <p:nvPr/>
        </p:nvGrpSpPr>
        <p:grpSpPr>
          <a:xfrm>
            <a:off x="2583646" y="3636771"/>
            <a:ext cx="1237680" cy="430560"/>
            <a:chOff x="2583646" y="3636771"/>
            <a:chExt cx="12376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FEF09551-7033-48DF-BE69-AB38DD4C0662}"/>
                    </a:ext>
                  </a:extLst>
                </p14:cNvPr>
                <p14:cNvContentPartPr/>
                <p14:nvPr/>
              </p14:nvContentPartPr>
              <p14:xfrm>
                <a:off x="2583646" y="3636771"/>
                <a:ext cx="325440" cy="43056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FEF09551-7033-48DF-BE69-AB38DD4C066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565646" y="3618771"/>
                  <a:ext cx="3610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468F3008-4F3F-4775-A625-42305C49DA13}"/>
                    </a:ext>
                  </a:extLst>
                </p14:cNvPr>
                <p14:cNvContentPartPr/>
                <p14:nvPr/>
              </p14:nvContentPartPr>
              <p14:xfrm>
                <a:off x="2968486" y="3734691"/>
                <a:ext cx="265320" cy="360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468F3008-4F3F-4775-A625-42305C49DA1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950846" y="3717051"/>
                  <a:ext cx="300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73E00FD-FE27-4F09-8BE6-AA99B444FF87}"/>
                    </a:ext>
                  </a:extLst>
                </p14:cNvPr>
                <p14:cNvContentPartPr/>
                <p14:nvPr/>
              </p14:nvContentPartPr>
              <p14:xfrm>
                <a:off x="3052366" y="3748011"/>
                <a:ext cx="222120" cy="30960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73E00FD-FE27-4F09-8BE6-AA99B444FF8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34366" y="3730011"/>
                  <a:ext cx="257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F4C1E6F7-7BB8-4568-9AF3-83429B8A32B2}"/>
                    </a:ext>
                  </a:extLst>
                </p14:cNvPr>
                <p14:cNvContentPartPr/>
                <p14:nvPr/>
              </p14:nvContentPartPr>
              <p14:xfrm>
                <a:off x="3433966" y="3962211"/>
                <a:ext cx="165600" cy="1620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F4C1E6F7-7BB8-4568-9AF3-83429B8A32B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15966" y="3944571"/>
                  <a:ext cx="201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E6E2E75-6513-4AC5-A03D-03C7344DA80C}"/>
                    </a:ext>
                  </a:extLst>
                </p14:cNvPr>
                <p14:cNvContentPartPr/>
                <p14:nvPr/>
              </p14:nvContentPartPr>
              <p14:xfrm>
                <a:off x="3422086" y="3779691"/>
                <a:ext cx="399240" cy="2163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E6E2E75-6513-4AC5-A03D-03C7344DA80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04086" y="3762051"/>
                  <a:ext cx="43488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89304FBF-2050-4F09-B4F8-196C2732234F}"/>
              </a:ext>
            </a:extLst>
          </p:cNvPr>
          <p:cNvGrpSpPr/>
          <p:nvPr/>
        </p:nvGrpSpPr>
        <p:grpSpPr>
          <a:xfrm>
            <a:off x="3548086" y="4544331"/>
            <a:ext cx="662040" cy="326520"/>
            <a:chOff x="3548086" y="4544331"/>
            <a:chExt cx="6620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466EB3FE-7F2A-486F-8413-7DCE25D6C86B}"/>
                    </a:ext>
                  </a:extLst>
                </p14:cNvPr>
                <p14:cNvContentPartPr/>
                <p14:nvPr/>
              </p14:nvContentPartPr>
              <p14:xfrm>
                <a:off x="3573646" y="4843491"/>
                <a:ext cx="222480" cy="273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466EB3FE-7F2A-486F-8413-7DCE25D6C86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555646" y="4825491"/>
                  <a:ext cx="258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C93CEE3D-A0C9-4ACE-8AEF-91690B5AC9F9}"/>
                    </a:ext>
                  </a:extLst>
                </p14:cNvPr>
                <p14:cNvContentPartPr/>
                <p14:nvPr/>
              </p14:nvContentPartPr>
              <p14:xfrm>
                <a:off x="3548086" y="4767531"/>
                <a:ext cx="297360" cy="266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C93CEE3D-A0C9-4ACE-8AEF-91690B5AC9F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530086" y="4749531"/>
                  <a:ext cx="333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E785A8E1-3F31-4275-8941-B39B3B7912C7}"/>
                    </a:ext>
                  </a:extLst>
                </p14:cNvPr>
                <p14:cNvContentPartPr/>
                <p14:nvPr/>
              </p14:nvContentPartPr>
              <p14:xfrm>
                <a:off x="3858406" y="4544331"/>
                <a:ext cx="351720" cy="29952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E785A8E1-3F31-4275-8941-B39B3B7912C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840406" y="4526331"/>
                  <a:ext cx="38736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6F1C046F-A06F-419B-A41C-CA19BC3ED1A2}"/>
                  </a:ext>
                </a:extLst>
              </p14:cNvPr>
              <p14:cNvContentPartPr/>
              <p14:nvPr/>
            </p14:nvContentPartPr>
            <p14:xfrm>
              <a:off x="2171806" y="5105211"/>
              <a:ext cx="150840" cy="68400"/>
            </p14:xfrm>
          </p:contentPart>
        </mc:Choice>
        <mc:Fallback xmlns=""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6F1C046F-A06F-419B-A41C-CA19BC3ED1A2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2153806" y="5087211"/>
                <a:ext cx="1864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85" name="Tinta 184">
                <a:extLst>
                  <a:ext uri="{FF2B5EF4-FFF2-40B4-BE49-F238E27FC236}">
                    <a16:creationId xmlns:a16="http://schemas.microsoft.com/office/drawing/2014/main" id="{B9B754BA-97E0-40DC-B251-241DF92B49AD}"/>
                  </a:ext>
                </a:extLst>
              </p14:cNvPr>
              <p14:cNvContentPartPr/>
              <p14:nvPr/>
            </p14:nvContentPartPr>
            <p14:xfrm>
              <a:off x="2787766" y="919851"/>
              <a:ext cx="567360" cy="143280"/>
            </p14:xfrm>
          </p:contentPart>
        </mc:Choice>
        <mc:Fallback xmlns="">
          <p:pic>
            <p:nvPicPr>
              <p:cNvPr id="185" name="Tinta 184">
                <a:extLst>
                  <a:ext uri="{FF2B5EF4-FFF2-40B4-BE49-F238E27FC236}">
                    <a16:creationId xmlns:a16="http://schemas.microsoft.com/office/drawing/2014/main" id="{B9B754BA-97E0-40DC-B251-241DF92B49AD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769766" y="901851"/>
                <a:ext cx="6030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7F61B535-9395-499F-B477-8E557A2CE392}"/>
                  </a:ext>
                </a:extLst>
              </p14:cNvPr>
              <p14:cNvContentPartPr/>
              <p14:nvPr/>
            </p14:nvContentPartPr>
            <p14:xfrm>
              <a:off x="3192766" y="-43869"/>
              <a:ext cx="360" cy="360"/>
            </p14:xfrm>
          </p:contentPart>
        </mc:Choice>
        <mc:Fallback xmlns=""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7F61B535-9395-499F-B477-8E557A2CE392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175126" y="-6186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4892FB46-F4CA-4A35-8F3B-DE26C12EE2F1}"/>
              </a:ext>
            </a:extLst>
          </p:cNvPr>
          <p:cNvGrpSpPr/>
          <p:nvPr/>
        </p:nvGrpSpPr>
        <p:grpSpPr>
          <a:xfrm>
            <a:off x="138166" y="5384571"/>
            <a:ext cx="696600" cy="430920"/>
            <a:chOff x="138166" y="5384571"/>
            <a:chExt cx="69660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F411C0F8-55E7-4071-81A6-1F4DE5601AEC}"/>
                    </a:ext>
                  </a:extLst>
                </p14:cNvPr>
                <p14:cNvContentPartPr/>
                <p14:nvPr/>
              </p14:nvContentPartPr>
              <p14:xfrm>
                <a:off x="138166" y="5603811"/>
                <a:ext cx="451440" cy="21168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F411C0F8-55E7-4071-81A6-1F4DE5601AE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20166" y="5586171"/>
                  <a:ext cx="487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B56558E2-C861-40CA-BBD3-E6A2DD5135E4}"/>
                    </a:ext>
                  </a:extLst>
                </p14:cNvPr>
                <p14:cNvContentPartPr/>
                <p14:nvPr/>
              </p14:nvContentPartPr>
              <p14:xfrm>
                <a:off x="574486" y="5502291"/>
                <a:ext cx="127440" cy="19980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B56558E2-C861-40CA-BBD3-E6A2DD5135E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56486" y="5484291"/>
                  <a:ext cx="163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19098BDA-594C-4448-A7A9-8934DACB8FA0}"/>
                    </a:ext>
                  </a:extLst>
                </p14:cNvPr>
                <p14:cNvContentPartPr/>
                <p14:nvPr/>
              </p14:nvContentPartPr>
              <p14:xfrm>
                <a:off x="675286" y="5480331"/>
                <a:ext cx="159480" cy="24984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19098BDA-594C-4448-A7A9-8934DACB8FA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57646" y="5462691"/>
                  <a:ext cx="195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D6D9FEE7-81E3-428E-BC3E-5E798687B7CC}"/>
                    </a:ext>
                  </a:extLst>
                </p14:cNvPr>
                <p14:cNvContentPartPr/>
                <p14:nvPr/>
              </p14:nvContentPartPr>
              <p14:xfrm>
                <a:off x="660526" y="5691291"/>
                <a:ext cx="168840" cy="10584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D6D9FEE7-81E3-428E-BC3E-5E798687B7C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42886" y="5673651"/>
                  <a:ext cx="204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79F0FB60-BD6D-4785-A91D-955043E9C400}"/>
                    </a:ext>
                  </a:extLst>
                </p14:cNvPr>
                <p14:cNvContentPartPr/>
                <p14:nvPr/>
              </p14:nvContentPartPr>
              <p14:xfrm>
                <a:off x="454606" y="5384571"/>
                <a:ext cx="273960" cy="12780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79F0FB60-BD6D-4785-A91D-955043E9C40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6966" y="5366931"/>
                  <a:ext cx="30960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2759624B-77D0-4F5A-9C69-CF4EB2E9AAA0}"/>
                  </a:ext>
                </a:extLst>
              </p14:cNvPr>
              <p14:cNvContentPartPr/>
              <p14:nvPr/>
            </p14:nvContentPartPr>
            <p14:xfrm>
              <a:off x="3605326" y="154491"/>
              <a:ext cx="39600" cy="1440"/>
            </p14:xfrm>
          </p:contentPart>
        </mc:Choice>
        <mc:Fallback xmlns=""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2759624B-77D0-4F5A-9C69-CF4EB2E9AAA0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587686" y="136491"/>
                <a:ext cx="75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6C9911DF-CA97-4BA0-88D9-E5FE5FC3D811}"/>
                  </a:ext>
                </a:extLst>
              </p14:cNvPr>
              <p14:cNvContentPartPr/>
              <p14:nvPr/>
            </p14:nvContentPartPr>
            <p14:xfrm>
              <a:off x="2348926" y="738411"/>
              <a:ext cx="27360" cy="51120"/>
            </p14:xfrm>
          </p:contentPart>
        </mc:Choice>
        <mc:Fallback xmlns=""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6C9911DF-CA97-4BA0-88D9-E5FE5FC3D811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331286" y="720771"/>
                <a:ext cx="630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D6B72FC7-9D48-4D48-BFB7-7A0E0025D207}"/>
                  </a:ext>
                </a:extLst>
              </p14:cNvPr>
              <p14:cNvContentPartPr/>
              <p14:nvPr/>
            </p14:nvContentPartPr>
            <p14:xfrm>
              <a:off x="2298166" y="689451"/>
              <a:ext cx="338400" cy="324360"/>
            </p14:xfrm>
          </p:contentPart>
        </mc:Choice>
        <mc:Fallback xmlns=""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D6B72FC7-9D48-4D48-BFB7-7A0E0025D207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2280526" y="671811"/>
                <a:ext cx="374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216EF191-13CC-4FEC-BA69-B5F5BB8DBF20}"/>
                  </a:ext>
                </a:extLst>
              </p14:cNvPr>
              <p14:cNvContentPartPr/>
              <p14:nvPr/>
            </p14:nvContentPartPr>
            <p14:xfrm>
              <a:off x="3185206" y="5218251"/>
              <a:ext cx="114480" cy="120960"/>
            </p14:xfrm>
          </p:contentPart>
        </mc:Choice>
        <mc:Fallback xmlns=""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216EF191-13CC-4FEC-BA69-B5F5BB8DBF20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167566" y="5200251"/>
                <a:ext cx="1501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637BEC1D-CAFB-4AA7-A76A-53DE0C2EA2D5}"/>
                  </a:ext>
                </a:extLst>
              </p14:cNvPr>
              <p14:cNvContentPartPr/>
              <p14:nvPr/>
            </p14:nvContentPartPr>
            <p14:xfrm>
              <a:off x="2289526" y="2666931"/>
              <a:ext cx="3960" cy="63720"/>
            </p14:xfrm>
          </p:contentPart>
        </mc:Choice>
        <mc:Fallback xmlns=""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637BEC1D-CAFB-4AA7-A76A-53DE0C2EA2D5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271886" y="2649291"/>
                <a:ext cx="3960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Agrupar 213">
            <a:extLst>
              <a:ext uri="{FF2B5EF4-FFF2-40B4-BE49-F238E27FC236}">
                <a16:creationId xmlns:a16="http://schemas.microsoft.com/office/drawing/2014/main" id="{7A7850CC-7251-434C-B1C5-8FE428B0DED2}"/>
              </a:ext>
            </a:extLst>
          </p:cNvPr>
          <p:cNvGrpSpPr/>
          <p:nvPr/>
        </p:nvGrpSpPr>
        <p:grpSpPr>
          <a:xfrm>
            <a:off x="2892886" y="735171"/>
            <a:ext cx="1029240" cy="2163960"/>
            <a:chOff x="2892886" y="735171"/>
            <a:chExt cx="1029240" cy="21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D56B062-83BB-4C7D-B9FA-298F48FE67BB}"/>
                    </a:ext>
                  </a:extLst>
                </p14:cNvPr>
                <p14:cNvContentPartPr/>
                <p14:nvPr/>
              </p14:nvContentPartPr>
              <p14:xfrm>
                <a:off x="3892606" y="735171"/>
                <a:ext cx="29520" cy="576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D56B062-83BB-4C7D-B9FA-298F48FE67B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874966" y="717531"/>
                  <a:ext cx="65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A5240002-8D66-4A77-B6E1-5EF97F1632A2}"/>
                    </a:ext>
                  </a:extLst>
                </p14:cNvPr>
                <p14:cNvContentPartPr/>
                <p14:nvPr/>
              </p14:nvContentPartPr>
              <p14:xfrm>
                <a:off x="2892886" y="2858811"/>
                <a:ext cx="34200" cy="4032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A5240002-8D66-4A77-B6E1-5EF97F1632A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875246" y="2841171"/>
                  <a:ext cx="698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Agrupar 218">
            <a:extLst>
              <a:ext uri="{FF2B5EF4-FFF2-40B4-BE49-F238E27FC236}">
                <a16:creationId xmlns:a16="http://schemas.microsoft.com/office/drawing/2014/main" id="{14994558-2B4D-4A23-80A8-546440B64ECD}"/>
              </a:ext>
            </a:extLst>
          </p:cNvPr>
          <p:cNvGrpSpPr/>
          <p:nvPr/>
        </p:nvGrpSpPr>
        <p:grpSpPr>
          <a:xfrm>
            <a:off x="1534966" y="5163531"/>
            <a:ext cx="2897280" cy="1281600"/>
            <a:chOff x="1534966" y="5163531"/>
            <a:chExt cx="2897280" cy="12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EB7DE3CC-107F-4139-BCDF-E01BEF31F2CB}"/>
                    </a:ext>
                  </a:extLst>
                </p14:cNvPr>
                <p14:cNvContentPartPr/>
                <p14:nvPr/>
              </p14:nvContentPartPr>
              <p14:xfrm>
                <a:off x="1534966" y="5320131"/>
                <a:ext cx="479520" cy="50688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EB7DE3CC-107F-4139-BCDF-E01BEF31F2C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517326" y="5302491"/>
                  <a:ext cx="5151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1913976F-2CE1-4EBC-B34B-5E5A33B41DB1}"/>
                    </a:ext>
                  </a:extLst>
                </p14:cNvPr>
                <p14:cNvContentPartPr/>
                <p14:nvPr/>
              </p14:nvContentPartPr>
              <p14:xfrm>
                <a:off x="1716046" y="5875251"/>
                <a:ext cx="186480" cy="190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1913976F-2CE1-4EBC-B34B-5E5A33B41DB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698046" y="5857251"/>
                  <a:ext cx="222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67B1B2FD-B290-4DF0-935C-4E3755B57818}"/>
                    </a:ext>
                  </a:extLst>
                </p14:cNvPr>
                <p14:cNvContentPartPr/>
                <p14:nvPr/>
              </p14:nvContentPartPr>
              <p14:xfrm>
                <a:off x="1604806" y="5949771"/>
                <a:ext cx="369360" cy="2772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67B1B2FD-B290-4DF0-935C-4E3755B5781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586806" y="5932131"/>
                  <a:ext cx="405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615DF394-587C-4165-A6F9-4E6C3B5CFF8A}"/>
                    </a:ext>
                  </a:extLst>
                </p14:cNvPr>
                <p14:cNvContentPartPr/>
                <p14:nvPr/>
              </p14:nvContentPartPr>
              <p14:xfrm>
                <a:off x="1723966" y="6021411"/>
                <a:ext cx="151200" cy="2016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615DF394-587C-4165-A6F9-4E6C3B5CFF8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706326" y="6003771"/>
                  <a:ext cx="186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89ADA6AD-6447-43D5-BD48-099D2B7D9EED}"/>
                    </a:ext>
                  </a:extLst>
                </p14:cNvPr>
                <p14:cNvContentPartPr/>
                <p14:nvPr/>
              </p14:nvContentPartPr>
              <p14:xfrm>
                <a:off x="1728286" y="6023571"/>
                <a:ext cx="145800" cy="40716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89ADA6AD-6447-43D5-BD48-099D2B7D9EE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710286" y="6005931"/>
                  <a:ext cx="1814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A080E8C8-5CF7-40E7-AA66-8AF893C1E878}"/>
                    </a:ext>
                  </a:extLst>
                </p14:cNvPr>
                <p14:cNvContentPartPr/>
                <p14:nvPr/>
              </p14:nvContentPartPr>
              <p14:xfrm>
                <a:off x="1759966" y="5225091"/>
                <a:ext cx="858960" cy="27720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A080E8C8-5CF7-40E7-AA66-8AF893C1E87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741966" y="5207091"/>
                  <a:ext cx="894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F9C6C7E2-E348-4D83-BB67-DCFE090A0762}"/>
                    </a:ext>
                  </a:extLst>
                </p14:cNvPr>
                <p14:cNvContentPartPr/>
                <p14:nvPr/>
              </p14:nvContentPartPr>
              <p14:xfrm>
                <a:off x="2599486" y="5212131"/>
                <a:ext cx="785160" cy="62280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F9C6C7E2-E348-4D83-BB67-DCFE090A076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581846" y="5194131"/>
                  <a:ext cx="82080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3962D2C1-5D5C-4D4E-8C6A-8D2171B2B00D}"/>
                    </a:ext>
                  </a:extLst>
                </p14:cNvPr>
                <p14:cNvContentPartPr/>
                <p14:nvPr/>
              </p14:nvContentPartPr>
              <p14:xfrm>
                <a:off x="3093406" y="5857611"/>
                <a:ext cx="322920" cy="2916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3962D2C1-5D5C-4D4E-8C6A-8D2171B2B00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075406" y="5839611"/>
                  <a:ext cx="358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3EB524D0-A8D3-4790-ABBC-AF84FCCA3C14}"/>
                    </a:ext>
                  </a:extLst>
                </p14:cNvPr>
                <p14:cNvContentPartPr/>
                <p14:nvPr/>
              </p14:nvContentPartPr>
              <p14:xfrm>
                <a:off x="1828366" y="5883891"/>
                <a:ext cx="1565640" cy="56124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3EB524D0-A8D3-4790-ABBC-AF84FCCA3C1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810726" y="5866251"/>
                  <a:ext cx="160128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433A1FFF-2125-4544-9627-7886E11AF0FF}"/>
                    </a:ext>
                  </a:extLst>
                </p14:cNvPr>
                <p14:cNvContentPartPr/>
                <p14:nvPr/>
              </p14:nvContentPartPr>
              <p14:xfrm>
                <a:off x="3274126" y="5163531"/>
                <a:ext cx="704160" cy="125280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433A1FFF-2125-4544-9627-7886E11AF0F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256486" y="5145531"/>
                  <a:ext cx="739800" cy="12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E1311052-FA56-4299-84A9-8ED754E8A103}"/>
                    </a:ext>
                  </a:extLst>
                </p14:cNvPr>
                <p14:cNvContentPartPr/>
                <p14:nvPr/>
              </p14:nvContentPartPr>
              <p14:xfrm>
                <a:off x="4029406" y="5537931"/>
                <a:ext cx="215640" cy="23868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E1311052-FA56-4299-84A9-8ED754E8A10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011766" y="5519931"/>
                  <a:ext cx="251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13A71D84-CE87-480E-9282-8B7A672BDAC2}"/>
                    </a:ext>
                  </a:extLst>
                </p14:cNvPr>
                <p14:cNvContentPartPr/>
                <p14:nvPr/>
              </p14:nvContentPartPr>
              <p14:xfrm>
                <a:off x="4283566" y="5649531"/>
                <a:ext cx="148680" cy="18324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13A71D84-CE87-480E-9282-8B7A672BDAC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265926" y="5631891"/>
                  <a:ext cx="18432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DEA5CFF9-FB0F-4812-9033-F1539BF63923}"/>
                  </a:ext>
                </a:extLst>
              </p14:cNvPr>
              <p14:cNvContentPartPr/>
              <p14:nvPr/>
            </p14:nvContentPartPr>
            <p14:xfrm>
              <a:off x="3237406" y="5274411"/>
              <a:ext cx="15120" cy="360"/>
            </p14:xfrm>
          </p:contentPart>
        </mc:Choice>
        <mc:Fallback xmlns=""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DEA5CFF9-FB0F-4812-9033-F1539BF63923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219766" y="5256771"/>
                <a:ext cx="50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21" name="Tinta 220">
                <a:extLst>
                  <a:ext uri="{FF2B5EF4-FFF2-40B4-BE49-F238E27FC236}">
                    <a16:creationId xmlns:a16="http://schemas.microsoft.com/office/drawing/2014/main" id="{6AC5F6C4-0F37-4600-BED5-86F03A0F0F8F}"/>
                  </a:ext>
                </a:extLst>
              </p14:cNvPr>
              <p14:cNvContentPartPr/>
              <p14:nvPr/>
            </p14:nvContentPartPr>
            <p14:xfrm>
              <a:off x="3902326" y="5143731"/>
              <a:ext cx="91080" cy="89280"/>
            </p14:xfrm>
          </p:contentPart>
        </mc:Choice>
        <mc:Fallback xmlns="">
          <p:pic>
            <p:nvPicPr>
              <p:cNvPr id="221" name="Tinta 220">
                <a:extLst>
                  <a:ext uri="{FF2B5EF4-FFF2-40B4-BE49-F238E27FC236}">
                    <a16:creationId xmlns:a16="http://schemas.microsoft.com/office/drawing/2014/main" id="{6AC5F6C4-0F37-4600-BED5-86F03A0F0F8F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884686" y="5125731"/>
                <a:ext cx="1267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73714F7F-2FED-4E1A-B6A7-D1FFF0B967DE}"/>
                  </a:ext>
                </a:extLst>
              </p14:cNvPr>
              <p14:cNvContentPartPr/>
              <p14:nvPr/>
            </p14:nvContentPartPr>
            <p14:xfrm>
              <a:off x="3326686" y="6322731"/>
              <a:ext cx="78480" cy="26640"/>
            </p14:xfrm>
          </p:contentPart>
        </mc:Choice>
        <mc:Fallback xmlns=""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73714F7F-2FED-4E1A-B6A7-D1FFF0B967DE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3309046" y="6305091"/>
                <a:ext cx="1141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FC116039-28AD-47B2-B9B5-9CDB89443F65}"/>
                  </a:ext>
                </a:extLst>
              </p14:cNvPr>
              <p14:cNvContentPartPr/>
              <p14:nvPr/>
            </p14:nvContentPartPr>
            <p14:xfrm>
              <a:off x="3896206" y="6327051"/>
              <a:ext cx="2880" cy="22320"/>
            </p14:xfrm>
          </p:contentPart>
        </mc:Choice>
        <mc:Fallback xmlns=""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FC116039-28AD-47B2-B9B5-9CDB89443F65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878566" y="6309411"/>
                <a:ext cx="3852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D5BAAEAB-4740-43B2-94F7-92321884CDB9}"/>
              </a:ext>
            </a:extLst>
          </p:cNvPr>
          <p:cNvGrpSpPr/>
          <p:nvPr/>
        </p:nvGrpSpPr>
        <p:grpSpPr>
          <a:xfrm>
            <a:off x="3325606" y="4976331"/>
            <a:ext cx="1236240" cy="1427400"/>
            <a:chOff x="3325606" y="4976331"/>
            <a:chExt cx="1236240" cy="14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42529C11-B4F2-4BF2-8F60-A9736D625BB7}"/>
                    </a:ext>
                  </a:extLst>
                </p14:cNvPr>
                <p14:cNvContentPartPr/>
                <p14:nvPr/>
              </p14:nvContentPartPr>
              <p14:xfrm>
                <a:off x="3325606" y="5306811"/>
                <a:ext cx="191880" cy="105408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42529C11-B4F2-4BF2-8F60-A9736D625BB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307966" y="5288811"/>
                  <a:ext cx="227520" cy="10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78A56E36-B4BA-40D0-921E-1B40B33D41F2}"/>
                    </a:ext>
                  </a:extLst>
                </p14:cNvPr>
                <p14:cNvContentPartPr/>
                <p14:nvPr/>
              </p14:nvContentPartPr>
              <p14:xfrm>
                <a:off x="3447646" y="5261451"/>
                <a:ext cx="119520" cy="18900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78A56E36-B4BA-40D0-921E-1B40B33D41F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429646" y="5243811"/>
                  <a:ext cx="155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D16BA2C4-7995-46A5-9DE9-9E9906B64B41}"/>
                    </a:ext>
                  </a:extLst>
                </p14:cNvPr>
                <p14:cNvContentPartPr/>
                <p14:nvPr/>
              </p14:nvContentPartPr>
              <p14:xfrm>
                <a:off x="3619726" y="5294211"/>
                <a:ext cx="21240" cy="12924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D16BA2C4-7995-46A5-9DE9-9E9906B64B4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602086" y="5276571"/>
                  <a:ext cx="56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7ACB3C05-C8EF-4ACC-8ACC-A8B1810FCA34}"/>
                    </a:ext>
                  </a:extLst>
                </p14:cNvPr>
                <p14:cNvContentPartPr/>
                <p14:nvPr/>
              </p14:nvContentPartPr>
              <p14:xfrm>
                <a:off x="3615766" y="5155971"/>
                <a:ext cx="144000" cy="16848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7ACB3C05-C8EF-4ACC-8ACC-A8B1810FCA3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97766" y="5137971"/>
                  <a:ext cx="179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D97F0E72-6AC0-4987-AB4B-DCED3B28C78C}"/>
                    </a:ext>
                  </a:extLst>
                </p14:cNvPr>
                <p14:cNvContentPartPr/>
                <p14:nvPr/>
              </p14:nvContentPartPr>
              <p14:xfrm>
                <a:off x="3675166" y="5222931"/>
                <a:ext cx="142200" cy="5868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D97F0E72-6AC0-4987-AB4B-DCED3B28C78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657166" y="5204931"/>
                  <a:ext cx="177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30CD6E84-8763-4914-8F61-E185D8D81BF4}"/>
                    </a:ext>
                  </a:extLst>
                </p14:cNvPr>
                <p14:cNvContentPartPr/>
                <p14:nvPr/>
              </p14:nvContentPartPr>
              <p14:xfrm>
                <a:off x="3985846" y="5216451"/>
                <a:ext cx="399960" cy="118728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30CD6E84-8763-4914-8F61-E185D8D81BF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67846" y="5198451"/>
                  <a:ext cx="43560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587DE9E5-82FC-41AD-9FE9-7F362F265B6A}"/>
                    </a:ext>
                  </a:extLst>
                </p14:cNvPr>
                <p14:cNvContentPartPr/>
                <p14:nvPr/>
              </p14:nvContentPartPr>
              <p14:xfrm>
                <a:off x="4118686" y="5103051"/>
                <a:ext cx="134280" cy="14256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587DE9E5-82FC-41AD-9FE9-7F362F265B6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100686" y="5085411"/>
                  <a:ext cx="16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92A6CA8E-34B2-4F65-8EC8-5486788A2185}"/>
                    </a:ext>
                  </a:extLst>
                </p14:cNvPr>
                <p14:cNvContentPartPr/>
                <p14:nvPr/>
              </p14:nvContentPartPr>
              <p14:xfrm>
                <a:off x="4303366" y="5164611"/>
                <a:ext cx="19800" cy="14868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92A6CA8E-34B2-4F65-8EC8-5486788A218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285366" y="5146611"/>
                  <a:ext cx="55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37EF4099-7B2C-4450-B7E5-C93D7BCC612F}"/>
                    </a:ext>
                  </a:extLst>
                </p14:cNvPr>
                <p14:cNvContentPartPr/>
                <p14:nvPr/>
              </p14:nvContentPartPr>
              <p14:xfrm>
                <a:off x="4328206" y="4976331"/>
                <a:ext cx="156960" cy="21060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37EF4099-7B2C-4450-B7E5-C93D7BCC612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310206" y="4958691"/>
                  <a:ext cx="192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B0162B92-0880-43B0-B3CD-0D8C43DE85A5}"/>
                    </a:ext>
                  </a:extLst>
                </p14:cNvPr>
                <p14:cNvContentPartPr/>
                <p14:nvPr/>
              </p14:nvContentPartPr>
              <p14:xfrm>
                <a:off x="4392286" y="5083971"/>
                <a:ext cx="169560" cy="8100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B0162B92-0880-43B0-B3CD-0D8C43DE85A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74646" y="5066331"/>
                  <a:ext cx="205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89E7A11F-3B1D-4735-86A5-093F0AF4F442}"/>
                    </a:ext>
                  </a:extLst>
                </p14:cNvPr>
                <p14:cNvContentPartPr/>
                <p14:nvPr/>
              </p14:nvContentPartPr>
              <p14:xfrm>
                <a:off x="4462126" y="5179371"/>
                <a:ext cx="46440" cy="10224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89E7A11F-3B1D-4735-86A5-093F0AF4F44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444126" y="5161371"/>
                  <a:ext cx="8208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71" name="Tinta 270">
                <a:extLst>
                  <a:ext uri="{FF2B5EF4-FFF2-40B4-BE49-F238E27FC236}">
                    <a16:creationId xmlns:a16="http://schemas.microsoft.com/office/drawing/2014/main" id="{67369ED1-3FDD-4A68-B70B-CDA5F0F580D7}"/>
                  </a:ext>
                </a:extLst>
              </p14:cNvPr>
              <p14:cNvContentPartPr/>
              <p14:nvPr/>
            </p14:nvContentPartPr>
            <p14:xfrm>
              <a:off x="5694766" y="5744211"/>
              <a:ext cx="270720" cy="203760"/>
            </p14:xfrm>
          </p:contentPart>
        </mc:Choice>
        <mc:Fallback xmlns="">
          <p:pic>
            <p:nvPicPr>
              <p:cNvPr id="271" name="Tinta 270">
                <a:extLst>
                  <a:ext uri="{FF2B5EF4-FFF2-40B4-BE49-F238E27FC236}">
                    <a16:creationId xmlns:a16="http://schemas.microsoft.com/office/drawing/2014/main" id="{67369ED1-3FDD-4A68-B70B-CDA5F0F580D7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676766" y="5726571"/>
                <a:ext cx="30636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2F58A691-B94F-4F82-9592-D4225635525A}"/>
              </a:ext>
            </a:extLst>
          </p:cNvPr>
          <p:cNvGrpSpPr/>
          <p:nvPr/>
        </p:nvGrpSpPr>
        <p:grpSpPr>
          <a:xfrm>
            <a:off x="4974046" y="4892091"/>
            <a:ext cx="2933280" cy="467280"/>
            <a:chOff x="4974046" y="4892091"/>
            <a:chExt cx="293328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4AB62BFD-6C7D-4759-8DCE-84292DF8575A}"/>
                    </a:ext>
                  </a:extLst>
                </p14:cNvPr>
                <p14:cNvContentPartPr/>
                <p14:nvPr/>
              </p14:nvContentPartPr>
              <p14:xfrm>
                <a:off x="4974046" y="4940331"/>
                <a:ext cx="239760" cy="37764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4AB62BFD-6C7D-4759-8DCE-84292DF8575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956406" y="4922331"/>
                  <a:ext cx="2754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3434C12C-8B90-43BF-93A2-D2CE57652110}"/>
                    </a:ext>
                  </a:extLst>
                </p14:cNvPr>
                <p14:cNvContentPartPr/>
                <p14:nvPr/>
              </p14:nvContentPartPr>
              <p14:xfrm>
                <a:off x="5271046" y="5063451"/>
                <a:ext cx="202680" cy="27756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3434C12C-8B90-43BF-93A2-D2CE5765211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253406" y="5045811"/>
                  <a:ext cx="238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BC6FD695-46F3-404F-933D-B1E14981EEF7}"/>
                    </a:ext>
                  </a:extLst>
                </p14:cNvPr>
                <p14:cNvContentPartPr/>
                <p14:nvPr/>
              </p14:nvContentPartPr>
              <p14:xfrm>
                <a:off x="5860366" y="5240571"/>
                <a:ext cx="160560" cy="2988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BC6FD695-46F3-404F-933D-B1E14981EEF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842366" y="5222571"/>
                  <a:ext cx="196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203544D3-8D61-4734-B3D7-1E2149D51F97}"/>
                    </a:ext>
                  </a:extLst>
                </p14:cNvPr>
                <p14:cNvContentPartPr/>
                <p14:nvPr/>
              </p14:nvContentPartPr>
              <p14:xfrm>
                <a:off x="5849206" y="5187651"/>
                <a:ext cx="171360" cy="2016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203544D3-8D61-4734-B3D7-1E2149D51F9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831566" y="5170011"/>
                  <a:ext cx="207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854DB66C-DBB8-48E7-9B62-A8304839678C}"/>
                    </a:ext>
                  </a:extLst>
                </p14:cNvPr>
                <p14:cNvContentPartPr/>
                <p14:nvPr/>
              </p14:nvContentPartPr>
              <p14:xfrm>
                <a:off x="6092566" y="4892091"/>
                <a:ext cx="252000" cy="35748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854DB66C-DBB8-48E7-9B62-A8304839678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074566" y="4874091"/>
                  <a:ext cx="2876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33F506B6-6ADC-4332-8B3A-89460099AE08}"/>
                    </a:ext>
                  </a:extLst>
                </p14:cNvPr>
                <p14:cNvContentPartPr/>
                <p14:nvPr/>
              </p14:nvContentPartPr>
              <p14:xfrm>
                <a:off x="6436366" y="5035371"/>
                <a:ext cx="204120" cy="20988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33F506B6-6ADC-4332-8B3A-89460099AE0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418366" y="5017371"/>
                  <a:ext cx="239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2F3C0A19-6C72-48D1-B922-5713DF4653F2}"/>
                    </a:ext>
                  </a:extLst>
                </p14:cNvPr>
                <p14:cNvContentPartPr/>
                <p14:nvPr/>
              </p14:nvContentPartPr>
              <p14:xfrm>
                <a:off x="6661366" y="5006931"/>
                <a:ext cx="277200" cy="20916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2F3C0A19-6C72-48D1-B922-5713DF4653F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643366" y="4988931"/>
                  <a:ext cx="312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4877E21B-586E-4AB9-8113-221D1C30667D}"/>
                    </a:ext>
                  </a:extLst>
                </p14:cNvPr>
                <p14:cNvContentPartPr/>
                <p14:nvPr/>
              </p14:nvContentPartPr>
              <p14:xfrm>
                <a:off x="7139806" y="5163531"/>
                <a:ext cx="157680" cy="3024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4877E21B-586E-4AB9-8113-221D1C30667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122166" y="5145531"/>
                  <a:ext cx="193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EFA3E8F5-4DCA-4BD5-B6F0-21FB9CABAFDB}"/>
                    </a:ext>
                  </a:extLst>
                </p14:cNvPr>
                <p14:cNvContentPartPr/>
                <p14:nvPr/>
              </p14:nvContentPartPr>
              <p14:xfrm>
                <a:off x="7135126" y="5096571"/>
                <a:ext cx="173880" cy="9612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EFA3E8F5-4DCA-4BD5-B6F0-21FB9CABAFD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117126" y="5078571"/>
                  <a:ext cx="209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5401D2A7-5710-4716-8B97-92FCE4C6F199}"/>
                    </a:ext>
                  </a:extLst>
                </p14:cNvPr>
                <p14:cNvContentPartPr/>
                <p14:nvPr/>
              </p14:nvContentPartPr>
              <p14:xfrm>
                <a:off x="7359766" y="4925571"/>
                <a:ext cx="227880" cy="25740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5401D2A7-5710-4716-8B97-92FCE4C6F19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342126" y="4907571"/>
                  <a:ext cx="263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32BCBDF4-3EF9-4E8A-A151-13251AC8E075}"/>
                    </a:ext>
                  </a:extLst>
                </p14:cNvPr>
                <p14:cNvContentPartPr/>
                <p14:nvPr/>
              </p14:nvContentPartPr>
              <p14:xfrm>
                <a:off x="7622566" y="5119611"/>
                <a:ext cx="1440" cy="12780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32BCBDF4-3EF9-4E8A-A151-13251AC8E07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604926" y="5101611"/>
                  <a:ext cx="37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2CA3ABF2-BB56-4FDE-B5B2-B41F9736D421}"/>
                    </a:ext>
                  </a:extLst>
                </p14:cNvPr>
                <p14:cNvContentPartPr/>
                <p14:nvPr/>
              </p14:nvContentPartPr>
              <p14:xfrm>
                <a:off x="7707166" y="4899651"/>
                <a:ext cx="168120" cy="28224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2CA3ABF2-BB56-4FDE-B5B2-B41F9736D42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689166" y="4881651"/>
                  <a:ext cx="203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8DE2769F-1D5F-46F2-8958-26E07A286E7F}"/>
                    </a:ext>
                  </a:extLst>
                </p14:cNvPr>
                <p14:cNvContentPartPr/>
                <p14:nvPr/>
              </p14:nvContentPartPr>
              <p14:xfrm>
                <a:off x="7742446" y="5064891"/>
                <a:ext cx="164880" cy="1872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8DE2769F-1D5F-46F2-8958-26E07A286E7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724446" y="5047251"/>
                  <a:ext cx="200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DCC4320B-13EF-4705-92D6-4BD35D1C1D58}"/>
                    </a:ext>
                  </a:extLst>
                </p14:cNvPr>
                <p14:cNvContentPartPr/>
                <p14:nvPr/>
              </p14:nvContentPartPr>
              <p14:xfrm>
                <a:off x="5518366" y="5154531"/>
                <a:ext cx="147960" cy="20484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DCC4320B-13EF-4705-92D6-4BD35D1C1D5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500726" y="5136891"/>
                  <a:ext cx="18360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73" name="Tinta 272">
                <a:extLst>
                  <a:ext uri="{FF2B5EF4-FFF2-40B4-BE49-F238E27FC236}">
                    <a16:creationId xmlns:a16="http://schemas.microsoft.com/office/drawing/2014/main" id="{76CFA6F7-A3F5-4E9B-967E-4C4B00AB3727}"/>
                  </a:ext>
                </a:extLst>
              </p14:cNvPr>
              <p14:cNvContentPartPr/>
              <p14:nvPr/>
            </p14:nvContentPartPr>
            <p14:xfrm>
              <a:off x="6033886" y="5803611"/>
              <a:ext cx="102960" cy="194040"/>
            </p14:xfrm>
          </p:contentPart>
        </mc:Choice>
        <mc:Fallback xmlns="">
          <p:pic>
            <p:nvPicPr>
              <p:cNvPr id="273" name="Tinta 272">
                <a:extLst>
                  <a:ext uri="{FF2B5EF4-FFF2-40B4-BE49-F238E27FC236}">
                    <a16:creationId xmlns:a16="http://schemas.microsoft.com/office/drawing/2014/main" id="{76CFA6F7-A3F5-4E9B-967E-4C4B00AB3727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6015886" y="5785971"/>
                <a:ext cx="13860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Agrupar 276">
            <a:extLst>
              <a:ext uri="{FF2B5EF4-FFF2-40B4-BE49-F238E27FC236}">
                <a16:creationId xmlns:a16="http://schemas.microsoft.com/office/drawing/2014/main" id="{869800F1-DA9D-412C-AE11-CC38E788A062}"/>
              </a:ext>
            </a:extLst>
          </p:cNvPr>
          <p:cNvGrpSpPr/>
          <p:nvPr/>
        </p:nvGrpSpPr>
        <p:grpSpPr>
          <a:xfrm>
            <a:off x="3055246" y="1278051"/>
            <a:ext cx="490320" cy="478080"/>
            <a:chOff x="3055246" y="1278051"/>
            <a:chExt cx="49032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9E434BB2-8B2C-47C9-BF5B-ABEC27CBD8CE}"/>
                    </a:ext>
                  </a:extLst>
                </p14:cNvPr>
                <p14:cNvContentPartPr/>
                <p14:nvPr/>
              </p14:nvContentPartPr>
              <p14:xfrm>
                <a:off x="3063886" y="1278051"/>
                <a:ext cx="481680" cy="47808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9E434BB2-8B2C-47C9-BF5B-ABEC27CBD8C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045886" y="1260051"/>
                  <a:ext cx="5173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301BF284-A8A1-422F-9B6C-BCE4777149A4}"/>
                    </a:ext>
                  </a:extLst>
                </p14:cNvPr>
                <p14:cNvContentPartPr/>
                <p14:nvPr/>
              </p14:nvContentPartPr>
              <p14:xfrm>
                <a:off x="3055246" y="1418451"/>
                <a:ext cx="191880" cy="13896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301BF284-A8A1-422F-9B6C-BCE4777149A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037606" y="1400451"/>
                  <a:ext cx="22752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78" name="Tinta 277">
                <a:extLst>
                  <a:ext uri="{FF2B5EF4-FFF2-40B4-BE49-F238E27FC236}">
                    <a16:creationId xmlns:a16="http://schemas.microsoft.com/office/drawing/2014/main" id="{62701825-20F1-43A6-AD12-91FB57E644C3}"/>
                  </a:ext>
                </a:extLst>
              </p14:cNvPr>
              <p14:cNvContentPartPr/>
              <p14:nvPr/>
            </p14:nvContentPartPr>
            <p14:xfrm>
              <a:off x="2362606" y="1294251"/>
              <a:ext cx="353880" cy="1077120"/>
            </p14:xfrm>
          </p:contentPart>
        </mc:Choice>
        <mc:Fallback xmlns="">
          <p:pic>
            <p:nvPicPr>
              <p:cNvPr id="278" name="Tinta 277">
                <a:extLst>
                  <a:ext uri="{FF2B5EF4-FFF2-40B4-BE49-F238E27FC236}">
                    <a16:creationId xmlns:a16="http://schemas.microsoft.com/office/drawing/2014/main" id="{62701825-20F1-43A6-AD12-91FB57E644C3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2344606" y="1276251"/>
                <a:ext cx="389520" cy="11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82" name="Tinta 281">
                <a:extLst>
                  <a:ext uri="{FF2B5EF4-FFF2-40B4-BE49-F238E27FC236}">
                    <a16:creationId xmlns:a16="http://schemas.microsoft.com/office/drawing/2014/main" id="{52A79B8D-D71C-4C77-A0ED-6C883D7C4E13}"/>
                  </a:ext>
                </a:extLst>
              </p14:cNvPr>
              <p14:cNvContentPartPr/>
              <p14:nvPr/>
            </p14:nvContentPartPr>
            <p14:xfrm>
              <a:off x="3295006" y="2460291"/>
              <a:ext cx="140760" cy="253440"/>
            </p14:xfrm>
          </p:contentPart>
        </mc:Choice>
        <mc:Fallback xmlns="">
          <p:pic>
            <p:nvPicPr>
              <p:cNvPr id="282" name="Tinta 281">
                <a:extLst>
                  <a:ext uri="{FF2B5EF4-FFF2-40B4-BE49-F238E27FC236}">
                    <a16:creationId xmlns:a16="http://schemas.microsoft.com/office/drawing/2014/main" id="{52A79B8D-D71C-4C77-A0ED-6C883D7C4E13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3277006" y="2442651"/>
                <a:ext cx="1764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84" name="Tinta 283">
                <a:extLst>
                  <a:ext uri="{FF2B5EF4-FFF2-40B4-BE49-F238E27FC236}">
                    <a16:creationId xmlns:a16="http://schemas.microsoft.com/office/drawing/2014/main" id="{0621A21F-7AA8-4AF1-97D9-7C7FF0787ACC}"/>
                  </a:ext>
                </a:extLst>
              </p14:cNvPr>
              <p14:cNvContentPartPr/>
              <p14:nvPr/>
            </p14:nvContentPartPr>
            <p14:xfrm>
              <a:off x="2758246" y="94371"/>
              <a:ext cx="894960" cy="490320"/>
            </p14:xfrm>
          </p:contentPart>
        </mc:Choice>
        <mc:Fallback xmlns="">
          <p:pic>
            <p:nvPicPr>
              <p:cNvPr id="284" name="Tinta 283">
                <a:extLst>
                  <a:ext uri="{FF2B5EF4-FFF2-40B4-BE49-F238E27FC236}">
                    <a16:creationId xmlns:a16="http://schemas.microsoft.com/office/drawing/2014/main" id="{0621A21F-7AA8-4AF1-97D9-7C7FF0787ACC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2740606" y="76731"/>
                <a:ext cx="930600" cy="52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Agrupar 300">
            <a:extLst>
              <a:ext uri="{FF2B5EF4-FFF2-40B4-BE49-F238E27FC236}">
                <a16:creationId xmlns:a16="http://schemas.microsoft.com/office/drawing/2014/main" id="{830346A8-D26D-4267-B3AC-157DDF85E1F4}"/>
              </a:ext>
            </a:extLst>
          </p:cNvPr>
          <p:cNvGrpSpPr/>
          <p:nvPr/>
        </p:nvGrpSpPr>
        <p:grpSpPr>
          <a:xfrm>
            <a:off x="2879566" y="2225571"/>
            <a:ext cx="1672920" cy="910440"/>
            <a:chOff x="2879566" y="2225571"/>
            <a:chExt cx="1672920" cy="9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A21D5203-D932-4394-AE08-5EDD137800AF}"/>
                    </a:ext>
                  </a:extLst>
                </p14:cNvPr>
                <p14:cNvContentPartPr/>
                <p14:nvPr/>
              </p14:nvContentPartPr>
              <p14:xfrm>
                <a:off x="2879566" y="2402691"/>
                <a:ext cx="180000" cy="25668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A21D5203-D932-4394-AE08-5EDD137800A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861566" y="2385051"/>
                  <a:ext cx="215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65C4D258-11D9-4AD1-9719-53EF84F9428D}"/>
                    </a:ext>
                  </a:extLst>
                </p14:cNvPr>
                <p14:cNvContentPartPr/>
                <p14:nvPr/>
              </p14:nvContentPartPr>
              <p14:xfrm>
                <a:off x="3118606" y="2495931"/>
                <a:ext cx="134280" cy="164520"/>
              </p14:xfrm>
            </p:contentPart>
          </mc:Choice>
          <mc:Fallback xmlns=""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65C4D258-11D9-4AD1-9719-53EF84F9428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100966" y="2477931"/>
                  <a:ext cx="169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943B13FC-B488-441B-A3B6-65A8C6F6D087}"/>
                    </a:ext>
                  </a:extLst>
                </p14:cNvPr>
                <p14:cNvContentPartPr/>
                <p14:nvPr/>
              </p14:nvContentPartPr>
              <p14:xfrm>
                <a:off x="3500566" y="2511771"/>
                <a:ext cx="135000" cy="2556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943B13FC-B488-441B-A3B6-65A8C6F6D08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482926" y="2493771"/>
                  <a:ext cx="170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311EE0B4-31BD-4C2E-A5A5-89BA164710A5}"/>
                    </a:ext>
                  </a:extLst>
                </p14:cNvPr>
                <p14:cNvContentPartPr/>
                <p14:nvPr/>
              </p14:nvContentPartPr>
              <p14:xfrm>
                <a:off x="3698206" y="2225571"/>
                <a:ext cx="169200" cy="307080"/>
              </p14:xfrm>
            </p:contentPart>
          </mc:Choice>
          <mc:Fallback xmlns=""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311EE0B4-31BD-4C2E-A5A5-89BA164710A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680566" y="2207931"/>
                  <a:ext cx="2048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83A2ED90-101B-4088-8E66-43147A9D1AA6}"/>
                    </a:ext>
                  </a:extLst>
                </p14:cNvPr>
                <p14:cNvContentPartPr/>
                <p14:nvPr/>
              </p14:nvContentPartPr>
              <p14:xfrm>
                <a:off x="3882526" y="2369571"/>
                <a:ext cx="186480" cy="20484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83A2ED90-101B-4088-8E66-43147A9D1AA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864886" y="2351931"/>
                  <a:ext cx="222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51D49397-0842-473D-B953-705897DB52C7}"/>
                    </a:ext>
                  </a:extLst>
                </p14:cNvPr>
                <p14:cNvContentPartPr/>
                <p14:nvPr/>
              </p14:nvContentPartPr>
              <p14:xfrm>
                <a:off x="4091326" y="2440851"/>
                <a:ext cx="51120" cy="149760"/>
              </p14:xfrm>
            </p:contentPart>
          </mc:Choice>
          <mc:Fallback xmlns=""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51D49397-0842-473D-B953-705897DB52C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073326" y="2423211"/>
                  <a:ext cx="86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4E61CD01-5B9A-4E61-B3BC-3390151C1426}"/>
                    </a:ext>
                  </a:extLst>
                </p14:cNvPr>
                <p14:cNvContentPartPr/>
                <p14:nvPr/>
              </p14:nvContentPartPr>
              <p14:xfrm>
                <a:off x="4298686" y="2511411"/>
                <a:ext cx="112680" cy="3888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4E61CD01-5B9A-4E61-B3BC-3390151C142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281046" y="2493771"/>
                  <a:ext cx="148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7ED88A57-DAE4-4BD8-9A45-642A36796EF9}"/>
                    </a:ext>
                  </a:extLst>
                </p14:cNvPr>
                <p14:cNvContentPartPr/>
                <p14:nvPr/>
              </p14:nvContentPartPr>
              <p14:xfrm>
                <a:off x="4249006" y="2470731"/>
                <a:ext cx="97200" cy="7848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7ED88A57-DAE4-4BD8-9A45-642A36796EF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231366" y="2453091"/>
                  <a:ext cx="132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D74D31A0-1252-482E-A65A-E8A63A5E1449}"/>
                    </a:ext>
                  </a:extLst>
                </p14:cNvPr>
                <p14:cNvContentPartPr/>
                <p14:nvPr/>
              </p14:nvContentPartPr>
              <p14:xfrm>
                <a:off x="4343686" y="2295051"/>
                <a:ext cx="208800" cy="20592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D74D31A0-1252-482E-A65A-E8A63A5E1449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325686" y="2277411"/>
                  <a:ext cx="244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13C6F783-BA34-43DF-B9A1-8DF37D805833}"/>
                    </a:ext>
                  </a:extLst>
                </p14:cNvPr>
                <p14:cNvContentPartPr/>
                <p14:nvPr/>
              </p14:nvContentPartPr>
              <p14:xfrm>
                <a:off x="2999086" y="2866731"/>
                <a:ext cx="128160" cy="209520"/>
              </p14:xfrm>
            </p:contentPart>
          </mc:Choice>
          <mc:Fallback xmlns=""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13C6F783-BA34-43DF-B9A1-8DF37D80583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981446" y="2849091"/>
                  <a:ext cx="163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573C7897-F881-460F-A5F7-A6AAF90A1582}"/>
                    </a:ext>
                  </a:extLst>
                </p14:cNvPr>
                <p14:cNvContentPartPr/>
                <p14:nvPr/>
              </p14:nvContentPartPr>
              <p14:xfrm>
                <a:off x="3157126" y="2920011"/>
                <a:ext cx="153000" cy="181800"/>
              </p14:xfrm>
            </p:contentPart>
          </mc:Choice>
          <mc:Fallback xmlns=""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573C7897-F881-460F-A5F7-A6AAF90A158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139126" y="2902371"/>
                  <a:ext cx="188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B9956D6E-38E4-4BBD-A456-B6F28B26F689}"/>
                    </a:ext>
                  </a:extLst>
                </p14:cNvPr>
                <p14:cNvContentPartPr/>
                <p14:nvPr/>
              </p14:nvContentPartPr>
              <p14:xfrm>
                <a:off x="3333166" y="2954571"/>
                <a:ext cx="243360" cy="18144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B9956D6E-38E4-4BBD-A456-B6F28B26F68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315166" y="2936571"/>
                  <a:ext cx="279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AF00F026-A938-44E1-8281-8A00A75061AB}"/>
                    </a:ext>
                  </a:extLst>
                </p14:cNvPr>
                <p14:cNvContentPartPr/>
                <p14:nvPr/>
              </p14:nvContentPartPr>
              <p14:xfrm>
                <a:off x="3662926" y="3024051"/>
                <a:ext cx="158760" cy="2556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AF00F026-A938-44E1-8281-8A00A75061A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644926" y="3006411"/>
                  <a:ext cx="194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C4050CBE-692F-445E-A13F-187D5BEE146C}"/>
                    </a:ext>
                  </a:extLst>
                </p14:cNvPr>
                <p14:cNvContentPartPr/>
                <p14:nvPr/>
              </p14:nvContentPartPr>
              <p14:xfrm>
                <a:off x="3653206" y="2971491"/>
                <a:ext cx="148320" cy="78480"/>
              </p14:xfrm>
            </p:contentPart>
          </mc:Choice>
          <mc:Fallback xmlns=""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C4050CBE-692F-445E-A13F-187D5BEE146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635206" y="2953491"/>
                  <a:ext cx="183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C3031DA0-A6EA-4CE9-AD46-6820225D02D4}"/>
                    </a:ext>
                  </a:extLst>
                </p14:cNvPr>
                <p14:cNvContentPartPr/>
                <p14:nvPr/>
              </p14:nvContentPartPr>
              <p14:xfrm>
                <a:off x="3918166" y="2781771"/>
                <a:ext cx="143280" cy="25236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C3031DA0-A6EA-4CE9-AD46-6820225D02D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900526" y="2764131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F4470DA0-5F7F-4F12-B470-B8742784B616}"/>
                    </a:ext>
                  </a:extLst>
                </p14:cNvPr>
                <p14:cNvContentPartPr/>
                <p14:nvPr/>
              </p14:nvContentPartPr>
              <p14:xfrm>
                <a:off x="4107886" y="2868171"/>
                <a:ext cx="176040" cy="16380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F4470DA0-5F7F-4F12-B470-B8742784B61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090246" y="2850531"/>
                  <a:ext cx="211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0A2CA23D-F958-44FF-B3AF-76C3501C11AF}"/>
                    </a:ext>
                  </a:extLst>
                </p14:cNvPr>
                <p14:cNvContentPartPr/>
                <p14:nvPr/>
              </p14:nvContentPartPr>
              <p14:xfrm>
                <a:off x="4343326" y="2903811"/>
                <a:ext cx="158760" cy="14364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0A2CA23D-F958-44FF-B3AF-76C3501C11A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325326" y="2886171"/>
                  <a:ext cx="1944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02" name="Tinta 301">
                <a:extLst>
                  <a:ext uri="{FF2B5EF4-FFF2-40B4-BE49-F238E27FC236}">
                    <a16:creationId xmlns:a16="http://schemas.microsoft.com/office/drawing/2014/main" id="{44AF193A-3EC0-40B0-95C8-4DA5E1537EA2}"/>
                  </a:ext>
                </a:extLst>
              </p14:cNvPr>
              <p14:cNvContentPartPr/>
              <p14:nvPr/>
            </p14:nvContentPartPr>
            <p14:xfrm>
              <a:off x="4350886" y="3193611"/>
              <a:ext cx="1611360" cy="1643760"/>
            </p14:xfrm>
          </p:contentPart>
        </mc:Choice>
        <mc:Fallback xmlns="">
          <p:pic>
            <p:nvPicPr>
              <p:cNvPr id="302" name="Tinta 301">
                <a:extLst>
                  <a:ext uri="{FF2B5EF4-FFF2-40B4-BE49-F238E27FC236}">
                    <a16:creationId xmlns:a16="http://schemas.microsoft.com/office/drawing/2014/main" id="{44AF193A-3EC0-40B0-95C8-4DA5E1537EA2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4333246" y="3175611"/>
                <a:ext cx="1647000" cy="167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Agrupar 318">
            <a:extLst>
              <a:ext uri="{FF2B5EF4-FFF2-40B4-BE49-F238E27FC236}">
                <a16:creationId xmlns:a16="http://schemas.microsoft.com/office/drawing/2014/main" id="{02227827-1180-4830-9E19-482C63167BAF}"/>
              </a:ext>
            </a:extLst>
          </p:cNvPr>
          <p:cNvGrpSpPr/>
          <p:nvPr/>
        </p:nvGrpSpPr>
        <p:grpSpPr>
          <a:xfrm>
            <a:off x="5288326" y="5602371"/>
            <a:ext cx="3102120" cy="822960"/>
            <a:chOff x="5288326" y="5602371"/>
            <a:chExt cx="3102120" cy="8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E71F95BC-5565-40AE-AEC0-3133F2A00870}"/>
                    </a:ext>
                  </a:extLst>
                </p14:cNvPr>
                <p14:cNvContentPartPr/>
                <p14:nvPr/>
              </p14:nvContentPartPr>
              <p14:xfrm>
                <a:off x="5288326" y="5676171"/>
                <a:ext cx="309600" cy="29736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E71F95BC-5565-40AE-AEC0-3133F2A0087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270326" y="5658171"/>
                  <a:ext cx="345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16C1CB5F-FC12-49AA-AC05-9DB565408CAC}"/>
                    </a:ext>
                  </a:extLst>
                </p14:cNvPr>
                <p14:cNvContentPartPr/>
                <p14:nvPr/>
              </p14:nvContentPartPr>
              <p14:xfrm>
                <a:off x="6388126" y="5803611"/>
                <a:ext cx="207000" cy="8820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16C1CB5F-FC12-49AA-AC05-9DB565408CA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370486" y="5785971"/>
                  <a:ext cx="242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F11BBF54-F5D8-48E4-A8D0-602FEEFB03AF}"/>
                    </a:ext>
                  </a:extLst>
                </p14:cNvPr>
                <p14:cNvContentPartPr/>
                <p14:nvPr/>
              </p14:nvContentPartPr>
              <p14:xfrm>
                <a:off x="6731566" y="5620011"/>
                <a:ext cx="286200" cy="29412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F11BBF54-F5D8-48E4-A8D0-602FEEFB03A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713926" y="5602011"/>
                  <a:ext cx="321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D91A081D-B669-4C59-B7A5-7609A0F89EFE}"/>
                    </a:ext>
                  </a:extLst>
                </p14:cNvPr>
                <p14:cNvContentPartPr/>
                <p14:nvPr/>
              </p14:nvContentPartPr>
              <p14:xfrm>
                <a:off x="7068886" y="5710371"/>
                <a:ext cx="156960" cy="21780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D91A081D-B669-4C59-B7A5-7609A0F89EF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051246" y="5692731"/>
                  <a:ext cx="19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3228A1F1-4841-4B73-ADD8-60359277AA68}"/>
                    </a:ext>
                  </a:extLst>
                </p14:cNvPr>
                <p14:cNvContentPartPr/>
                <p14:nvPr/>
              </p14:nvContentPartPr>
              <p14:xfrm>
                <a:off x="7356166" y="5856891"/>
                <a:ext cx="48960" cy="1872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3228A1F1-4841-4B73-ADD8-60359277AA6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338166" y="5838891"/>
                  <a:ext cx="84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2E386739-263C-4D74-9233-BFEF1D8A29DB}"/>
                    </a:ext>
                  </a:extLst>
                </p14:cNvPr>
                <p14:cNvContentPartPr/>
                <p14:nvPr/>
              </p14:nvContentPartPr>
              <p14:xfrm>
                <a:off x="7535806" y="5622171"/>
                <a:ext cx="282240" cy="756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2E386739-263C-4D74-9233-BFEF1D8A29D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518166" y="5604171"/>
                  <a:ext cx="31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C67DC00B-F49E-41F5-9BAE-974A1520599C}"/>
                    </a:ext>
                  </a:extLst>
                </p14:cNvPr>
                <p14:cNvContentPartPr/>
                <p14:nvPr/>
              </p14:nvContentPartPr>
              <p14:xfrm>
                <a:off x="7571446" y="5602371"/>
                <a:ext cx="329040" cy="32148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C67DC00B-F49E-41F5-9BAE-974A1520599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553446" y="5584371"/>
                  <a:ext cx="364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78ABBF7A-F7CC-491F-BBAE-3706C5FCD7AA}"/>
                    </a:ext>
                  </a:extLst>
                </p14:cNvPr>
                <p14:cNvContentPartPr/>
                <p14:nvPr/>
              </p14:nvContentPartPr>
              <p14:xfrm>
                <a:off x="7972126" y="5704611"/>
                <a:ext cx="225360" cy="17748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78ABBF7A-F7CC-491F-BBAE-3706C5FCD7A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954486" y="5686971"/>
                  <a:ext cx="261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4D28A873-212F-4A8B-AB6F-D5B15CA34C2C}"/>
                    </a:ext>
                  </a:extLst>
                </p14:cNvPr>
                <p14:cNvContentPartPr/>
                <p14:nvPr/>
              </p14:nvContentPartPr>
              <p14:xfrm>
                <a:off x="5382286" y="6065331"/>
                <a:ext cx="320400" cy="32796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4D28A873-212F-4A8B-AB6F-D5B15CA34C2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364646" y="6047691"/>
                  <a:ext cx="356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9C2D0495-B38A-45C5-A95A-3DC3072492B4}"/>
                    </a:ext>
                  </a:extLst>
                </p14:cNvPr>
                <p14:cNvContentPartPr/>
                <p14:nvPr/>
              </p14:nvContentPartPr>
              <p14:xfrm>
                <a:off x="5795206" y="6190611"/>
                <a:ext cx="237960" cy="22896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9C2D0495-B38A-45C5-A95A-3DC3072492B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777206" y="6172971"/>
                  <a:ext cx="273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070B3E83-98A1-456F-96DF-A515008798CE}"/>
                    </a:ext>
                  </a:extLst>
                </p14:cNvPr>
                <p14:cNvContentPartPr/>
                <p14:nvPr/>
              </p14:nvContentPartPr>
              <p14:xfrm>
                <a:off x="6080686" y="6198891"/>
                <a:ext cx="186840" cy="22644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070B3E83-98A1-456F-96DF-A515008798C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063046" y="6181251"/>
                  <a:ext cx="222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76651A25-8D72-49DF-B7E5-62AE38EE1CE1}"/>
                    </a:ext>
                  </a:extLst>
                </p14:cNvPr>
                <p14:cNvContentPartPr/>
                <p14:nvPr/>
              </p14:nvContentPartPr>
              <p14:xfrm>
                <a:off x="6614206" y="6329571"/>
                <a:ext cx="182520" cy="35640"/>
              </p14:xfrm>
            </p:contentPart>
          </mc:Choice>
          <mc:Fallback xmlns=""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76651A25-8D72-49DF-B7E5-62AE38EE1CE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596566" y="6311571"/>
                  <a:ext cx="218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529C51CE-358E-4512-B9B4-265CC0677796}"/>
                    </a:ext>
                  </a:extLst>
                </p14:cNvPr>
                <p14:cNvContentPartPr/>
                <p14:nvPr/>
              </p14:nvContentPartPr>
              <p14:xfrm>
                <a:off x="6569566" y="6280971"/>
                <a:ext cx="181080" cy="8388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529C51CE-358E-4512-B9B4-265CC067779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551566" y="6263331"/>
                  <a:ext cx="216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5CE9FB36-DC04-4D10-AE5D-FB4039AE6962}"/>
                    </a:ext>
                  </a:extLst>
                </p14:cNvPr>
                <p14:cNvContentPartPr/>
                <p14:nvPr/>
              </p14:nvContentPartPr>
              <p14:xfrm>
                <a:off x="6887446" y="6146331"/>
                <a:ext cx="151920" cy="22104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5CE9FB36-DC04-4D10-AE5D-FB4039AE696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869806" y="6128331"/>
                  <a:ext cx="187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FDA09C21-2E0C-4BE7-8ACE-DA71CA316F8C}"/>
                    </a:ext>
                  </a:extLst>
                </p14:cNvPr>
                <p14:cNvContentPartPr/>
                <p14:nvPr/>
              </p14:nvContentPartPr>
              <p14:xfrm>
                <a:off x="7111726" y="6278811"/>
                <a:ext cx="41760" cy="12024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FDA09C21-2E0C-4BE7-8ACE-DA71CA316F8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94086" y="6260811"/>
                  <a:ext cx="77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5EDBDD19-0AB7-4D71-B2FB-F808FCA8D9BF}"/>
                    </a:ext>
                  </a:extLst>
                </p14:cNvPr>
                <p14:cNvContentPartPr/>
                <p14:nvPr/>
              </p14:nvContentPartPr>
              <p14:xfrm>
                <a:off x="7204606" y="6099531"/>
                <a:ext cx="204480" cy="25992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5EDBDD19-0AB7-4D71-B2FB-F808FCA8D9B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186606" y="6081531"/>
                  <a:ext cx="2401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A557A7BA-B269-4C66-8F4D-900DFA0BFEEE}"/>
                    </a:ext>
                  </a:extLst>
                </p14:cNvPr>
                <p14:cNvContentPartPr/>
                <p14:nvPr/>
              </p14:nvContentPartPr>
              <p14:xfrm>
                <a:off x="7488286" y="6053451"/>
                <a:ext cx="163080" cy="28980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A557A7BA-B269-4C66-8F4D-900DFA0BFEE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70286" y="6035451"/>
                  <a:ext cx="1987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4730FF2C-5A38-4E3B-A973-52A15D8042D2}"/>
                    </a:ext>
                  </a:extLst>
                </p14:cNvPr>
                <p14:cNvContentPartPr/>
                <p14:nvPr/>
              </p14:nvContentPartPr>
              <p14:xfrm>
                <a:off x="7764046" y="6277731"/>
                <a:ext cx="54720" cy="4572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4730FF2C-5A38-4E3B-A973-52A15D8042D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746046" y="6259731"/>
                  <a:ext cx="90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984FC5FA-3A3D-46E1-8EF0-AEBEBCB489D6}"/>
                    </a:ext>
                  </a:extLst>
                </p14:cNvPr>
                <p14:cNvContentPartPr/>
                <p14:nvPr/>
              </p14:nvContentPartPr>
              <p14:xfrm>
                <a:off x="7952686" y="6023571"/>
                <a:ext cx="258480" cy="1836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984FC5FA-3A3D-46E1-8EF0-AEBEBCB489D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934686" y="6005931"/>
                  <a:ext cx="294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845BA7B0-6942-490A-A0A2-C58A6454EEC6}"/>
                    </a:ext>
                  </a:extLst>
                </p14:cNvPr>
                <p14:cNvContentPartPr/>
                <p14:nvPr/>
              </p14:nvContentPartPr>
              <p14:xfrm>
                <a:off x="7999126" y="6033651"/>
                <a:ext cx="191160" cy="272520"/>
              </p14:xfrm>
            </p:contentPart>
          </mc:Choice>
          <mc:Fallback xmlns=""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845BA7B0-6942-490A-A0A2-C58A6454EEC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981126" y="6015651"/>
                  <a:ext cx="226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9F0EB358-C16C-4C58-8CA2-9F704822D1FC}"/>
                    </a:ext>
                  </a:extLst>
                </p14:cNvPr>
                <p14:cNvContentPartPr/>
                <p14:nvPr/>
              </p14:nvContentPartPr>
              <p14:xfrm>
                <a:off x="8259406" y="6111051"/>
                <a:ext cx="131040" cy="20592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9F0EB358-C16C-4C58-8CA2-9F704822D1F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41766" y="6093411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Agrupar 357">
            <a:extLst>
              <a:ext uri="{FF2B5EF4-FFF2-40B4-BE49-F238E27FC236}">
                <a16:creationId xmlns:a16="http://schemas.microsoft.com/office/drawing/2014/main" id="{06ACFB7B-B325-4B07-8314-B7DCD684078C}"/>
              </a:ext>
            </a:extLst>
          </p:cNvPr>
          <p:cNvGrpSpPr/>
          <p:nvPr/>
        </p:nvGrpSpPr>
        <p:grpSpPr>
          <a:xfrm>
            <a:off x="8495206" y="5110611"/>
            <a:ext cx="4736160" cy="1055160"/>
            <a:chOff x="8495206" y="5110611"/>
            <a:chExt cx="4736160" cy="10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E915410F-056B-476A-A792-F30951076D57}"/>
                    </a:ext>
                  </a:extLst>
                </p14:cNvPr>
                <p14:cNvContentPartPr/>
                <p14:nvPr/>
              </p14:nvContentPartPr>
              <p14:xfrm>
                <a:off x="8495206" y="5443971"/>
                <a:ext cx="578880" cy="505080"/>
              </p14:xfrm>
            </p:contentPart>
          </mc:Choice>
          <mc:Fallback xmlns=""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E915410F-056B-476A-A792-F30951076D5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77566" y="5426331"/>
                  <a:ext cx="6145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837E5BA5-AB00-44B8-A1B1-3239E3F9AAB1}"/>
                    </a:ext>
                  </a:extLst>
                </p14:cNvPr>
                <p14:cNvContentPartPr/>
                <p14:nvPr/>
              </p14:nvContentPartPr>
              <p14:xfrm>
                <a:off x="9219886" y="5279091"/>
                <a:ext cx="312120" cy="59760"/>
              </p14:xfrm>
            </p:contentPart>
          </mc:Choice>
          <mc:Fallback xmlns=""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837E5BA5-AB00-44B8-A1B1-3239E3F9AAB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202246" y="5261091"/>
                  <a:ext cx="347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A8DB080E-DB7A-4926-8C99-61346093A257}"/>
                    </a:ext>
                  </a:extLst>
                </p14:cNvPr>
                <p14:cNvContentPartPr/>
                <p14:nvPr/>
              </p14:nvContentPartPr>
              <p14:xfrm>
                <a:off x="9303046" y="5340651"/>
                <a:ext cx="273960" cy="234360"/>
              </p14:xfrm>
            </p:contentPart>
          </mc:Choice>
          <mc:Fallback xmlns=""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A8DB080E-DB7A-4926-8C99-61346093A25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285406" y="5322651"/>
                  <a:ext cx="309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CF6DE5C7-C717-472A-B707-D1A12E4A87AE}"/>
                    </a:ext>
                  </a:extLst>
                </p14:cNvPr>
                <p14:cNvContentPartPr/>
                <p14:nvPr/>
              </p14:nvContentPartPr>
              <p14:xfrm>
                <a:off x="9595366" y="5409411"/>
                <a:ext cx="237240" cy="184680"/>
              </p14:xfrm>
            </p:contentPart>
          </mc:Choice>
          <mc:Fallback xmlns=""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CF6DE5C7-C717-472A-B707-D1A12E4A87A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77726" y="5391411"/>
                  <a:ext cx="272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F1BCA554-2C4C-4D70-AF8E-A4A3346A8A93}"/>
                    </a:ext>
                  </a:extLst>
                </p14:cNvPr>
                <p14:cNvContentPartPr/>
                <p14:nvPr/>
              </p14:nvContentPartPr>
              <p14:xfrm>
                <a:off x="9963286" y="5502291"/>
                <a:ext cx="193320" cy="24480"/>
              </p14:xfrm>
            </p:contentPart>
          </mc:Choice>
          <mc:Fallback xmlns=""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F1BCA554-2C4C-4D70-AF8E-A4A3346A8A9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945286" y="5484291"/>
                  <a:ext cx="228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7DCC9066-9EC8-47D3-9B5B-7C68DEB43491}"/>
                    </a:ext>
                  </a:extLst>
                </p14:cNvPr>
                <p14:cNvContentPartPr/>
                <p14:nvPr/>
              </p14:nvContentPartPr>
              <p14:xfrm>
                <a:off x="9875086" y="5441451"/>
                <a:ext cx="237600" cy="83160"/>
              </p14:xfrm>
            </p:contentPart>
          </mc:Choice>
          <mc:Fallback xmlns=""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7DCC9066-9EC8-47D3-9B5B-7C68DEB4349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57086" y="5423811"/>
                  <a:ext cx="273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01DC3C3C-0ABD-48A7-8094-AE3B2E4AD10F}"/>
                    </a:ext>
                  </a:extLst>
                </p14:cNvPr>
                <p14:cNvContentPartPr/>
                <p14:nvPr/>
              </p14:nvContentPartPr>
              <p14:xfrm>
                <a:off x="10253806" y="5207091"/>
                <a:ext cx="298440" cy="289440"/>
              </p14:xfrm>
            </p:contentPart>
          </mc:Choice>
          <mc:Fallback xmlns=""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01DC3C3C-0ABD-48A7-8094-AE3B2E4AD10F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235806" y="5189451"/>
                  <a:ext cx="334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D9014126-8354-4F3F-A087-C3629CB15C43}"/>
                    </a:ext>
                  </a:extLst>
                </p14:cNvPr>
                <p14:cNvContentPartPr/>
                <p14:nvPr/>
              </p14:nvContentPartPr>
              <p14:xfrm>
                <a:off x="10685446" y="5413011"/>
                <a:ext cx="19800" cy="133560"/>
              </p14:xfrm>
            </p:contentPart>
          </mc:Choice>
          <mc:Fallback xmlns=""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D9014126-8354-4F3F-A087-C3629CB15C4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667446" y="5395371"/>
                  <a:ext cx="55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E1B915F7-F0AF-49CE-96D2-217C34F3DF22}"/>
                    </a:ext>
                  </a:extLst>
                </p14:cNvPr>
                <p14:cNvContentPartPr/>
                <p14:nvPr/>
              </p14:nvContentPartPr>
              <p14:xfrm>
                <a:off x="10783006" y="5212851"/>
                <a:ext cx="147600" cy="281880"/>
              </p14:xfrm>
            </p:contentPart>
          </mc:Choice>
          <mc:Fallback xmlns=""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E1B915F7-F0AF-49CE-96D2-217C34F3DF2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765366" y="5195211"/>
                  <a:ext cx="1832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7F0E00F7-0107-4531-B48A-B57D4B84C483}"/>
                    </a:ext>
                  </a:extLst>
                </p14:cNvPr>
                <p14:cNvContentPartPr/>
                <p14:nvPr/>
              </p14:nvContentPartPr>
              <p14:xfrm>
                <a:off x="10753846" y="5391051"/>
                <a:ext cx="236160" cy="22320"/>
              </p14:xfrm>
            </p:contentPart>
          </mc:Choice>
          <mc:Fallback xmlns=""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7F0E00F7-0107-4531-B48A-B57D4B84C48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736206" y="5373411"/>
                  <a:ext cx="27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6AD6822B-41BB-452D-BE5A-11E1012869EA}"/>
                    </a:ext>
                  </a:extLst>
                </p14:cNvPr>
                <p14:cNvContentPartPr/>
                <p14:nvPr/>
              </p14:nvContentPartPr>
              <p14:xfrm>
                <a:off x="10326166" y="5609931"/>
                <a:ext cx="777600" cy="19440"/>
              </p14:xfrm>
            </p:contentPart>
          </mc:Choice>
          <mc:Fallback xmlns=""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6AD6822B-41BB-452D-BE5A-11E1012869E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308166" y="5592291"/>
                  <a:ext cx="813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A6567AF0-257E-4991-9F39-DF4012208DAF}"/>
                    </a:ext>
                  </a:extLst>
                </p14:cNvPr>
                <p14:cNvContentPartPr/>
                <p14:nvPr/>
              </p14:nvContentPartPr>
              <p14:xfrm>
                <a:off x="10287646" y="5793891"/>
                <a:ext cx="206280" cy="303840"/>
              </p14:xfrm>
            </p:contentPart>
          </mc:Choice>
          <mc:Fallback xmlns=""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A6567AF0-257E-4991-9F39-DF4012208DA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270006" y="5775891"/>
                  <a:ext cx="241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98FBD981-A98D-4348-8A86-512D33D55213}"/>
                    </a:ext>
                  </a:extLst>
                </p14:cNvPr>
                <p14:cNvContentPartPr/>
                <p14:nvPr/>
              </p14:nvContentPartPr>
              <p14:xfrm>
                <a:off x="10571686" y="6009171"/>
                <a:ext cx="2880" cy="156600"/>
              </p14:xfrm>
            </p:contentPart>
          </mc:Choice>
          <mc:Fallback xmlns=""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98FBD981-A98D-4348-8A86-512D33D5521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554046" y="5991531"/>
                  <a:ext cx="38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D2B40F41-95B9-47E3-BC57-64F8A8ADB677}"/>
                    </a:ext>
                  </a:extLst>
                </p14:cNvPr>
                <p14:cNvContentPartPr/>
                <p14:nvPr/>
              </p14:nvContentPartPr>
              <p14:xfrm>
                <a:off x="10612006" y="5834211"/>
                <a:ext cx="173880" cy="246960"/>
              </p14:xfrm>
            </p:contentPart>
          </mc:Choice>
          <mc:Fallback xmlns=""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D2B40F41-95B9-47E3-BC57-64F8A8ADB67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594366" y="5816211"/>
                  <a:ext cx="209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0CA985FE-6FC3-4BCF-855F-DFB2171744F3}"/>
                    </a:ext>
                  </a:extLst>
                </p14:cNvPr>
                <p14:cNvContentPartPr/>
                <p14:nvPr/>
              </p14:nvContentPartPr>
              <p14:xfrm>
                <a:off x="10829806" y="5801451"/>
                <a:ext cx="199440" cy="279720"/>
              </p14:xfrm>
            </p:contentPart>
          </mc:Choice>
          <mc:Fallback xmlns=""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0CA985FE-6FC3-4BCF-855F-DFB2171744F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811806" y="5783451"/>
                  <a:ext cx="235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1F00DFF4-7970-4A23-ABFB-03EF1EC54435}"/>
                    </a:ext>
                  </a:extLst>
                </p14:cNvPr>
                <p14:cNvContentPartPr/>
                <p14:nvPr/>
              </p14:nvContentPartPr>
              <p14:xfrm>
                <a:off x="11222926" y="5530731"/>
                <a:ext cx="217800" cy="33480"/>
              </p14:xfrm>
            </p:contentPart>
          </mc:Choice>
          <mc:Fallback xmlns=""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1F00DFF4-7970-4A23-ABFB-03EF1EC5443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05286" y="5513091"/>
                  <a:ext cx="253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754AE639-3C03-4BC3-BD03-5D735568A1E2}"/>
                    </a:ext>
                  </a:extLst>
                </p14:cNvPr>
                <p14:cNvContentPartPr/>
                <p14:nvPr/>
              </p14:nvContentPartPr>
              <p14:xfrm>
                <a:off x="11237686" y="5486811"/>
                <a:ext cx="185040" cy="15840"/>
              </p14:xfrm>
            </p:contentPart>
          </mc:Choice>
          <mc:Fallback xmlns=""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754AE639-3C03-4BC3-BD03-5D735568A1E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220046" y="5469171"/>
                  <a:ext cx="220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B4C32167-195C-43AF-A5A8-549E29797628}"/>
                    </a:ext>
                  </a:extLst>
                </p14:cNvPr>
                <p14:cNvContentPartPr/>
                <p14:nvPr/>
              </p14:nvContentPartPr>
              <p14:xfrm>
                <a:off x="11551246" y="5141211"/>
                <a:ext cx="168120" cy="348480"/>
              </p14:xfrm>
            </p:contentPart>
          </mc:Choice>
          <mc:Fallback xmlns=""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B4C32167-195C-43AF-A5A8-549E2979762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533246" y="5123211"/>
                  <a:ext cx="203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0A48C068-A18B-446C-BE37-2FDFBEAA4238}"/>
                    </a:ext>
                  </a:extLst>
                </p14:cNvPr>
                <p14:cNvContentPartPr/>
                <p14:nvPr/>
              </p14:nvContentPartPr>
              <p14:xfrm>
                <a:off x="11807566" y="5316531"/>
                <a:ext cx="10080" cy="230400"/>
              </p14:xfrm>
            </p:contentPart>
          </mc:Choice>
          <mc:Fallback xmlns=""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0A48C068-A18B-446C-BE37-2FDFBEAA423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789566" y="5298531"/>
                  <a:ext cx="45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C2620F11-7387-4B7A-9ECD-75230E8F617A}"/>
                    </a:ext>
                  </a:extLst>
                </p14:cNvPr>
                <p14:cNvContentPartPr/>
                <p14:nvPr/>
              </p14:nvContentPartPr>
              <p14:xfrm>
                <a:off x="11891806" y="5174331"/>
                <a:ext cx="200880" cy="305640"/>
              </p14:xfrm>
            </p:contentPart>
          </mc:Choice>
          <mc:Fallback xmlns=""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C2620F11-7387-4B7A-9ECD-75230E8F617A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873806" y="5156331"/>
                  <a:ext cx="236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319DA097-4816-449B-AA93-085D0A90F7B8}"/>
                    </a:ext>
                  </a:extLst>
                </p14:cNvPr>
                <p14:cNvContentPartPr/>
                <p14:nvPr/>
              </p14:nvContentPartPr>
              <p14:xfrm>
                <a:off x="12159286" y="5207451"/>
                <a:ext cx="16200" cy="259200"/>
              </p14:xfrm>
            </p:contentPart>
          </mc:Choice>
          <mc:Fallback xmlns=""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319DA097-4816-449B-AA93-085D0A90F7B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2141646" y="5189451"/>
                  <a:ext cx="51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AC9AD284-5D9E-4AE6-91D6-9AEAB9214059}"/>
                    </a:ext>
                  </a:extLst>
                </p14:cNvPr>
                <p14:cNvContentPartPr/>
                <p14:nvPr/>
              </p14:nvContentPartPr>
              <p14:xfrm>
                <a:off x="12246046" y="5247411"/>
                <a:ext cx="385200" cy="203400"/>
              </p14:xfrm>
            </p:contentPart>
          </mc:Choice>
          <mc:Fallback xmlns=""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AC9AD284-5D9E-4AE6-91D6-9AEAB921405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2228406" y="5229771"/>
                  <a:ext cx="420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6C3FE730-BCE1-4FB9-A4A7-672DEE9BA5E6}"/>
                    </a:ext>
                  </a:extLst>
                </p14:cNvPr>
                <p14:cNvContentPartPr/>
                <p14:nvPr/>
              </p14:nvContentPartPr>
              <p14:xfrm>
                <a:off x="12722686" y="5137611"/>
                <a:ext cx="176040" cy="272520"/>
              </p14:xfrm>
            </p:contentPart>
          </mc:Choice>
          <mc:Fallback xmlns=""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6C3FE730-BCE1-4FB9-A4A7-672DEE9BA5E6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2705046" y="5119611"/>
                  <a:ext cx="211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28607D5B-BFBF-439B-87C5-1486E08511C3}"/>
                    </a:ext>
                  </a:extLst>
                </p14:cNvPr>
                <p14:cNvContentPartPr/>
                <p14:nvPr/>
              </p14:nvContentPartPr>
              <p14:xfrm>
                <a:off x="12819526" y="5110611"/>
                <a:ext cx="411840" cy="572040"/>
              </p14:xfrm>
            </p:contentPart>
          </mc:Choice>
          <mc:Fallback xmlns=""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28607D5B-BFBF-439B-87C5-1486E08511C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2801526" y="5092971"/>
                  <a:ext cx="44748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Agrupar 359">
            <a:extLst>
              <a:ext uri="{FF2B5EF4-FFF2-40B4-BE49-F238E27FC236}">
                <a16:creationId xmlns:a16="http://schemas.microsoft.com/office/drawing/2014/main" id="{D3E31B81-55EF-4F53-8E37-00C3D7FF9398}"/>
              </a:ext>
            </a:extLst>
          </p:cNvPr>
          <p:cNvGrpSpPr/>
          <p:nvPr/>
        </p:nvGrpSpPr>
        <p:grpSpPr>
          <a:xfrm>
            <a:off x="1177486" y="4235091"/>
            <a:ext cx="2055600" cy="855000"/>
            <a:chOff x="1177486" y="4235091"/>
            <a:chExt cx="2055600" cy="85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667A8F47-9A1B-420C-823E-4B9F48E10567}"/>
                    </a:ext>
                  </a:extLst>
                </p14:cNvPr>
                <p14:cNvContentPartPr/>
                <p14:nvPr/>
              </p14:nvContentPartPr>
              <p14:xfrm>
                <a:off x="1177486" y="4784091"/>
                <a:ext cx="158400" cy="1224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667A8F47-9A1B-420C-823E-4B9F48E1056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59846" y="4766091"/>
                  <a:ext cx="194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0ED81433-2E75-4303-B37F-462E3CCD31AA}"/>
                    </a:ext>
                  </a:extLst>
                </p14:cNvPr>
                <p14:cNvContentPartPr/>
                <p14:nvPr/>
              </p14:nvContentPartPr>
              <p14:xfrm>
                <a:off x="1497166" y="4591491"/>
                <a:ext cx="288720" cy="2808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0ED81433-2E75-4303-B37F-462E3CCD31A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79166" y="4573851"/>
                  <a:ext cx="324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DBF905D0-DC7E-4D87-A0E7-B6667FCF5F1F}"/>
                    </a:ext>
                  </a:extLst>
                </p14:cNvPr>
                <p14:cNvContentPartPr/>
                <p14:nvPr/>
              </p14:nvContentPartPr>
              <p14:xfrm>
                <a:off x="1586446" y="4620291"/>
                <a:ext cx="469440" cy="30168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DBF905D0-DC7E-4D87-A0E7-B6667FCF5F1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568446" y="4602291"/>
                  <a:ext cx="5050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926F9AEB-094F-4E7A-BED3-1BADA01DA970}"/>
                    </a:ext>
                  </a:extLst>
                </p14:cNvPr>
                <p14:cNvContentPartPr/>
                <p14:nvPr/>
              </p14:nvContentPartPr>
              <p14:xfrm>
                <a:off x="2098006" y="4715331"/>
                <a:ext cx="226800" cy="20376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926F9AEB-094F-4E7A-BED3-1BADA01DA97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080366" y="4697331"/>
                  <a:ext cx="262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C2FCDA99-D80B-4020-AE32-4B66A2995027}"/>
                    </a:ext>
                  </a:extLst>
                </p14:cNvPr>
                <p14:cNvContentPartPr/>
                <p14:nvPr/>
              </p14:nvContentPartPr>
              <p14:xfrm>
                <a:off x="2452966" y="4788411"/>
                <a:ext cx="211680" cy="828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C2FCDA99-D80B-4020-AE32-4B66A299502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434966" y="4770771"/>
                  <a:ext cx="247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44EBEDBE-4FE2-4A4F-AB4B-129DA8599BF1}"/>
                    </a:ext>
                  </a:extLst>
                </p14:cNvPr>
                <p14:cNvContentPartPr/>
                <p14:nvPr/>
              </p14:nvContentPartPr>
              <p14:xfrm>
                <a:off x="2828086" y="4630011"/>
                <a:ext cx="266760" cy="900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44EBEDBE-4FE2-4A4F-AB4B-129DA8599BF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10086" y="4612371"/>
                  <a:ext cx="3024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947641BC-1AB4-412E-83BC-0957F6D3E461}"/>
                    </a:ext>
                  </a:extLst>
                </p14:cNvPr>
                <p14:cNvContentPartPr/>
                <p14:nvPr/>
              </p14:nvContentPartPr>
              <p14:xfrm>
                <a:off x="2863006" y="4640091"/>
                <a:ext cx="243000" cy="29268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947641BC-1AB4-412E-83BC-0957F6D3E46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845006" y="4622091"/>
                  <a:ext cx="278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927914EF-7AAF-449E-A90E-6A0CA6A5A0EC}"/>
                    </a:ext>
                  </a:extLst>
                </p14:cNvPr>
                <p14:cNvContentPartPr/>
                <p14:nvPr/>
              </p14:nvContentPartPr>
              <p14:xfrm>
                <a:off x="3203566" y="4730811"/>
                <a:ext cx="29520" cy="17568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927914EF-7AAF-449E-A90E-6A0CA6A5A0E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185566" y="4713171"/>
                  <a:ext cx="65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F24EA41F-3B26-4D41-8354-C1562D7E73D4}"/>
                    </a:ext>
                  </a:extLst>
                </p14:cNvPr>
                <p14:cNvContentPartPr/>
                <p14:nvPr/>
              </p14:nvContentPartPr>
              <p14:xfrm>
                <a:off x="1491406" y="4235091"/>
                <a:ext cx="955440" cy="855000"/>
              </p14:xfrm>
            </p:contentPart>
          </mc:Choice>
          <mc:Fallback xmlns=""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F24EA41F-3B26-4D41-8354-C1562D7E73D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473766" y="4217451"/>
                  <a:ext cx="991080" cy="89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Agrupar 404">
            <a:extLst>
              <a:ext uri="{FF2B5EF4-FFF2-40B4-BE49-F238E27FC236}">
                <a16:creationId xmlns:a16="http://schemas.microsoft.com/office/drawing/2014/main" id="{EE317E44-0A48-478A-BBC4-84346A85ECEE}"/>
              </a:ext>
            </a:extLst>
          </p:cNvPr>
          <p:cNvGrpSpPr/>
          <p:nvPr/>
        </p:nvGrpSpPr>
        <p:grpSpPr>
          <a:xfrm>
            <a:off x="6895006" y="3626726"/>
            <a:ext cx="6006600" cy="1166040"/>
            <a:chOff x="6895006" y="3626726"/>
            <a:chExt cx="600660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AFDD81E4-AD3E-467A-B113-B21B1C8C625D}"/>
                    </a:ext>
                  </a:extLst>
                </p14:cNvPr>
                <p14:cNvContentPartPr/>
                <p14:nvPr/>
              </p14:nvContentPartPr>
              <p14:xfrm>
                <a:off x="7008046" y="3937046"/>
                <a:ext cx="10080" cy="2520"/>
              </p14:xfrm>
            </p:contentPart>
          </mc:Choice>
          <mc:Fallback xmlns=""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AFDD81E4-AD3E-467A-B113-B21B1C8C625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990046" y="3919046"/>
                  <a:ext cx="45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6ECD4359-94B8-4DDE-830D-5F59A92DC479}"/>
                    </a:ext>
                  </a:extLst>
                </p14:cNvPr>
                <p14:cNvContentPartPr/>
                <p14:nvPr/>
              </p14:nvContentPartPr>
              <p14:xfrm>
                <a:off x="6895006" y="3910406"/>
                <a:ext cx="319680" cy="10080"/>
              </p14:xfrm>
            </p:contentPart>
          </mc:Choice>
          <mc:Fallback xmlns=""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6ECD4359-94B8-4DDE-830D-5F59A92DC479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877366" y="3892766"/>
                  <a:ext cx="355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A179A1F8-6970-4CD1-B3E5-60C6A71AA8C2}"/>
                    </a:ext>
                  </a:extLst>
                </p14:cNvPr>
                <p14:cNvContentPartPr/>
                <p14:nvPr/>
              </p14:nvContentPartPr>
              <p14:xfrm>
                <a:off x="7016326" y="3911486"/>
                <a:ext cx="393480" cy="406800"/>
              </p14:xfrm>
            </p:contentPart>
          </mc:Choice>
          <mc:Fallback xmlns=""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A179A1F8-6970-4CD1-B3E5-60C6A71AA8C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998686" y="3893846"/>
                  <a:ext cx="4291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EB017031-6E73-4344-8954-36045190AEE7}"/>
                    </a:ext>
                  </a:extLst>
                </p14:cNvPr>
                <p14:cNvContentPartPr/>
                <p14:nvPr/>
              </p14:nvContentPartPr>
              <p14:xfrm>
                <a:off x="7457326" y="4087886"/>
                <a:ext cx="286560" cy="283320"/>
              </p14:xfrm>
            </p:contentPart>
          </mc:Choice>
          <mc:Fallback xmlns=""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EB017031-6E73-4344-8954-36045190AEE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439686" y="4069886"/>
                  <a:ext cx="322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E1DE7682-3850-4BA2-82D8-B1026DFCDA68}"/>
                    </a:ext>
                  </a:extLst>
                </p14:cNvPr>
                <p14:cNvContentPartPr/>
                <p14:nvPr/>
              </p14:nvContentPartPr>
              <p14:xfrm>
                <a:off x="7930726" y="4202006"/>
                <a:ext cx="147240" cy="38880"/>
              </p14:xfrm>
            </p:contentPart>
          </mc:Choice>
          <mc:Fallback xmlns=""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E1DE7682-3850-4BA2-82D8-B1026DFCDA6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912726" y="4184006"/>
                  <a:ext cx="182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52EC2CB3-4480-44D1-8884-5CEF6E054EA8}"/>
                    </a:ext>
                  </a:extLst>
                </p14:cNvPr>
                <p14:cNvContentPartPr/>
                <p14:nvPr/>
              </p14:nvContentPartPr>
              <p14:xfrm>
                <a:off x="7882846" y="4106246"/>
                <a:ext cx="193320" cy="35640"/>
              </p14:xfrm>
            </p:contentPart>
          </mc:Choice>
          <mc:Fallback xmlns=""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52EC2CB3-4480-44D1-8884-5CEF6E054EA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865206" y="4088606"/>
                  <a:ext cx="228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5F12D2D4-A98B-4A53-80CB-B286BF9423CF}"/>
                    </a:ext>
                  </a:extLst>
                </p14:cNvPr>
                <p14:cNvContentPartPr/>
                <p14:nvPr/>
              </p14:nvContentPartPr>
              <p14:xfrm>
                <a:off x="8238526" y="3906086"/>
                <a:ext cx="321840" cy="320040"/>
              </p14:xfrm>
            </p:contentPart>
          </mc:Choice>
          <mc:Fallback xmlns=""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5F12D2D4-A98B-4A53-80CB-B286BF9423CF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20886" y="3888446"/>
                  <a:ext cx="357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9B15E77A-823E-4307-A46B-0D339EF876D8}"/>
                    </a:ext>
                  </a:extLst>
                </p14:cNvPr>
                <p14:cNvContentPartPr/>
                <p14:nvPr/>
              </p14:nvContentPartPr>
              <p14:xfrm>
                <a:off x="8611126" y="3996446"/>
                <a:ext cx="290520" cy="207720"/>
              </p14:xfrm>
            </p:contentPart>
          </mc:Choice>
          <mc:Fallback xmlns=""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9B15E77A-823E-4307-A46B-0D339EF876D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593126" y="3978446"/>
                  <a:ext cx="3261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DAD29615-901E-4ED0-A74D-097957C6173A}"/>
                    </a:ext>
                  </a:extLst>
                </p14:cNvPr>
                <p14:cNvContentPartPr/>
                <p14:nvPr/>
              </p14:nvContentPartPr>
              <p14:xfrm>
                <a:off x="8995246" y="3979886"/>
                <a:ext cx="181080" cy="15840"/>
              </p14:xfrm>
            </p:contentPart>
          </mc:Choice>
          <mc:Fallback xmlns=""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DAD29615-901E-4ED0-A74D-097957C6173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977246" y="3961886"/>
                  <a:ext cx="216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9B53110E-37AC-40E1-ACE8-D6D2DC8EC64C}"/>
                    </a:ext>
                  </a:extLst>
                </p14:cNvPr>
                <p14:cNvContentPartPr/>
                <p14:nvPr/>
              </p14:nvContentPartPr>
              <p14:xfrm>
                <a:off x="9390166" y="3745526"/>
                <a:ext cx="325440" cy="14040"/>
              </p14:xfrm>
            </p:contentPart>
          </mc:Choice>
          <mc:Fallback xmlns=""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9B53110E-37AC-40E1-ACE8-D6D2DC8EC64C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372166" y="3727526"/>
                  <a:ext cx="361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C6482291-B687-4620-B958-5B76D0C1FEC9}"/>
                    </a:ext>
                  </a:extLst>
                </p14:cNvPr>
                <p14:cNvContentPartPr/>
                <p14:nvPr/>
              </p14:nvContentPartPr>
              <p14:xfrm>
                <a:off x="9431566" y="3772886"/>
                <a:ext cx="272880" cy="342360"/>
              </p14:xfrm>
            </p:contentPart>
          </mc:Choice>
          <mc:Fallback xmlns=""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C6482291-B687-4620-B958-5B76D0C1FEC9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413566" y="3755246"/>
                  <a:ext cx="3085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8AA5C3C4-91E9-4187-8026-4C01BB3F2D64}"/>
                    </a:ext>
                  </a:extLst>
                </p14:cNvPr>
                <p14:cNvContentPartPr/>
                <p14:nvPr/>
              </p14:nvContentPartPr>
              <p14:xfrm>
                <a:off x="9761326" y="3928046"/>
                <a:ext cx="5040" cy="162720"/>
              </p14:xfrm>
            </p:contentPart>
          </mc:Choice>
          <mc:Fallback xmlns=""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8AA5C3C4-91E9-4187-8026-4C01BB3F2D64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43686" y="3910406"/>
                  <a:ext cx="40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7BE06B11-2AC0-4B93-A572-F4809D526A01}"/>
                    </a:ext>
                  </a:extLst>
                </p14:cNvPr>
                <p14:cNvContentPartPr/>
                <p14:nvPr/>
              </p14:nvContentPartPr>
              <p14:xfrm>
                <a:off x="9979126" y="3977726"/>
                <a:ext cx="205560" cy="23400"/>
              </p14:xfrm>
            </p:contentPart>
          </mc:Choice>
          <mc:Fallback xmlns=""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7BE06B11-2AC0-4B93-A572-F4809D526A0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961126" y="3959726"/>
                  <a:ext cx="241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3A09FBC8-8F0A-41D2-ACDA-02A9D2C80012}"/>
                    </a:ext>
                  </a:extLst>
                </p14:cNvPr>
                <p14:cNvContentPartPr/>
                <p14:nvPr/>
              </p14:nvContentPartPr>
              <p14:xfrm>
                <a:off x="10008286" y="3858926"/>
                <a:ext cx="355680" cy="185400"/>
              </p14:xfrm>
            </p:contentPart>
          </mc:Choice>
          <mc:Fallback xmlns=""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3A09FBC8-8F0A-41D2-ACDA-02A9D2C8001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990646" y="3840926"/>
                  <a:ext cx="391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6B773493-3160-4E57-8873-C0E4D1C299CB}"/>
                    </a:ext>
                  </a:extLst>
                </p14:cNvPr>
                <p14:cNvContentPartPr/>
                <p14:nvPr/>
              </p14:nvContentPartPr>
              <p14:xfrm>
                <a:off x="10597606" y="3707006"/>
                <a:ext cx="205200" cy="303840"/>
              </p14:xfrm>
            </p:contentPart>
          </mc:Choice>
          <mc:Fallback xmlns=""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6B773493-3160-4E57-8873-C0E4D1C299C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579606" y="3689366"/>
                  <a:ext cx="2408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B482B553-762C-4C87-8989-B9822DD4D54A}"/>
                    </a:ext>
                  </a:extLst>
                </p14:cNvPr>
                <p14:cNvContentPartPr/>
                <p14:nvPr/>
              </p14:nvContentPartPr>
              <p14:xfrm>
                <a:off x="10900366" y="3924806"/>
                <a:ext cx="2880" cy="119160"/>
              </p14:xfrm>
            </p:contentPart>
          </mc:Choice>
          <mc:Fallback xmlns=""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B482B553-762C-4C87-8989-B9822DD4D54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882726" y="3906806"/>
                  <a:ext cx="38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79" name="Tinta 378">
                  <a:extLst>
                    <a:ext uri="{FF2B5EF4-FFF2-40B4-BE49-F238E27FC236}">
                      <a16:creationId xmlns:a16="http://schemas.microsoft.com/office/drawing/2014/main" id="{C2342BB1-11B4-48B8-BEB8-8C14E0C221FB}"/>
                    </a:ext>
                  </a:extLst>
                </p14:cNvPr>
                <p14:cNvContentPartPr/>
                <p14:nvPr/>
              </p14:nvContentPartPr>
              <p14:xfrm>
                <a:off x="10985326" y="3709886"/>
                <a:ext cx="184680" cy="231840"/>
              </p14:xfrm>
            </p:contentPart>
          </mc:Choice>
          <mc:Fallback xmlns="">
            <p:pic>
              <p:nvPicPr>
                <p:cNvPr id="379" name="Tinta 378">
                  <a:extLst>
                    <a:ext uri="{FF2B5EF4-FFF2-40B4-BE49-F238E27FC236}">
                      <a16:creationId xmlns:a16="http://schemas.microsoft.com/office/drawing/2014/main" id="{C2342BB1-11B4-48B8-BEB8-8C14E0C221F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967686" y="3692246"/>
                  <a:ext cx="220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8CEB40F3-7168-488F-8FA2-182595183BA6}"/>
                    </a:ext>
                  </a:extLst>
                </p14:cNvPr>
                <p14:cNvContentPartPr/>
                <p14:nvPr/>
              </p14:nvContentPartPr>
              <p14:xfrm>
                <a:off x="11257486" y="3793766"/>
                <a:ext cx="288720" cy="202680"/>
              </p14:xfrm>
            </p:contentPart>
          </mc:Choice>
          <mc:Fallback xmlns=""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8CEB40F3-7168-488F-8FA2-182595183BA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1239846" y="3776126"/>
                  <a:ext cx="324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B2591B46-9A3D-4F5E-990C-FF7D9EA85B38}"/>
                    </a:ext>
                  </a:extLst>
                </p14:cNvPr>
                <p14:cNvContentPartPr/>
                <p14:nvPr/>
              </p14:nvContentPartPr>
              <p14:xfrm>
                <a:off x="11658166" y="3853166"/>
                <a:ext cx="117360" cy="13320"/>
              </p14:xfrm>
            </p:contentPart>
          </mc:Choice>
          <mc:Fallback xmlns=""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B2591B46-9A3D-4F5E-990C-FF7D9EA85B38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640526" y="3835526"/>
                  <a:ext cx="153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F7AD4453-AF75-44EA-B7FD-0D6A1CC86FD8}"/>
                    </a:ext>
                  </a:extLst>
                </p14:cNvPr>
                <p14:cNvContentPartPr/>
                <p14:nvPr/>
              </p14:nvContentPartPr>
              <p14:xfrm>
                <a:off x="11849326" y="3626726"/>
                <a:ext cx="160920" cy="236520"/>
              </p14:xfrm>
            </p:contentPart>
          </mc:Choice>
          <mc:Fallback xmlns=""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F7AD4453-AF75-44EA-B7FD-0D6A1CC86FD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831326" y="3608726"/>
                  <a:ext cx="196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A168DAE4-C696-4412-A0B5-6BE358E59B9D}"/>
                    </a:ext>
                  </a:extLst>
                </p14:cNvPr>
                <p14:cNvContentPartPr/>
                <p14:nvPr/>
              </p14:nvContentPartPr>
              <p14:xfrm>
                <a:off x="12046966" y="3799526"/>
                <a:ext cx="2880" cy="110520"/>
              </p14:xfrm>
            </p:contentPart>
          </mc:Choice>
          <mc:Fallback xmlns=""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A168DAE4-C696-4412-A0B5-6BE358E59B9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2028966" y="3781526"/>
                  <a:ext cx="38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65A6F5FB-0D92-4208-90E1-B1ADC083525F}"/>
                    </a:ext>
                  </a:extLst>
                </p14:cNvPr>
                <p14:cNvContentPartPr/>
                <p14:nvPr/>
              </p14:nvContentPartPr>
              <p14:xfrm>
                <a:off x="12174766" y="3645446"/>
                <a:ext cx="191520" cy="263160"/>
              </p14:xfrm>
            </p:contentPart>
          </mc:Choice>
          <mc:Fallback xmlns=""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65A6F5FB-0D92-4208-90E1-B1ADC083525F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2156766" y="3627446"/>
                  <a:ext cx="227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A58A4936-0AAD-4C12-8679-8218AC3453A3}"/>
                    </a:ext>
                  </a:extLst>
                </p14:cNvPr>
                <p14:cNvContentPartPr/>
                <p14:nvPr/>
              </p14:nvContentPartPr>
              <p14:xfrm>
                <a:off x="12476806" y="3685046"/>
                <a:ext cx="16560" cy="214560"/>
              </p14:xfrm>
            </p:contentPart>
          </mc:Choice>
          <mc:Fallback xmlns=""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A58A4936-0AAD-4C12-8679-8218AC3453A3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2458806" y="3667046"/>
                  <a:ext cx="52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556D0846-8F29-450B-B250-D1D4F3FE77A4}"/>
                    </a:ext>
                  </a:extLst>
                </p14:cNvPr>
                <p14:cNvContentPartPr/>
                <p14:nvPr/>
              </p14:nvContentPartPr>
              <p14:xfrm>
                <a:off x="12565726" y="3778646"/>
                <a:ext cx="234000" cy="117360"/>
              </p14:xfrm>
            </p:contentPart>
          </mc:Choice>
          <mc:Fallback xmlns=""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556D0846-8F29-450B-B250-D1D4F3FE77A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2547726" y="3760646"/>
                  <a:ext cx="269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98DD9EAD-23E5-4E11-A683-CCE79FFE54EF}"/>
                    </a:ext>
                  </a:extLst>
                </p14:cNvPr>
                <p14:cNvContentPartPr/>
                <p14:nvPr/>
              </p14:nvContentPartPr>
              <p14:xfrm>
                <a:off x="9463246" y="4326566"/>
                <a:ext cx="336240" cy="46080"/>
              </p14:xfrm>
            </p:contentPart>
          </mc:Choice>
          <mc:Fallback xmlns=""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98DD9EAD-23E5-4E11-A683-CCE79FFE54EF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445606" y="4308926"/>
                  <a:ext cx="371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66A9CAA9-71E8-4718-B7B0-E95BEE5BB11A}"/>
                    </a:ext>
                  </a:extLst>
                </p14:cNvPr>
                <p14:cNvContentPartPr/>
                <p14:nvPr/>
              </p14:nvContentPartPr>
              <p14:xfrm>
                <a:off x="9581686" y="4365806"/>
                <a:ext cx="456480" cy="286200"/>
              </p14:xfrm>
            </p:contentPart>
          </mc:Choice>
          <mc:Fallback xmlns=""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66A9CAA9-71E8-4718-B7B0-E95BEE5BB11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64046" y="4348166"/>
                  <a:ext cx="4921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065FB569-C718-4896-AB28-CFD73B109762}"/>
                    </a:ext>
                  </a:extLst>
                </p14:cNvPr>
                <p14:cNvContentPartPr/>
                <p14:nvPr/>
              </p14:nvContentPartPr>
              <p14:xfrm>
                <a:off x="10063006" y="4416926"/>
                <a:ext cx="327600" cy="225360"/>
              </p14:xfrm>
            </p:contentPart>
          </mc:Choice>
          <mc:Fallback xmlns=""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065FB569-C718-4896-AB28-CFD73B109762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045366" y="4399286"/>
                  <a:ext cx="363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97B588BE-C506-4774-8215-452E8E1D8AAF}"/>
                    </a:ext>
                  </a:extLst>
                </p14:cNvPr>
                <p14:cNvContentPartPr/>
                <p14:nvPr/>
              </p14:nvContentPartPr>
              <p14:xfrm>
                <a:off x="10529566" y="4486766"/>
                <a:ext cx="193680" cy="26280"/>
              </p14:xfrm>
            </p:contentPart>
          </mc:Choice>
          <mc:Fallback xmlns=""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97B588BE-C506-4774-8215-452E8E1D8AAF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511926" y="4469126"/>
                  <a:ext cx="229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BD2A691C-7D25-4DF0-81D5-2AC25797A78D}"/>
                    </a:ext>
                  </a:extLst>
                </p14:cNvPr>
                <p14:cNvContentPartPr/>
                <p14:nvPr/>
              </p14:nvContentPartPr>
              <p14:xfrm>
                <a:off x="10500766" y="4424126"/>
                <a:ext cx="168840" cy="7920"/>
              </p14:xfrm>
            </p:contentPart>
          </mc:Choice>
          <mc:Fallback xmlns=""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BD2A691C-7D25-4DF0-81D5-2AC25797A78D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483126" y="4406486"/>
                  <a:ext cx="204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7C2EA723-FB8E-4491-84D3-C132DAEEB81A}"/>
                    </a:ext>
                  </a:extLst>
                </p14:cNvPr>
                <p14:cNvContentPartPr/>
                <p14:nvPr/>
              </p14:nvContentPartPr>
              <p14:xfrm>
                <a:off x="10937446" y="4190846"/>
                <a:ext cx="233640" cy="247680"/>
              </p14:xfrm>
            </p:contentPart>
          </mc:Choice>
          <mc:Fallback xmlns=""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7C2EA723-FB8E-4491-84D3-C132DAEEB81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919446" y="4173206"/>
                  <a:ext cx="269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1269F78F-DDA0-4FAE-8D08-D4170E6B86B6}"/>
                    </a:ext>
                  </a:extLst>
                </p14:cNvPr>
                <p14:cNvContentPartPr/>
                <p14:nvPr/>
              </p14:nvContentPartPr>
              <p14:xfrm>
                <a:off x="11306446" y="4372286"/>
                <a:ext cx="7560" cy="138960"/>
              </p14:xfrm>
            </p:contentPart>
          </mc:Choice>
          <mc:Fallback xmlns=""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1269F78F-DDA0-4FAE-8D08-D4170E6B86B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288446" y="4354646"/>
                  <a:ext cx="43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497DE686-213F-405E-9A2A-7EEFA531152A}"/>
                    </a:ext>
                  </a:extLst>
                </p14:cNvPr>
                <p14:cNvContentPartPr/>
                <p14:nvPr/>
              </p14:nvContentPartPr>
              <p14:xfrm>
                <a:off x="11454046" y="4174646"/>
                <a:ext cx="171000" cy="241920"/>
              </p14:xfrm>
            </p:contentPart>
          </mc:Choice>
          <mc:Fallback xmlns=""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497DE686-213F-405E-9A2A-7EEFA531152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436406" y="4156646"/>
                  <a:ext cx="206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49F4EB1C-F2EB-4936-B085-D22560CB0548}"/>
                    </a:ext>
                  </a:extLst>
                </p14:cNvPr>
                <p14:cNvContentPartPr/>
                <p14:nvPr/>
              </p14:nvContentPartPr>
              <p14:xfrm>
                <a:off x="11703526" y="4159526"/>
                <a:ext cx="172800" cy="222120"/>
              </p14:xfrm>
            </p:contentPart>
          </mc:Choice>
          <mc:Fallback xmlns=""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49F4EB1C-F2EB-4936-B085-D22560CB0548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685526" y="4141526"/>
                  <a:ext cx="208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C61FBA98-52BF-4AE6-A36B-DC7D16C8E87B}"/>
                    </a:ext>
                  </a:extLst>
                </p14:cNvPr>
                <p14:cNvContentPartPr/>
                <p14:nvPr/>
              </p14:nvContentPartPr>
              <p14:xfrm>
                <a:off x="11991886" y="4227206"/>
                <a:ext cx="293040" cy="146520"/>
              </p14:xfrm>
            </p:contentPart>
          </mc:Choice>
          <mc:Fallback xmlns=""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C61FBA98-52BF-4AE6-A36B-DC7D16C8E87B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973886" y="4209206"/>
                  <a:ext cx="328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381A9B63-1BCF-4BD5-8152-3C3AD5810A87}"/>
                    </a:ext>
                  </a:extLst>
                </p14:cNvPr>
                <p14:cNvContentPartPr/>
                <p14:nvPr/>
              </p14:nvContentPartPr>
              <p14:xfrm>
                <a:off x="12360166" y="4118846"/>
                <a:ext cx="171360" cy="276840"/>
              </p14:xfrm>
            </p:contentPart>
          </mc:Choice>
          <mc:Fallback xmlns=""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381A9B63-1BCF-4BD5-8152-3C3AD5810A8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2342166" y="4100846"/>
                  <a:ext cx="207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E3F4CAC6-F116-40A8-9958-9238857BC4E0}"/>
                    </a:ext>
                  </a:extLst>
                </p14:cNvPr>
                <p14:cNvContentPartPr/>
                <p14:nvPr/>
              </p14:nvContentPartPr>
              <p14:xfrm>
                <a:off x="12337846" y="4283366"/>
                <a:ext cx="292320" cy="60480"/>
              </p14:xfrm>
            </p:contentPart>
          </mc:Choice>
          <mc:Fallback xmlns=""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E3F4CAC6-F116-40A8-9958-9238857BC4E0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2319846" y="4265726"/>
                  <a:ext cx="327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81EC5B47-8EFE-4CAD-AE2F-6C9B06DAA163}"/>
                    </a:ext>
                  </a:extLst>
                </p14:cNvPr>
                <p14:cNvContentPartPr/>
                <p14:nvPr/>
              </p14:nvContentPartPr>
              <p14:xfrm>
                <a:off x="12468886" y="4105166"/>
                <a:ext cx="362160" cy="434880"/>
              </p14:xfrm>
            </p:contentPart>
          </mc:Choice>
          <mc:Fallback xmlns=""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81EC5B47-8EFE-4CAD-AE2F-6C9B06DAA16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2451246" y="4087526"/>
                  <a:ext cx="39780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3584AB93-EFEB-4F14-A7E4-51EE07CACAF0}"/>
                    </a:ext>
                  </a:extLst>
                </p14:cNvPr>
                <p14:cNvContentPartPr/>
                <p14:nvPr/>
              </p14:nvContentPartPr>
              <p14:xfrm>
                <a:off x="12527206" y="4405406"/>
                <a:ext cx="374400" cy="172440"/>
              </p14:xfrm>
            </p:contentPart>
          </mc:Choice>
          <mc:Fallback xmlns=""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3584AB93-EFEB-4F14-A7E4-51EE07CACAF0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2509566" y="4387766"/>
                  <a:ext cx="410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86026F2A-FA3E-4997-A450-D52A776FAB64}"/>
                    </a:ext>
                  </a:extLst>
                </p14:cNvPr>
                <p14:cNvContentPartPr/>
                <p14:nvPr/>
              </p14:nvContentPartPr>
              <p14:xfrm>
                <a:off x="9223846" y="3973766"/>
                <a:ext cx="3575880" cy="819000"/>
              </p14:xfrm>
            </p:contentPart>
          </mc:Choice>
          <mc:Fallback xmlns=""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86026F2A-FA3E-4997-A450-D52A776FAB64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205846" y="3956126"/>
                  <a:ext cx="3611520" cy="85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81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791C471-3706-42D9-896E-32A8876B9B41}"/>
              </a:ext>
            </a:extLst>
          </p:cNvPr>
          <p:cNvPicPr/>
          <p:nvPr/>
        </p:nvPicPr>
        <p:blipFill rotWithShape="1">
          <a:blip r:embed="rId2"/>
          <a:srcRect l="13452" t="30707" r="59504" b="26832"/>
          <a:stretch/>
        </p:blipFill>
        <p:spPr bwMode="auto">
          <a:xfrm>
            <a:off x="255587" y="482600"/>
            <a:ext cx="3851955" cy="32947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377B878-1B81-485B-A09A-2E4B97576F99}"/>
              </a:ext>
            </a:extLst>
          </p:cNvPr>
          <p:cNvSpPr/>
          <p:nvPr/>
        </p:nvSpPr>
        <p:spPr>
          <a:xfrm>
            <a:off x="3705124" y="250165"/>
            <a:ext cx="5188152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Vo  e a corrente para o circuito abaixo: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FA42126-2C85-462A-8577-72CE3CBA3394}"/>
                  </a:ext>
                </a:extLst>
              </p14:cNvPr>
              <p14:cNvContentPartPr/>
              <p14:nvPr/>
            </p14:nvContentPartPr>
            <p14:xfrm>
              <a:off x="1754926" y="123531"/>
              <a:ext cx="13680" cy="900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FA42126-2C85-462A-8577-72CE3CBA3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7286" y="105891"/>
                <a:ext cx="49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57E093E-E7A0-481D-97F8-CE6325B75575}"/>
                  </a:ext>
                </a:extLst>
              </p14:cNvPr>
              <p14:cNvContentPartPr/>
              <p14:nvPr/>
            </p14:nvContentPartPr>
            <p14:xfrm>
              <a:off x="1427326" y="1048731"/>
              <a:ext cx="39600" cy="2664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57E093E-E7A0-481D-97F8-CE6325B755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9686" y="1030731"/>
                <a:ext cx="752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9DEFA3E3-438D-47A3-A15B-3536D6F2BA1D}"/>
                  </a:ext>
                </a:extLst>
              </p14:cNvPr>
              <p14:cNvContentPartPr/>
              <p14:nvPr/>
            </p14:nvContentPartPr>
            <p14:xfrm>
              <a:off x="1493566" y="1080771"/>
              <a:ext cx="19800" cy="1584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9DEFA3E3-438D-47A3-A15B-3536D6F2BA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5566" y="1062771"/>
                <a:ext cx="554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1943ADC5-28B6-429A-8FAA-3CBDC1523EA6}"/>
                  </a:ext>
                </a:extLst>
              </p14:cNvPr>
              <p14:cNvContentPartPr/>
              <p14:nvPr/>
            </p14:nvContentPartPr>
            <p14:xfrm>
              <a:off x="1499686" y="2113611"/>
              <a:ext cx="1440" cy="90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1943ADC5-28B6-429A-8FAA-3CBDC1523E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81686" y="2095611"/>
                <a:ext cx="37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9E08EE7B-67C3-4C4E-853E-67444D076BA3}"/>
                  </a:ext>
                </a:extLst>
              </p14:cNvPr>
              <p14:cNvContentPartPr/>
              <p14:nvPr/>
            </p14:nvContentPartPr>
            <p14:xfrm>
              <a:off x="1738006" y="965931"/>
              <a:ext cx="73800" cy="25920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9E08EE7B-67C3-4C4E-853E-67444D076B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20006" y="947931"/>
                <a:ext cx="1094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A5AE2B50-00BD-45E2-B4A6-585983DD458E}"/>
                  </a:ext>
                </a:extLst>
              </p14:cNvPr>
              <p14:cNvContentPartPr/>
              <p14:nvPr/>
            </p14:nvContentPartPr>
            <p14:xfrm>
              <a:off x="1746286" y="839931"/>
              <a:ext cx="93600" cy="31176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A5AE2B50-00BD-45E2-B4A6-585983DD458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28646" y="821931"/>
                <a:ext cx="1292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70787E26-B9CA-461E-A0D2-1002688B9CB8}"/>
                  </a:ext>
                </a:extLst>
              </p14:cNvPr>
              <p14:cNvContentPartPr/>
              <p14:nvPr/>
            </p14:nvContentPartPr>
            <p14:xfrm>
              <a:off x="2447926" y="976011"/>
              <a:ext cx="45360" cy="12672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70787E26-B9CA-461E-A0D2-1002688B9C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30286" y="958371"/>
                <a:ext cx="810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C91667F-D8A1-4B5A-9A9D-4F5D79F7B5C9}"/>
              </a:ext>
            </a:extLst>
          </p:cNvPr>
          <p:cNvGrpSpPr/>
          <p:nvPr/>
        </p:nvGrpSpPr>
        <p:grpSpPr>
          <a:xfrm>
            <a:off x="1940686" y="98331"/>
            <a:ext cx="1000080" cy="537120"/>
            <a:chOff x="1940686" y="98331"/>
            <a:chExt cx="10000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1FB299E-8BA4-4512-B9BF-24634EC0FF3F}"/>
                    </a:ext>
                  </a:extLst>
                </p14:cNvPr>
                <p14:cNvContentPartPr/>
                <p14:nvPr/>
              </p14:nvContentPartPr>
              <p14:xfrm>
                <a:off x="1940686" y="368331"/>
                <a:ext cx="689760" cy="2671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1FB299E-8BA4-4512-B9BF-24634EC0FF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22686" y="350331"/>
                  <a:ext cx="725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F465C4C8-1B42-4CA4-B72E-54472861BB91}"/>
                    </a:ext>
                  </a:extLst>
                </p14:cNvPr>
                <p14:cNvContentPartPr/>
                <p14:nvPr/>
              </p14:nvContentPartPr>
              <p14:xfrm>
                <a:off x="2525326" y="113811"/>
                <a:ext cx="149040" cy="2026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F465C4C8-1B42-4CA4-B72E-54472861BB9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07686" y="95811"/>
                  <a:ext cx="1846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0DECBD0-2150-44CB-A281-57D555CE8819}"/>
                    </a:ext>
                  </a:extLst>
                </p14:cNvPr>
                <p14:cNvContentPartPr/>
                <p14:nvPr/>
              </p14:nvContentPartPr>
              <p14:xfrm>
                <a:off x="2732686" y="240171"/>
                <a:ext cx="3960" cy="1180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0DECBD0-2150-44CB-A281-57D555CE88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15046" y="222531"/>
                  <a:ext cx="39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038B143-CE7C-4CFF-B72D-C655C8B5EBB5}"/>
                    </a:ext>
                  </a:extLst>
                </p14:cNvPr>
                <p14:cNvContentPartPr/>
                <p14:nvPr/>
              </p14:nvContentPartPr>
              <p14:xfrm>
                <a:off x="2771926" y="98331"/>
                <a:ext cx="104040" cy="2347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038B143-CE7C-4CFF-B72D-C655C8B5EB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53926" y="80691"/>
                  <a:ext cx="139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D49B2CA8-0E96-40B9-BED1-8734E6385EB7}"/>
                    </a:ext>
                  </a:extLst>
                </p14:cNvPr>
                <p14:cNvContentPartPr/>
                <p14:nvPr/>
              </p14:nvContentPartPr>
              <p14:xfrm>
                <a:off x="2800006" y="236931"/>
                <a:ext cx="140760" cy="14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D49B2CA8-0E96-40B9-BED1-8734E6385EB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82006" y="219291"/>
                  <a:ext cx="1764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9A1605B4-D1CA-47F7-A2FE-084F6D2669D2}"/>
              </a:ext>
            </a:extLst>
          </p:cNvPr>
          <p:cNvGrpSpPr/>
          <p:nvPr/>
        </p:nvGrpSpPr>
        <p:grpSpPr>
          <a:xfrm>
            <a:off x="1800286" y="1325571"/>
            <a:ext cx="889920" cy="456120"/>
            <a:chOff x="1800286" y="1325571"/>
            <a:chExt cx="88992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02715C36-A6E0-40B7-AAFA-D9ADCD8493D9}"/>
                    </a:ext>
                  </a:extLst>
                </p14:cNvPr>
                <p14:cNvContentPartPr/>
                <p14:nvPr/>
              </p14:nvContentPartPr>
              <p14:xfrm>
                <a:off x="1800286" y="1489731"/>
                <a:ext cx="765360" cy="2919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02715C36-A6E0-40B7-AAFA-D9ADCD8493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82286" y="1471731"/>
                  <a:ext cx="801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C69E9B0-BC17-4545-B574-5B3071F4299F}"/>
                    </a:ext>
                  </a:extLst>
                </p14:cNvPr>
                <p14:cNvContentPartPr/>
                <p14:nvPr/>
              </p14:nvContentPartPr>
              <p14:xfrm>
                <a:off x="2333086" y="1355451"/>
                <a:ext cx="99000" cy="1350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C69E9B0-BC17-4545-B574-5B3071F429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15446" y="1337451"/>
                  <a:ext cx="134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E51FB3C-DE55-4E65-9D1B-BA2BCBEA8C6E}"/>
                    </a:ext>
                  </a:extLst>
                </p14:cNvPr>
                <p14:cNvContentPartPr/>
                <p14:nvPr/>
              </p14:nvContentPartPr>
              <p14:xfrm>
                <a:off x="2469886" y="1411611"/>
                <a:ext cx="35640" cy="11808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E51FB3C-DE55-4E65-9D1B-BA2BCBEA8C6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52246" y="1393971"/>
                  <a:ext cx="71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29234250-2972-4FEA-A219-DA9C711D31FA}"/>
                    </a:ext>
                  </a:extLst>
                </p14:cNvPr>
                <p14:cNvContentPartPr/>
                <p14:nvPr/>
              </p14:nvContentPartPr>
              <p14:xfrm>
                <a:off x="2501926" y="1325571"/>
                <a:ext cx="80280" cy="19512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29234250-2972-4FEA-A219-DA9C711D31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83926" y="1307931"/>
                  <a:ext cx="115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1D3A117-7AA6-4834-9964-0976AF0E94DD}"/>
                    </a:ext>
                  </a:extLst>
                </p14:cNvPr>
                <p14:cNvContentPartPr/>
                <p14:nvPr/>
              </p14:nvContentPartPr>
              <p14:xfrm>
                <a:off x="2518846" y="1383171"/>
                <a:ext cx="171360" cy="10368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1D3A117-7AA6-4834-9964-0976AF0E94D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01206" y="1365171"/>
                  <a:ext cx="20700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92AF8B59-7E78-4069-A399-38EF6EEBF541}"/>
                  </a:ext>
                </a:extLst>
              </p14:cNvPr>
              <p14:cNvContentPartPr/>
              <p14:nvPr/>
            </p14:nvContentPartPr>
            <p14:xfrm>
              <a:off x="9352366" y="1361931"/>
              <a:ext cx="444600" cy="3420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92AF8B59-7E78-4069-A399-38EF6EEBF54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34726" y="1343931"/>
                <a:ext cx="480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6FEA3F72-E1A8-4E3F-8F72-6AB6F5637BBC}"/>
                  </a:ext>
                </a:extLst>
              </p14:cNvPr>
              <p14:cNvContentPartPr/>
              <p14:nvPr/>
            </p14:nvContentPartPr>
            <p14:xfrm>
              <a:off x="9609406" y="1353651"/>
              <a:ext cx="187920" cy="4608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6FEA3F72-E1A8-4E3F-8F72-6AB6F5637BB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91406" y="1336011"/>
                <a:ext cx="2235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FF4C417F-3C49-4D32-B4FB-DF40EE94817E}"/>
                  </a:ext>
                </a:extLst>
              </p14:cNvPr>
              <p14:cNvContentPartPr/>
              <p14:nvPr/>
            </p14:nvContentPartPr>
            <p14:xfrm>
              <a:off x="9317806" y="127131"/>
              <a:ext cx="1135440" cy="130428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FF4C417F-3C49-4D32-B4FB-DF40EE94817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300166" y="109131"/>
                <a:ext cx="1171080" cy="13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Agrupar 71">
            <a:extLst>
              <a:ext uri="{FF2B5EF4-FFF2-40B4-BE49-F238E27FC236}">
                <a16:creationId xmlns:a16="http://schemas.microsoft.com/office/drawing/2014/main" id="{8EE321D5-F029-4261-BD76-116A6061CCD9}"/>
              </a:ext>
            </a:extLst>
          </p:cNvPr>
          <p:cNvGrpSpPr/>
          <p:nvPr/>
        </p:nvGrpSpPr>
        <p:grpSpPr>
          <a:xfrm>
            <a:off x="8737126" y="23811"/>
            <a:ext cx="3281760" cy="1789920"/>
            <a:chOff x="8737126" y="23811"/>
            <a:chExt cx="3281760" cy="178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A046E0CD-B27F-43AC-A95F-085CE26FB464}"/>
                    </a:ext>
                  </a:extLst>
                </p14:cNvPr>
                <p14:cNvContentPartPr/>
                <p14:nvPr/>
              </p14:nvContentPartPr>
              <p14:xfrm>
                <a:off x="9311686" y="180771"/>
                <a:ext cx="77400" cy="16012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A046E0CD-B27F-43AC-A95F-085CE26FB46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94046" y="163131"/>
                  <a:ext cx="113040" cy="16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28743AD8-DA73-47C0-8B5B-7D7638C7376E}"/>
                    </a:ext>
                  </a:extLst>
                </p14:cNvPr>
                <p14:cNvContentPartPr/>
                <p14:nvPr/>
              </p14:nvContentPartPr>
              <p14:xfrm>
                <a:off x="8745766" y="1363371"/>
                <a:ext cx="2677680" cy="17964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28743AD8-DA73-47C0-8B5B-7D7638C737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28126" y="1345371"/>
                  <a:ext cx="271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B34E9DB-80CC-43A9-A7E0-8C21FE539F99}"/>
                    </a:ext>
                  </a:extLst>
                </p14:cNvPr>
                <p14:cNvContentPartPr/>
                <p14:nvPr/>
              </p14:nvContentPartPr>
              <p14:xfrm>
                <a:off x="9250486" y="116691"/>
                <a:ext cx="219240" cy="22176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B34E9DB-80CC-43A9-A7E0-8C21FE539F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32846" y="99051"/>
                  <a:ext cx="254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0E99DB0D-A86C-4C23-ABCA-16E73C93F5A8}"/>
                    </a:ext>
                  </a:extLst>
                </p14:cNvPr>
                <p14:cNvContentPartPr/>
                <p14:nvPr/>
              </p14:nvContentPartPr>
              <p14:xfrm>
                <a:off x="8737126" y="23811"/>
                <a:ext cx="257760" cy="3420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0E99DB0D-A86C-4C23-ABCA-16E73C93F5A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19486" y="5811"/>
                  <a:ext cx="293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DBB88AD-FBA9-4FBE-A524-DA78C029734D}"/>
                    </a:ext>
                  </a:extLst>
                </p14:cNvPr>
                <p14:cNvContentPartPr/>
                <p14:nvPr/>
              </p14:nvContentPartPr>
              <p14:xfrm>
                <a:off x="8833606" y="46851"/>
                <a:ext cx="303480" cy="27432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DBB88AD-FBA9-4FBE-A524-DA78C029734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15606" y="28851"/>
                  <a:ext cx="339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3A853CA-EE92-439A-9167-40A06B99CE8B}"/>
                    </a:ext>
                  </a:extLst>
                </p14:cNvPr>
                <p14:cNvContentPartPr/>
                <p14:nvPr/>
              </p14:nvContentPartPr>
              <p14:xfrm>
                <a:off x="11631886" y="1427451"/>
                <a:ext cx="178200" cy="30132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3A853CA-EE92-439A-9167-40A06B99CE8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614246" y="1409811"/>
                  <a:ext cx="2138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F68F4C4-11CC-4C8E-AEB7-A23DB4E22732}"/>
                    </a:ext>
                  </a:extLst>
                </p14:cNvPr>
                <p14:cNvContentPartPr/>
                <p14:nvPr/>
              </p14:nvContentPartPr>
              <p14:xfrm>
                <a:off x="11819446" y="1488651"/>
                <a:ext cx="199440" cy="2444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F68F4C4-11CC-4C8E-AEB7-A23DB4E2273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801806" y="1471011"/>
                  <a:ext cx="235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F02F48B4-38C7-4A28-803E-B25E6D66BFC2}"/>
                    </a:ext>
                  </a:extLst>
                </p14:cNvPr>
                <p14:cNvContentPartPr/>
                <p14:nvPr/>
              </p14:nvContentPartPr>
              <p14:xfrm>
                <a:off x="9210166" y="1113531"/>
                <a:ext cx="120240" cy="1584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F02F48B4-38C7-4A28-803E-B25E6D66BFC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92526" y="1095891"/>
                  <a:ext cx="155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FA78C881-D497-4B5D-8FEB-FDA9C2D2D465}"/>
                    </a:ext>
                  </a:extLst>
                </p14:cNvPr>
                <p14:cNvContentPartPr/>
                <p14:nvPr/>
              </p14:nvContentPartPr>
              <p14:xfrm>
                <a:off x="9460726" y="1149891"/>
                <a:ext cx="360" cy="3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FA78C881-D497-4B5D-8FEB-FDA9C2D2D46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43086" y="113225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A4D635D2-16DC-425D-8354-96C5B9C3731E}"/>
                    </a:ext>
                  </a:extLst>
                </p14:cNvPr>
                <p14:cNvContentPartPr/>
                <p14:nvPr/>
              </p14:nvContentPartPr>
              <p14:xfrm>
                <a:off x="9260206" y="772611"/>
                <a:ext cx="115200" cy="2664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A4D635D2-16DC-425D-8354-96C5B9C373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42566" y="754971"/>
                  <a:ext cx="150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12A9C035-F88A-427C-BF93-7F447339B051}"/>
                    </a:ext>
                  </a:extLst>
                </p14:cNvPr>
                <p14:cNvContentPartPr/>
                <p14:nvPr/>
              </p14:nvContentPartPr>
              <p14:xfrm>
                <a:off x="9464326" y="814371"/>
                <a:ext cx="365760" cy="565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12A9C035-F88A-427C-BF93-7F447339B05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46686" y="796731"/>
                  <a:ext cx="401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7469D65-DAA7-4A2A-AB0F-F4F911746350}"/>
                    </a:ext>
                  </a:extLst>
                </p14:cNvPr>
                <p14:cNvContentPartPr/>
                <p14:nvPr/>
              </p14:nvContentPartPr>
              <p14:xfrm>
                <a:off x="9954646" y="880251"/>
                <a:ext cx="399960" cy="378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7469D65-DAA7-4A2A-AB0F-F4F91174635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36646" y="862611"/>
                  <a:ext cx="435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AD132CFB-0805-420A-8181-7FB5E18F1DEB}"/>
                    </a:ext>
                  </a:extLst>
                </p14:cNvPr>
                <p14:cNvContentPartPr/>
                <p14:nvPr/>
              </p14:nvContentPartPr>
              <p14:xfrm>
                <a:off x="10420126" y="906891"/>
                <a:ext cx="47880" cy="1368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AD132CFB-0805-420A-8181-7FB5E18F1DE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02486" y="888891"/>
                  <a:ext cx="83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9338FACA-4B93-4ED4-888B-15402CEFC104}"/>
                    </a:ext>
                  </a:extLst>
                </p14:cNvPr>
                <p14:cNvContentPartPr/>
                <p14:nvPr/>
              </p14:nvContentPartPr>
              <p14:xfrm>
                <a:off x="9459646" y="445011"/>
                <a:ext cx="360" cy="3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9338FACA-4B93-4ED4-888B-15402CEFC1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41646" y="42701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B0611FF5-DB5A-4676-9860-F3E87902C604}"/>
                    </a:ext>
                  </a:extLst>
                </p14:cNvPr>
                <p14:cNvContentPartPr/>
                <p14:nvPr/>
              </p14:nvContentPartPr>
              <p14:xfrm>
                <a:off x="9299446" y="1323771"/>
                <a:ext cx="739800" cy="1159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B0611FF5-DB5A-4676-9860-F3E87902C6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81806" y="1305771"/>
                  <a:ext cx="775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ECC0061-E503-4351-8836-AC413850A302}"/>
                    </a:ext>
                  </a:extLst>
                </p14:cNvPr>
                <p14:cNvContentPartPr/>
                <p14:nvPr/>
              </p14:nvContentPartPr>
              <p14:xfrm>
                <a:off x="9360646" y="1369851"/>
                <a:ext cx="250920" cy="442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ECC0061-E503-4351-8836-AC413850A3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42646" y="1352211"/>
                  <a:ext cx="286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617A5B9D-C4B5-41EB-97FE-476234A2ECC4}"/>
                    </a:ext>
                  </a:extLst>
                </p14:cNvPr>
                <p14:cNvContentPartPr/>
                <p14:nvPr/>
              </p14:nvContentPartPr>
              <p14:xfrm>
                <a:off x="9981646" y="1439331"/>
                <a:ext cx="360" cy="3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617A5B9D-C4B5-41EB-97FE-476234A2ECC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63646" y="142133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4CCA37E-52AD-466B-9835-863FD111082A}"/>
                    </a:ext>
                  </a:extLst>
                </p14:cNvPr>
                <p14:cNvContentPartPr/>
                <p14:nvPr/>
              </p14:nvContentPartPr>
              <p14:xfrm>
                <a:off x="10118446" y="1306131"/>
                <a:ext cx="32040" cy="3204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4CCA37E-52AD-466B-9835-863FD11108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100446" y="1288491"/>
                  <a:ext cx="67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8086EB1B-0D72-441D-867E-78A511EF6574}"/>
                    </a:ext>
                  </a:extLst>
                </p14:cNvPr>
                <p14:cNvContentPartPr/>
                <p14:nvPr/>
              </p14:nvContentPartPr>
              <p14:xfrm>
                <a:off x="10043926" y="1298931"/>
                <a:ext cx="132480" cy="1022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8086EB1B-0D72-441D-867E-78A511EF65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25926" y="1280931"/>
                  <a:ext cx="168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649FDB9-86AF-4AC3-91A3-11BE390DF185}"/>
                    </a:ext>
                  </a:extLst>
                </p14:cNvPr>
                <p14:cNvContentPartPr/>
                <p14:nvPr/>
              </p14:nvContentPartPr>
              <p14:xfrm>
                <a:off x="10076686" y="1322691"/>
                <a:ext cx="88200" cy="13572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649FDB9-86AF-4AC3-91A3-11BE390DF18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59046" y="1304691"/>
                  <a:ext cx="123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4F76B8E6-344A-48AC-9249-FC7E84D8DC95}"/>
                    </a:ext>
                  </a:extLst>
                </p14:cNvPr>
                <p14:cNvContentPartPr/>
                <p14:nvPr/>
              </p14:nvContentPartPr>
              <p14:xfrm>
                <a:off x="9929086" y="1575051"/>
                <a:ext cx="142200" cy="1854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4F76B8E6-344A-48AC-9249-FC7E84D8DC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11086" y="1557411"/>
                  <a:ext cx="177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C2FF96C-D235-4A23-B8BE-0D589E448C27}"/>
                    </a:ext>
                  </a:extLst>
                </p14:cNvPr>
                <p14:cNvContentPartPr/>
                <p14:nvPr/>
              </p14:nvContentPartPr>
              <p14:xfrm>
                <a:off x="10115926" y="1678011"/>
                <a:ext cx="30960" cy="13572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C2FF96C-D235-4A23-B8BE-0D589E448C2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97926" y="1660011"/>
                  <a:ext cx="66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0EBBC992-E89D-4FF1-ACFD-193D533B83C8}"/>
                    </a:ext>
                  </a:extLst>
                </p14:cNvPr>
                <p14:cNvContentPartPr/>
                <p14:nvPr/>
              </p14:nvContentPartPr>
              <p14:xfrm>
                <a:off x="10145086" y="1552371"/>
                <a:ext cx="142200" cy="2091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0EBBC992-E89D-4FF1-ACFD-193D533B83C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27446" y="1534731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B6872A0-36F9-44D3-80FC-A2FE60C307FD}"/>
                    </a:ext>
                  </a:extLst>
                </p14:cNvPr>
                <p14:cNvContentPartPr/>
                <p14:nvPr/>
              </p14:nvContentPartPr>
              <p14:xfrm>
                <a:off x="10184326" y="1605291"/>
                <a:ext cx="284760" cy="18144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B6872A0-36F9-44D3-80FC-A2FE60C307F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66686" y="1587291"/>
                  <a:ext cx="32040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405E0BD8-AFA6-4F75-8FBD-EBC0A053EC32}"/>
              </a:ext>
            </a:extLst>
          </p:cNvPr>
          <p:cNvGrpSpPr/>
          <p:nvPr/>
        </p:nvGrpSpPr>
        <p:grpSpPr>
          <a:xfrm>
            <a:off x="1846726" y="1649211"/>
            <a:ext cx="618480" cy="621360"/>
            <a:chOff x="1846726" y="1649211"/>
            <a:chExt cx="618480" cy="6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F11FDC93-3C86-4443-B929-37C388F9CA28}"/>
                    </a:ext>
                  </a:extLst>
                </p14:cNvPr>
                <p14:cNvContentPartPr/>
                <p14:nvPr/>
              </p14:nvContentPartPr>
              <p14:xfrm>
                <a:off x="1974886" y="1649211"/>
                <a:ext cx="490320" cy="58824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F11FDC93-3C86-4443-B929-37C388F9CA2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57246" y="1631571"/>
                  <a:ext cx="5259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019E7452-691D-4E05-AA51-28E448A66D72}"/>
                    </a:ext>
                  </a:extLst>
                </p14:cNvPr>
                <p14:cNvContentPartPr/>
                <p14:nvPr/>
              </p14:nvContentPartPr>
              <p14:xfrm>
                <a:off x="1846726" y="1719771"/>
                <a:ext cx="474480" cy="55080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019E7452-691D-4E05-AA51-28E448A66D7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28726" y="1701771"/>
                  <a:ext cx="510120" cy="58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FF815C14-EBD9-4F64-92AD-66EDF1633385}"/>
              </a:ext>
            </a:extLst>
          </p:cNvPr>
          <p:cNvGrpSpPr/>
          <p:nvPr/>
        </p:nvGrpSpPr>
        <p:grpSpPr>
          <a:xfrm>
            <a:off x="3666166" y="1132251"/>
            <a:ext cx="3416040" cy="1784160"/>
            <a:chOff x="3666166" y="1132251"/>
            <a:chExt cx="3416040" cy="178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20ACEB64-0B63-45D8-AB4E-FAE2A789046B}"/>
                    </a:ext>
                  </a:extLst>
                </p14:cNvPr>
                <p14:cNvContentPartPr/>
                <p14:nvPr/>
              </p14:nvContentPartPr>
              <p14:xfrm>
                <a:off x="4218766" y="1434651"/>
                <a:ext cx="29880" cy="5274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20ACEB64-0B63-45D8-AB4E-FAE2A78904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01126" y="1416651"/>
                  <a:ext cx="6552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F47C3FC-071E-459D-84A1-AC66AF4ECEFA}"/>
                    </a:ext>
                  </a:extLst>
                </p14:cNvPr>
                <p14:cNvContentPartPr/>
                <p14:nvPr/>
              </p14:nvContentPartPr>
              <p14:xfrm>
                <a:off x="3950926" y="1974651"/>
                <a:ext cx="754560" cy="21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F47C3FC-071E-459D-84A1-AC66AF4ECEF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933286" y="1956651"/>
                  <a:ext cx="790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37F467C-0D1F-48AC-9830-DC15D93C6148}"/>
                    </a:ext>
                  </a:extLst>
                </p14:cNvPr>
                <p14:cNvContentPartPr/>
                <p14:nvPr/>
              </p14:nvContentPartPr>
              <p14:xfrm>
                <a:off x="4151086" y="2080491"/>
                <a:ext cx="213480" cy="1368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37F467C-0D1F-48AC-9830-DC15D93C614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133086" y="2062491"/>
                  <a:ext cx="249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8C8F249-B678-4E71-A867-C310D5A5BC46}"/>
                    </a:ext>
                  </a:extLst>
                </p14:cNvPr>
                <p14:cNvContentPartPr/>
                <p14:nvPr/>
              </p14:nvContentPartPr>
              <p14:xfrm>
                <a:off x="3970726" y="2191371"/>
                <a:ext cx="550440" cy="2448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8C8F249-B678-4E71-A867-C310D5A5BC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53086" y="2173731"/>
                  <a:ext cx="586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906930B4-6845-4218-A7CD-B68F7B3ECD18}"/>
                    </a:ext>
                  </a:extLst>
                </p14:cNvPr>
                <p14:cNvContentPartPr/>
                <p14:nvPr/>
              </p14:nvContentPartPr>
              <p14:xfrm>
                <a:off x="4187446" y="2304771"/>
                <a:ext cx="188280" cy="4536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906930B4-6845-4218-A7CD-B68F7B3ECD1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69446" y="2287131"/>
                  <a:ext cx="22392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2FC7902-776D-4320-B00F-AF96ADD9829D}"/>
                    </a:ext>
                  </a:extLst>
                </p14:cNvPr>
                <p14:cNvContentPartPr/>
                <p14:nvPr/>
              </p14:nvContentPartPr>
              <p14:xfrm>
                <a:off x="4209046" y="1132251"/>
                <a:ext cx="1141200" cy="40860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2FC7902-776D-4320-B00F-AF96ADD9829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191406" y="1114611"/>
                  <a:ext cx="11768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6E525791-74C6-4429-8E16-667D069EC9BF}"/>
                    </a:ext>
                  </a:extLst>
                </p14:cNvPr>
                <p14:cNvContentPartPr/>
                <p14:nvPr/>
              </p14:nvContentPartPr>
              <p14:xfrm>
                <a:off x="5312806" y="1149891"/>
                <a:ext cx="88200" cy="37980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6E525791-74C6-4429-8E16-667D069EC9B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94806" y="1132251"/>
                  <a:ext cx="1238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56C741DC-25DC-4AC9-A1A3-710EB809F7BF}"/>
                    </a:ext>
                  </a:extLst>
                </p14:cNvPr>
                <p14:cNvContentPartPr/>
                <p14:nvPr/>
              </p14:nvContentPartPr>
              <p14:xfrm>
                <a:off x="4310566" y="1341411"/>
                <a:ext cx="1936800" cy="15750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56C741DC-25DC-4AC9-A1A3-710EB809F7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92926" y="1323411"/>
                  <a:ext cx="1972440" cy="16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008A0B3C-FF4D-48C6-A327-553664FE354C}"/>
                    </a:ext>
                  </a:extLst>
                </p14:cNvPr>
                <p14:cNvContentPartPr/>
                <p14:nvPr/>
              </p14:nvContentPartPr>
              <p14:xfrm>
                <a:off x="6269326" y="1426731"/>
                <a:ext cx="388440" cy="13514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008A0B3C-FF4D-48C6-A327-553664FE354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251686" y="1409091"/>
                  <a:ext cx="424080" cy="13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CB0A405E-0C8B-451F-BF32-40F3394579FA}"/>
                    </a:ext>
                  </a:extLst>
                </p14:cNvPr>
                <p14:cNvContentPartPr/>
                <p14:nvPr/>
              </p14:nvContentPartPr>
              <p14:xfrm>
                <a:off x="6664606" y="1362651"/>
                <a:ext cx="190080" cy="30348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CB0A405E-0C8B-451F-BF32-40F3394579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46606" y="1345011"/>
                  <a:ext cx="2257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544E52B-5715-4B5C-B47B-7E2791527E59}"/>
                    </a:ext>
                  </a:extLst>
                </p14:cNvPr>
                <p14:cNvContentPartPr/>
                <p14:nvPr/>
              </p14:nvContentPartPr>
              <p14:xfrm>
                <a:off x="6913726" y="1521411"/>
                <a:ext cx="168480" cy="1731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544E52B-5715-4B5C-B47B-7E2791527E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96086" y="1503771"/>
                  <a:ext cx="204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5F68C288-E655-464F-831D-43D8B2BAF9B5}"/>
                    </a:ext>
                  </a:extLst>
                </p14:cNvPr>
                <p14:cNvContentPartPr/>
                <p14:nvPr/>
              </p14:nvContentPartPr>
              <p14:xfrm>
                <a:off x="5310646" y="2113611"/>
                <a:ext cx="198000" cy="26568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5F68C288-E655-464F-831D-43D8B2BAF9B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292646" y="2095611"/>
                  <a:ext cx="233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80662274-E8C9-429F-80FE-FE4FAE826218}"/>
                    </a:ext>
                  </a:extLst>
                </p14:cNvPr>
                <p14:cNvContentPartPr/>
                <p14:nvPr/>
              </p14:nvContentPartPr>
              <p14:xfrm>
                <a:off x="5488846" y="2014251"/>
                <a:ext cx="296280" cy="2991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80662274-E8C9-429F-80FE-FE4FAE8262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70846" y="1996251"/>
                  <a:ext cx="3319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79DAE90-6946-407D-85F7-FB345D24FB2B}"/>
                    </a:ext>
                  </a:extLst>
                </p14:cNvPr>
                <p14:cNvContentPartPr/>
                <p14:nvPr/>
              </p14:nvContentPartPr>
              <p14:xfrm>
                <a:off x="5003926" y="1564611"/>
                <a:ext cx="350640" cy="2178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79DAE90-6946-407D-85F7-FB345D24FB2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86286" y="1546611"/>
                  <a:ext cx="386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A978F7A3-430C-4C34-B3E6-7902BAABF208}"/>
                    </a:ext>
                  </a:extLst>
                </p14:cNvPr>
                <p14:cNvContentPartPr/>
                <p14:nvPr/>
              </p14:nvContentPartPr>
              <p14:xfrm>
                <a:off x="5216326" y="1570011"/>
                <a:ext cx="360" cy="3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A978F7A3-430C-4C34-B3E6-7902BAABF2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98326" y="155237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B9FCD0EA-C405-4676-A1B8-7C6868EA8A42}"/>
                    </a:ext>
                  </a:extLst>
                </p14:cNvPr>
                <p14:cNvContentPartPr/>
                <p14:nvPr/>
              </p14:nvContentPartPr>
              <p14:xfrm>
                <a:off x="3666166" y="1612131"/>
                <a:ext cx="311400" cy="22392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B9FCD0EA-C405-4676-A1B8-7C6868EA8A4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48526" y="1594131"/>
                  <a:ext cx="347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D96D7B37-487E-4565-9CA9-41974E353CBD}"/>
                    </a:ext>
                  </a:extLst>
                </p14:cNvPr>
                <p14:cNvContentPartPr/>
                <p14:nvPr/>
              </p14:nvContentPartPr>
              <p14:xfrm>
                <a:off x="3958486" y="1570011"/>
                <a:ext cx="106920" cy="1648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D96D7B37-487E-4565-9CA9-41974E353C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40846" y="1552011"/>
                  <a:ext cx="1425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5199F7E1-D3C0-4E4F-BA38-C9EF7135DDFD}"/>
              </a:ext>
            </a:extLst>
          </p:cNvPr>
          <p:cNvGrpSpPr/>
          <p:nvPr/>
        </p:nvGrpSpPr>
        <p:grpSpPr>
          <a:xfrm>
            <a:off x="4770286" y="1861611"/>
            <a:ext cx="320400" cy="756000"/>
            <a:chOff x="4770286" y="1861611"/>
            <a:chExt cx="320400" cy="75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8562C063-CD9D-40C8-8507-71FD31491342}"/>
                    </a:ext>
                  </a:extLst>
                </p14:cNvPr>
                <p14:cNvContentPartPr/>
                <p14:nvPr/>
              </p14:nvContentPartPr>
              <p14:xfrm>
                <a:off x="4770286" y="1861611"/>
                <a:ext cx="294120" cy="4305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8562C063-CD9D-40C8-8507-71FD314913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52286" y="1843611"/>
                  <a:ext cx="3297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1FAB3090-4973-4382-908F-A2B067489711}"/>
                    </a:ext>
                  </a:extLst>
                </p14:cNvPr>
                <p14:cNvContentPartPr/>
                <p14:nvPr/>
              </p14:nvContentPartPr>
              <p14:xfrm>
                <a:off x="4818526" y="2390091"/>
                <a:ext cx="243360" cy="273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1FAB3090-4973-4382-908F-A2B0674897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00886" y="2372091"/>
                  <a:ext cx="279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2BD858D7-7B9E-4B16-82C6-FFBA8140ECF5}"/>
                    </a:ext>
                  </a:extLst>
                </p14:cNvPr>
                <p14:cNvContentPartPr/>
                <p14:nvPr/>
              </p14:nvContentPartPr>
              <p14:xfrm>
                <a:off x="4864966" y="2430051"/>
                <a:ext cx="225720" cy="18756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2BD858D7-7B9E-4B16-82C6-FFBA8140EC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46966" y="2412411"/>
                  <a:ext cx="26136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E890507F-2410-4F95-9376-DA60B3B68C76}"/>
              </a:ext>
            </a:extLst>
          </p:cNvPr>
          <p:cNvGrpSpPr/>
          <p:nvPr/>
        </p:nvGrpSpPr>
        <p:grpSpPr>
          <a:xfrm>
            <a:off x="4067566" y="3055011"/>
            <a:ext cx="3616920" cy="1614960"/>
            <a:chOff x="4067566" y="3055011"/>
            <a:chExt cx="3616920" cy="16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28B7B3A0-56A7-40C1-BA6A-4B9636A20CE7}"/>
                    </a:ext>
                  </a:extLst>
                </p14:cNvPr>
                <p14:cNvContentPartPr/>
                <p14:nvPr/>
              </p14:nvContentPartPr>
              <p14:xfrm>
                <a:off x="4067566" y="3254091"/>
                <a:ext cx="305640" cy="35784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28B7B3A0-56A7-40C1-BA6A-4B9636A20CE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49566" y="3236091"/>
                  <a:ext cx="341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79C2E8F4-38F2-4DC0-A5A1-9D0EFB0C744B}"/>
                    </a:ext>
                  </a:extLst>
                </p14:cNvPr>
                <p14:cNvContentPartPr/>
                <p14:nvPr/>
              </p14:nvContentPartPr>
              <p14:xfrm>
                <a:off x="4338646" y="3278931"/>
                <a:ext cx="282600" cy="31176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79C2E8F4-38F2-4DC0-A5A1-9D0EFB0C744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21006" y="3261291"/>
                  <a:ext cx="318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F0C4B8EB-F9C4-4501-A439-D4F6C361DFE9}"/>
                    </a:ext>
                  </a:extLst>
                </p14:cNvPr>
                <p14:cNvContentPartPr/>
                <p14:nvPr/>
              </p14:nvContentPartPr>
              <p14:xfrm>
                <a:off x="4755166" y="3404571"/>
                <a:ext cx="150840" cy="1692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F0C4B8EB-F9C4-4501-A439-D4F6C361DF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37526" y="3386931"/>
                  <a:ext cx="186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0EBAB7F3-33EF-4760-B21D-F37873266B3C}"/>
                    </a:ext>
                  </a:extLst>
                </p14:cNvPr>
                <p14:cNvContentPartPr/>
                <p14:nvPr/>
              </p14:nvContentPartPr>
              <p14:xfrm>
                <a:off x="5083126" y="3215931"/>
                <a:ext cx="228240" cy="2854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0EBAB7F3-33EF-4760-B21D-F37873266B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65126" y="3197931"/>
                  <a:ext cx="2638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1A296678-948A-4C18-8659-BD66485BC66C}"/>
                    </a:ext>
                  </a:extLst>
                </p14:cNvPr>
                <p14:cNvContentPartPr/>
                <p14:nvPr/>
              </p14:nvContentPartPr>
              <p14:xfrm>
                <a:off x="5392366" y="3421131"/>
                <a:ext cx="29520" cy="12600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1A296678-948A-4C18-8659-BD66485BC66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74726" y="3403491"/>
                  <a:ext cx="65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AEC2F24B-C12A-4A33-9765-6A51A41562DB}"/>
                    </a:ext>
                  </a:extLst>
                </p14:cNvPr>
                <p14:cNvContentPartPr/>
                <p14:nvPr/>
              </p14:nvContentPartPr>
              <p14:xfrm>
                <a:off x="5483086" y="3229971"/>
                <a:ext cx="190440" cy="25668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AEC2F24B-C12A-4A33-9765-6A51A41562D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65446" y="3211971"/>
                  <a:ext cx="226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3B1F4DF-5093-4CDA-804E-232E100430EF}"/>
                    </a:ext>
                  </a:extLst>
                </p14:cNvPr>
                <p14:cNvContentPartPr/>
                <p14:nvPr/>
              </p14:nvContentPartPr>
              <p14:xfrm>
                <a:off x="5545006" y="3391611"/>
                <a:ext cx="214200" cy="46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3B1F4DF-5093-4CDA-804E-232E100430E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27006" y="3373611"/>
                  <a:ext cx="249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2FCC3E1-A927-4E65-BDFA-8D221AE9B0F1}"/>
                    </a:ext>
                  </a:extLst>
                </p14:cNvPr>
                <p14:cNvContentPartPr/>
                <p14:nvPr/>
              </p14:nvContentPartPr>
              <p14:xfrm>
                <a:off x="5930566" y="3413211"/>
                <a:ext cx="187560" cy="828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2FCC3E1-A927-4E65-BDFA-8D221AE9B0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12926" y="3395571"/>
                  <a:ext cx="223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77DC2333-A2C5-48A9-94D7-F32D4CBB6739}"/>
                    </a:ext>
                  </a:extLst>
                </p14:cNvPr>
                <p14:cNvContentPartPr/>
                <p14:nvPr/>
              </p14:nvContentPartPr>
              <p14:xfrm>
                <a:off x="6274726" y="3055011"/>
                <a:ext cx="279000" cy="3715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77DC2333-A2C5-48A9-94D7-F32D4CBB67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56726" y="3037011"/>
                  <a:ext cx="3146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5DCA7313-FADA-4669-B347-05F1BC5BEABF}"/>
                    </a:ext>
                  </a:extLst>
                </p14:cNvPr>
                <p14:cNvContentPartPr/>
                <p14:nvPr/>
              </p14:nvContentPartPr>
              <p14:xfrm>
                <a:off x="6613846" y="3205491"/>
                <a:ext cx="173160" cy="22032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5DCA7313-FADA-4669-B347-05F1BC5BEAB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6206" y="3187851"/>
                  <a:ext cx="208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055863E5-C6BC-463E-9EA2-C7A0F7E2B268}"/>
                    </a:ext>
                  </a:extLst>
                </p14:cNvPr>
                <p14:cNvContentPartPr/>
                <p14:nvPr/>
              </p14:nvContentPartPr>
              <p14:xfrm>
                <a:off x="6994366" y="3379371"/>
                <a:ext cx="201240" cy="2196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055863E5-C6BC-463E-9EA2-C7A0F7E2B2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76726" y="3361731"/>
                  <a:ext cx="236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0F92A2D1-4857-4C02-8801-2E5C7A8D7713}"/>
                    </a:ext>
                  </a:extLst>
                </p14:cNvPr>
                <p14:cNvContentPartPr/>
                <p14:nvPr/>
              </p14:nvContentPartPr>
              <p14:xfrm>
                <a:off x="6999406" y="3323211"/>
                <a:ext cx="197280" cy="900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0F92A2D1-4857-4C02-8801-2E5C7A8D771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81406" y="3305571"/>
                  <a:ext cx="232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EC52B223-0CF5-4DFD-952C-124C020F581A}"/>
                    </a:ext>
                  </a:extLst>
                </p14:cNvPr>
                <p14:cNvContentPartPr/>
                <p14:nvPr/>
              </p14:nvContentPartPr>
              <p14:xfrm>
                <a:off x="7325566" y="3119091"/>
                <a:ext cx="358920" cy="3175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EC52B223-0CF5-4DFD-952C-124C020F581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07926" y="3101091"/>
                  <a:ext cx="3945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8B919285-AEDF-4B07-AF15-55A23AFA5C34}"/>
                    </a:ext>
                  </a:extLst>
                </p14:cNvPr>
                <p14:cNvContentPartPr/>
                <p14:nvPr/>
              </p14:nvContentPartPr>
              <p14:xfrm>
                <a:off x="4871446" y="4006131"/>
                <a:ext cx="235080" cy="35676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8B919285-AEDF-4B07-AF15-55A23AFA5C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53806" y="3988491"/>
                  <a:ext cx="270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1EB1ED46-0B17-400A-9E44-8F5EBA4EBE94}"/>
                    </a:ext>
                  </a:extLst>
                </p14:cNvPr>
                <p14:cNvContentPartPr/>
                <p14:nvPr/>
              </p14:nvContentPartPr>
              <p14:xfrm>
                <a:off x="5202646" y="4162011"/>
                <a:ext cx="163800" cy="18432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1EB1ED46-0B17-400A-9E44-8F5EBA4EBE9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85006" y="4144011"/>
                  <a:ext cx="199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A5EBD6FA-1150-4A7B-B080-5A2A08AFBABE}"/>
                    </a:ext>
                  </a:extLst>
                </p14:cNvPr>
                <p14:cNvContentPartPr/>
                <p14:nvPr/>
              </p14:nvContentPartPr>
              <p14:xfrm>
                <a:off x="5622046" y="4266051"/>
                <a:ext cx="208080" cy="313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A5EBD6FA-1150-4A7B-B080-5A2A08AFBAB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04046" y="4248051"/>
                  <a:ext cx="243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751D8A6F-3FDF-4C50-A86E-D87FEC8E1B9C}"/>
                    </a:ext>
                  </a:extLst>
                </p14:cNvPr>
                <p14:cNvContentPartPr/>
                <p14:nvPr/>
              </p14:nvContentPartPr>
              <p14:xfrm>
                <a:off x="5582806" y="4182531"/>
                <a:ext cx="264240" cy="3132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751D8A6F-3FDF-4C50-A86E-D87FEC8E1B9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65166" y="4164531"/>
                  <a:ext cx="299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F79809E9-D34A-4979-B9F7-3002A690DF13}"/>
                    </a:ext>
                  </a:extLst>
                </p14:cNvPr>
                <p14:cNvContentPartPr/>
                <p14:nvPr/>
              </p14:nvContentPartPr>
              <p14:xfrm>
                <a:off x="5995726" y="3915411"/>
                <a:ext cx="236520" cy="30600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F79809E9-D34A-4979-B9F7-3002A690DF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977726" y="3897411"/>
                  <a:ext cx="272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7E7AC8BF-02FE-41FC-BB05-00E1BE6BFC3B}"/>
                    </a:ext>
                  </a:extLst>
                </p14:cNvPr>
                <p14:cNvContentPartPr/>
                <p14:nvPr/>
              </p14:nvContentPartPr>
              <p14:xfrm>
                <a:off x="6290566" y="4146171"/>
                <a:ext cx="12600" cy="16092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7E7AC8BF-02FE-41FC-BB05-00E1BE6BFC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72566" y="4128171"/>
                  <a:ext cx="48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C6658506-856B-477E-A305-B82D2C0C0184}"/>
                    </a:ext>
                  </a:extLst>
                </p14:cNvPr>
                <p14:cNvContentPartPr/>
                <p14:nvPr/>
              </p14:nvContentPartPr>
              <p14:xfrm>
                <a:off x="6395686" y="3997491"/>
                <a:ext cx="187200" cy="2800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C6658506-856B-477E-A305-B82D2C0C01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378046" y="3979491"/>
                  <a:ext cx="222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7EAA39B6-4698-4CFF-ACD0-B0E709876451}"/>
                    </a:ext>
                  </a:extLst>
                </p14:cNvPr>
                <p14:cNvContentPartPr/>
                <p14:nvPr/>
              </p14:nvContentPartPr>
              <p14:xfrm>
                <a:off x="6686566" y="3948171"/>
                <a:ext cx="193320" cy="3078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7EAA39B6-4698-4CFF-ACD0-B0E70987645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68566" y="3930171"/>
                  <a:ext cx="2289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D111D020-9883-4B9C-91F2-8D1EDD448260}"/>
                    </a:ext>
                  </a:extLst>
                </p14:cNvPr>
                <p14:cNvContentPartPr/>
                <p14:nvPr/>
              </p14:nvContentPartPr>
              <p14:xfrm>
                <a:off x="4578406" y="3691851"/>
                <a:ext cx="2642040" cy="94644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D111D020-9883-4B9C-91F2-8D1EDD44826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60406" y="3673851"/>
                  <a:ext cx="267768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F3FCC70-00A5-4164-8EEA-E120EE58E0A6}"/>
                    </a:ext>
                  </a:extLst>
                </p14:cNvPr>
                <p14:cNvContentPartPr/>
                <p14:nvPr/>
              </p14:nvContentPartPr>
              <p14:xfrm>
                <a:off x="7335286" y="4374771"/>
                <a:ext cx="21240" cy="252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F3FCC70-00A5-4164-8EEA-E120EE58E0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17646" y="4357131"/>
                  <a:ext cx="56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91B8E8EB-B321-42BA-915E-9F4CA85265AA}"/>
                    </a:ext>
                  </a:extLst>
                </p14:cNvPr>
                <p14:cNvContentPartPr/>
                <p14:nvPr/>
              </p14:nvContentPartPr>
              <p14:xfrm>
                <a:off x="7145926" y="4356051"/>
                <a:ext cx="364680" cy="31392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91B8E8EB-B321-42BA-915E-9F4CA85265A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28286" y="4338411"/>
                  <a:ext cx="40032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AF43B8D4-2846-4F49-92F7-D5BBE6D0AABA}"/>
              </a:ext>
            </a:extLst>
          </p:cNvPr>
          <p:cNvGrpSpPr/>
          <p:nvPr/>
        </p:nvGrpSpPr>
        <p:grpSpPr>
          <a:xfrm>
            <a:off x="8657566" y="2971491"/>
            <a:ext cx="1919160" cy="466560"/>
            <a:chOff x="8657566" y="2971491"/>
            <a:chExt cx="191916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8DD3080D-AFE5-4924-B479-8B88299D2504}"/>
                    </a:ext>
                  </a:extLst>
                </p14:cNvPr>
                <p14:cNvContentPartPr/>
                <p14:nvPr/>
              </p14:nvContentPartPr>
              <p14:xfrm>
                <a:off x="8657566" y="2971491"/>
                <a:ext cx="236520" cy="43668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8DD3080D-AFE5-4924-B479-8B88299D250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39926" y="2953491"/>
                  <a:ext cx="2721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6612623A-07C5-4DEE-A3EE-AF7725D8FD2C}"/>
                    </a:ext>
                  </a:extLst>
                </p14:cNvPr>
                <p14:cNvContentPartPr/>
                <p14:nvPr/>
              </p14:nvContentPartPr>
              <p14:xfrm>
                <a:off x="8916046" y="3205491"/>
                <a:ext cx="164880" cy="23256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6612623A-07C5-4DEE-A3EE-AF7725D8FD2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98406" y="3187851"/>
                  <a:ext cx="200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B681C9E1-3BFA-42C3-B262-F3860E9764FE}"/>
                    </a:ext>
                  </a:extLst>
                </p14:cNvPr>
                <p14:cNvContentPartPr/>
                <p14:nvPr/>
              </p14:nvContentPartPr>
              <p14:xfrm>
                <a:off x="9310606" y="3347691"/>
                <a:ext cx="170280" cy="234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B681C9E1-3BFA-42C3-B262-F3860E9764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92606" y="3329691"/>
                  <a:ext cx="205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F8F0F956-1E88-4BCC-B2A6-F1FD21E21828}"/>
                    </a:ext>
                  </a:extLst>
                </p14:cNvPr>
                <p14:cNvContentPartPr/>
                <p14:nvPr/>
              </p14:nvContentPartPr>
              <p14:xfrm>
                <a:off x="9260206" y="3285771"/>
                <a:ext cx="203400" cy="7632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F8F0F956-1E88-4BCC-B2A6-F1FD21E2182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242566" y="3268131"/>
                  <a:ext cx="2390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03F1A8A-B75F-4391-B313-03A15D1BCCB5}"/>
                    </a:ext>
                  </a:extLst>
                </p14:cNvPr>
                <p14:cNvContentPartPr/>
                <p14:nvPr/>
              </p14:nvContentPartPr>
              <p14:xfrm>
                <a:off x="9647926" y="3037731"/>
                <a:ext cx="281520" cy="35856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03F1A8A-B75F-4391-B313-03A15D1BCCB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29926" y="3020091"/>
                  <a:ext cx="3171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95E7354B-3C90-4687-8570-E164B4B56890}"/>
                    </a:ext>
                  </a:extLst>
                </p14:cNvPr>
                <p14:cNvContentPartPr/>
                <p14:nvPr/>
              </p14:nvContentPartPr>
              <p14:xfrm>
                <a:off x="10053646" y="3355251"/>
                <a:ext cx="22320" cy="2124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95E7354B-3C90-4687-8570-E164B4B5689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35646" y="3337251"/>
                  <a:ext cx="57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B419099F-E9A0-41BE-9E74-65A94F73B185}"/>
                    </a:ext>
                  </a:extLst>
                </p14:cNvPr>
                <p14:cNvContentPartPr/>
                <p14:nvPr/>
              </p14:nvContentPartPr>
              <p14:xfrm>
                <a:off x="10226806" y="3082371"/>
                <a:ext cx="307080" cy="1152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B419099F-E9A0-41BE-9E74-65A94F73B18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08806" y="3064371"/>
                  <a:ext cx="342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27872B11-E7EE-41D5-9059-8736C803CC55}"/>
                    </a:ext>
                  </a:extLst>
                </p14:cNvPr>
                <p14:cNvContentPartPr/>
                <p14:nvPr/>
              </p14:nvContentPartPr>
              <p14:xfrm>
                <a:off x="10277206" y="3102171"/>
                <a:ext cx="299520" cy="25668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27872B11-E7EE-41D5-9059-8736C803CC5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59566" y="3084531"/>
                  <a:ext cx="33516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62A26439-B494-4065-A04C-F0798AC5FCE5}"/>
              </a:ext>
            </a:extLst>
          </p:cNvPr>
          <p:cNvGrpSpPr/>
          <p:nvPr/>
        </p:nvGrpSpPr>
        <p:grpSpPr>
          <a:xfrm>
            <a:off x="8926486" y="3743691"/>
            <a:ext cx="787680" cy="390240"/>
            <a:chOff x="8926486" y="3743691"/>
            <a:chExt cx="78768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7994A142-2F19-4D6D-AD70-7C63B731F877}"/>
                    </a:ext>
                  </a:extLst>
                </p14:cNvPr>
                <p14:cNvContentPartPr/>
                <p14:nvPr/>
              </p14:nvContentPartPr>
              <p14:xfrm>
                <a:off x="8926486" y="3743691"/>
                <a:ext cx="293760" cy="1548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7994A142-2F19-4D6D-AD70-7C63B731F8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08846" y="3726051"/>
                  <a:ext cx="329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E3C4CCE-306E-4182-8FCE-0F26C9418CBF}"/>
                    </a:ext>
                  </a:extLst>
                </p14:cNvPr>
                <p14:cNvContentPartPr/>
                <p14:nvPr/>
              </p14:nvContentPartPr>
              <p14:xfrm>
                <a:off x="8926846" y="3784371"/>
                <a:ext cx="288720" cy="34956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E3C4CCE-306E-4182-8FCE-0F26C9418CB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08846" y="3766371"/>
                  <a:ext cx="3243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89C2A208-FFB1-4B35-9209-FBD587EABBB3}"/>
                    </a:ext>
                  </a:extLst>
                </p14:cNvPr>
                <p14:cNvContentPartPr/>
                <p14:nvPr/>
              </p14:nvContentPartPr>
              <p14:xfrm>
                <a:off x="9510406" y="4071291"/>
                <a:ext cx="187920" cy="1116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89C2A208-FFB1-4B35-9209-FBD587EABBB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92406" y="4053291"/>
                  <a:ext cx="223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92E98A39-03EC-4603-906A-B55435989E0C}"/>
                    </a:ext>
                  </a:extLst>
                </p14:cNvPr>
                <p14:cNvContentPartPr/>
                <p14:nvPr/>
              </p14:nvContentPartPr>
              <p14:xfrm>
                <a:off x="9497446" y="3992811"/>
                <a:ext cx="216720" cy="504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92E98A39-03EC-4603-906A-B55435989E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79806" y="3975171"/>
                  <a:ext cx="2523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C146439-F036-40FC-B25B-D29DFB1A1322}"/>
              </a:ext>
            </a:extLst>
          </p:cNvPr>
          <p:cNvGrpSpPr/>
          <p:nvPr/>
        </p:nvGrpSpPr>
        <p:grpSpPr>
          <a:xfrm>
            <a:off x="10063006" y="3724611"/>
            <a:ext cx="700920" cy="870840"/>
            <a:chOff x="10063006" y="3724611"/>
            <a:chExt cx="700920" cy="87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895F1885-77DF-463D-90EA-A1DFCCE55B3A}"/>
                    </a:ext>
                  </a:extLst>
                </p14:cNvPr>
                <p14:cNvContentPartPr/>
                <p14:nvPr/>
              </p14:nvContentPartPr>
              <p14:xfrm>
                <a:off x="10063006" y="3724611"/>
                <a:ext cx="224280" cy="3139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895F1885-77DF-463D-90EA-A1DFCCE55B3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45366" y="3706971"/>
                  <a:ext cx="2599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4CDD25B9-75EC-4A65-BF24-105457E73608}"/>
                    </a:ext>
                  </a:extLst>
                </p14:cNvPr>
                <p14:cNvContentPartPr/>
                <p14:nvPr/>
              </p14:nvContentPartPr>
              <p14:xfrm>
                <a:off x="10411846" y="3905331"/>
                <a:ext cx="11520" cy="16416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4CDD25B9-75EC-4A65-BF24-105457E7360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93846" y="3887331"/>
                  <a:ext cx="47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A979D99-8B7D-4021-9863-2C898012CE25}"/>
                    </a:ext>
                  </a:extLst>
                </p14:cNvPr>
                <p14:cNvContentPartPr/>
                <p14:nvPr/>
              </p14:nvContentPartPr>
              <p14:xfrm>
                <a:off x="10414006" y="3748731"/>
                <a:ext cx="271080" cy="29880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A979D99-8B7D-4021-9863-2C898012CE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96366" y="3730731"/>
                  <a:ext cx="306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41A3703-CDF3-4156-A77B-31DAEB670D25}"/>
                    </a:ext>
                  </a:extLst>
                </p14:cNvPr>
                <p14:cNvContentPartPr/>
                <p14:nvPr/>
              </p14:nvContentPartPr>
              <p14:xfrm>
                <a:off x="10069486" y="4122051"/>
                <a:ext cx="694440" cy="158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41A3703-CDF3-4156-A77B-31DAEB670D2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51486" y="4104051"/>
                  <a:ext cx="730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C7AF905F-25D5-481A-BC91-8CC781314BA5}"/>
                    </a:ext>
                  </a:extLst>
                </p14:cNvPr>
                <p14:cNvContentPartPr/>
                <p14:nvPr/>
              </p14:nvContentPartPr>
              <p14:xfrm>
                <a:off x="10103686" y="4272531"/>
                <a:ext cx="280080" cy="32292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C7AF905F-25D5-481A-BC91-8CC781314BA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85686" y="4254531"/>
                  <a:ext cx="3157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70D901BB-8D92-4F11-ADB8-2EEE5A7758E7}"/>
                    </a:ext>
                  </a:extLst>
                </p14:cNvPr>
                <p14:cNvContentPartPr/>
                <p14:nvPr/>
              </p14:nvContentPartPr>
              <p14:xfrm>
                <a:off x="10422646" y="4239411"/>
                <a:ext cx="222120" cy="33696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70D901BB-8D92-4F11-ADB8-2EEE5A7758E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05006" y="4221411"/>
                  <a:ext cx="25776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663F3741-D852-4EAF-A8E4-CEAA9651D675}"/>
              </a:ext>
            </a:extLst>
          </p:cNvPr>
          <p:cNvGrpSpPr/>
          <p:nvPr/>
        </p:nvGrpSpPr>
        <p:grpSpPr>
          <a:xfrm>
            <a:off x="9011086" y="5068851"/>
            <a:ext cx="2481840" cy="835200"/>
            <a:chOff x="9011086" y="5068851"/>
            <a:chExt cx="2481840" cy="83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679D20F-36DA-41D7-8655-2C4151E72EAC}"/>
                    </a:ext>
                  </a:extLst>
                </p14:cNvPr>
                <p14:cNvContentPartPr/>
                <p14:nvPr/>
              </p14:nvContentPartPr>
              <p14:xfrm>
                <a:off x="9011086" y="5068851"/>
                <a:ext cx="332640" cy="201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679D20F-36DA-41D7-8655-2C4151E72E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93086" y="5051211"/>
                  <a:ext cx="368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43A28094-5BF7-4A92-BCA4-B49DFB517B2A}"/>
                    </a:ext>
                  </a:extLst>
                </p14:cNvPr>
                <p14:cNvContentPartPr/>
                <p14:nvPr/>
              </p14:nvContentPartPr>
              <p14:xfrm>
                <a:off x="9024406" y="5092971"/>
                <a:ext cx="342720" cy="34272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43A28094-5BF7-4A92-BCA4-B49DFB517B2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06766" y="5075331"/>
                  <a:ext cx="3783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2A26FAB8-0C04-417B-926D-7A4AFFC039A8}"/>
                    </a:ext>
                  </a:extLst>
                </p14:cNvPr>
                <p14:cNvContentPartPr/>
                <p14:nvPr/>
              </p14:nvContentPartPr>
              <p14:xfrm>
                <a:off x="9568366" y="5360451"/>
                <a:ext cx="226440" cy="2988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2A26FAB8-0C04-417B-926D-7A4AFFC039A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50726" y="5342451"/>
                  <a:ext cx="262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1928AC76-B4C7-4A6C-ADBD-8105D79E7883}"/>
                    </a:ext>
                  </a:extLst>
                </p14:cNvPr>
                <p14:cNvContentPartPr/>
                <p14:nvPr/>
              </p14:nvContentPartPr>
              <p14:xfrm>
                <a:off x="9529126" y="5261451"/>
                <a:ext cx="243720" cy="180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1928AC76-B4C7-4A6C-ADBD-8105D79E7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11486" y="5243451"/>
                  <a:ext cx="279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651E1204-5428-4BED-AB02-F701DE7398FA}"/>
                    </a:ext>
                  </a:extLst>
                </p14:cNvPr>
                <p14:cNvContentPartPr/>
                <p14:nvPr/>
              </p14:nvContentPartPr>
              <p14:xfrm>
                <a:off x="9878326" y="5094771"/>
                <a:ext cx="224640" cy="30420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651E1204-5428-4BED-AB02-F701DE7398F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60686" y="5077131"/>
                  <a:ext cx="2602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731EFE59-CE7C-40A4-BE71-0846A38001FE}"/>
                    </a:ext>
                  </a:extLst>
                </p14:cNvPr>
                <p14:cNvContentPartPr/>
                <p14:nvPr/>
              </p14:nvContentPartPr>
              <p14:xfrm>
                <a:off x="10167406" y="5335251"/>
                <a:ext cx="21240" cy="14112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731EFE59-CE7C-40A4-BE71-0846A38001F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49406" y="5317251"/>
                  <a:ext cx="568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DCE6B6DA-8072-4230-9E42-327D345C5E87}"/>
                    </a:ext>
                  </a:extLst>
                </p14:cNvPr>
                <p14:cNvContentPartPr/>
                <p14:nvPr/>
              </p14:nvContentPartPr>
              <p14:xfrm>
                <a:off x="10297726" y="5154531"/>
                <a:ext cx="219240" cy="3042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DCE6B6DA-8072-4230-9E42-327D345C5E8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80086" y="5136891"/>
                  <a:ext cx="254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828964F-4094-4176-B3D6-A3732ABDC625}"/>
                    </a:ext>
                  </a:extLst>
                </p14:cNvPr>
                <p14:cNvContentPartPr/>
                <p14:nvPr/>
              </p14:nvContentPartPr>
              <p14:xfrm>
                <a:off x="10599766" y="5325171"/>
                <a:ext cx="291600" cy="15552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828964F-4094-4176-B3D6-A3732ABDC62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82126" y="5307531"/>
                  <a:ext cx="327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81C86026-C606-4B9A-B793-8BEFBEE58C5E}"/>
                    </a:ext>
                  </a:extLst>
                </p14:cNvPr>
                <p14:cNvContentPartPr/>
                <p14:nvPr/>
              </p14:nvContentPartPr>
              <p14:xfrm>
                <a:off x="10932406" y="5245611"/>
                <a:ext cx="231480" cy="27648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81C86026-C606-4B9A-B793-8BEFBEE58C5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14406" y="5227611"/>
                  <a:ext cx="267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30754AC5-2F54-4912-9722-7685EB673443}"/>
                    </a:ext>
                  </a:extLst>
                </p14:cNvPr>
                <p14:cNvContentPartPr/>
                <p14:nvPr/>
              </p14:nvContentPartPr>
              <p14:xfrm>
                <a:off x="10932406" y="5400051"/>
                <a:ext cx="396360" cy="5112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30754AC5-2F54-4912-9722-7685EB6734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14406" y="5382051"/>
                  <a:ext cx="432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4FA4654D-65C3-432C-A958-F0DCD3E6D036}"/>
                    </a:ext>
                  </a:extLst>
                </p14:cNvPr>
                <p14:cNvContentPartPr/>
                <p14:nvPr/>
              </p14:nvContentPartPr>
              <p14:xfrm>
                <a:off x="10898566" y="5213931"/>
                <a:ext cx="553680" cy="61668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4FA4654D-65C3-432C-A958-F0DCD3E6D03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80926" y="5196291"/>
                  <a:ext cx="58932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5C535DA3-1115-4C05-8BE7-A00EE3064ADC}"/>
                    </a:ext>
                  </a:extLst>
                </p14:cNvPr>
                <p14:cNvContentPartPr/>
                <p14:nvPr/>
              </p14:nvContentPartPr>
              <p14:xfrm>
                <a:off x="10945726" y="5674371"/>
                <a:ext cx="547200" cy="22968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5C535DA3-1115-4C05-8BE7-A00EE3064AD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28086" y="5656731"/>
                  <a:ext cx="582840" cy="26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2075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8D49AAD-008E-48A3-94D9-6C2FDCE0EF16}"/>
              </a:ext>
            </a:extLst>
          </p:cNvPr>
          <p:cNvPicPr/>
          <p:nvPr/>
        </p:nvPicPr>
        <p:blipFill rotWithShape="1">
          <a:blip r:embed="rId2"/>
          <a:srcRect l="10289" t="36801" r="60431" b="32023"/>
          <a:stretch/>
        </p:blipFill>
        <p:spPr bwMode="auto">
          <a:xfrm>
            <a:off x="116113" y="261257"/>
            <a:ext cx="3904343" cy="28012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9AEA4F-99EB-40EA-9EC1-E0A58099664D}"/>
              </a:ext>
            </a:extLst>
          </p:cNvPr>
          <p:cNvSpPr/>
          <p:nvPr/>
        </p:nvSpPr>
        <p:spPr>
          <a:xfrm>
            <a:off x="4644688" y="261257"/>
            <a:ext cx="5776453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 para cada uma das configurações do diodo: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71FB8A-2D86-437F-B5BD-7EC3D1AFB318}"/>
                  </a:ext>
                </a:extLst>
              </p14:cNvPr>
              <p14:cNvContentPartPr/>
              <p14:nvPr/>
            </p14:nvContentPartPr>
            <p14:xfrm>
              <a:off x="1841686" y="-2829"/>
              <a:ext cx="9000" cy="68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71FB8A-2D86-437F-B5BD-7EC3D1AFB3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4046" y="-20469"/>
                <a:ext cx="446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9143CD3-6657-4B27-AFCD-6A4FC7B3597B}"/>
                  </a:ext>
                </a:extLst>
              </p14:cNvPr>
              <p14:cNvContentPartPr/>
              <p14:nvPr/>
            </p14:nvContentPartPr>
            <p14:xfrm>
              <a:off x="74806" y="1252131"/>
              <a:ext cx="1262520" cy="112788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9143CD3-6657-4B27-AFCD-6A4FC7B359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66" y="1234131"/>
                <a:ext cx="1298160" cy="11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B874D39F-DD2D-41F6-9C89-7B81C3EED231}"/>
              </a:ext>
            </a:extLst>
          </p:cNvPr>
          <p:cNvGrpSpPr/>
          <p:nvPr/>
        </p:nvGrpSpPr>
        <p:grpSpPr>
          <a:xfrm>
            <a:off x="1488166" y="1916691"/>
            <a:ext cx="1417320" cy="461880"/>
            <a:chOff x="1488166" y="1916691"/>
            <a:chExt cx="141732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323462B-5F39-4FF6-B68B-463B66F08A67}"/>
                    </a:ext>
                  </a:extLst>
                </p14:cNvPr>
                <p14:cNvContentPartPr/>
                <p14:nvPr/>
              </p14:nvContentPartPr>
              <p14:xfrm>
                <a:off x="1488166" y="1916691"/>
                <a:ext cx="1417320" cy="4618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323462B-5F39-4FF6-B68B-463B66F08A6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70166" y="1899051"/>
                  <a:ext cx="14529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F46A4D75-CDAE-47DA-AAA0-2B0F955BBCE7}"/>
                    </a:ext>
                  </a:extLst>
                </p14:cNvPr>
                <p14:cNvContentPartPr/>
                <p14:nvPr/>
              </p14:nvContentPartPr>
              <p14:xfrm>
                <a:off x="2054446" y="1976091"/>
                <a:ext cx="239760" cy="288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F46A4D75-CDAE-47DA-AAA0-2B0F955BBC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36446" y="1958091"/>
                  <a:ext cx="275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AB7EB668-BD30-4927-B220-23F00E66291C}"/>
                    </a:ext>
                  </a:extLst>
                </p14:cNvPr>
                <p14:cNvContentPartPr/>
                <p14:nvPr/>
              </p14:nvContentPartPr>
              <p14:xfrm>
                <a:off x="2119246" y="2014611"/>
                <a:ext cx="187920" cy="1566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AB7EB668-BD30-4927-B220-23F00E6629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01246" y="1996611"/>
                  <a:ext cx="22356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5834C35-8895-4B12-B182-033420B602CC}"/>
              </a:ext>
            </a:extLst>
          </p:cNvPr>
          <p:cNvGrpSpPr/>
          <p:nvPr/>
        </p:nvGrpSpPr>
        <p:grpSpPr>
          <a:xfrm>
            <a:off x="1120606" y="41811"/>
            <a:ext cx="1745640" cy="1332000"/>
            <a:chOff x="1120606" y="41811"/>
            <a:chExt cx="1745640" cy="13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E5E0EB30-D14E-460F-BCD7-A2402DF5ECB3}"/>
                    </a:ext>
                  </a:extLst>
                </p14:cNvPr>
                <p14:cNvContentPartPr/>
                <p14:nvPr/>
              </p14:nvContentPartPr>
              <p14:xfrm>
                <a:off x="1826926" y="763611"/>
                <a:ext cx="209520" cy="169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E5E0EB30-D14E-460F-BCD7-A2402DF5EC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08926" y="745971"/>
                  <a:ext cx="245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906E6AEA-2944-4E90-AAAB-D93B389472E1}"/>
                    </a:ext>
                  </a:extLst>
                </p14:cNvPr>
                <p14:cNvContentPartPr/>
                <p14:nvPr/>
              </p14:nvContentPartPr>
              <p14:xfrm>
                <a:off x="1242646" y="375531"/>
                <a:ext cx="831960" cy="7192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906E6AEA-2944-4E90-AAAB-D93B389472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25006" y="357891"/>
                  <a:ext cx="86760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F762EAF-30DA-4771-9D1E-22C1D78B6B1E}"/>
                    </a:ext>
                  </a:extLst>
                </p14:cNvPr>
                <p14:cNvContentPartPr/>
                <p14:nvPr/>
              </p14:nvContentPartPr>
              <p14:xfrm>
                <a:off x="2088286" y="126051"/>
                <a:ext cx="288720" cy="3258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F762EAF-30DA-4771-9D1E-22C1D78B6B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70286" y="108411"/>
                  <a:ext cx="3243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04EB929-78DA-4FB0-9630-A3095E1A114B}"/>
                    </a:ext>
                  </a:extLst>
                </p14:cNvPr>
                <p14:cNvContentPartPr/>
                <p14:nvPr/>
              </p14:nvContentPartPr>
              <p14:xfrm>
                <a:off x="2427046" y="335931"/>
                <a:ext cx="19800" cy="79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04EB929-78DA-4FB0-9630-A3095E1A11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09406" y="318291"/>
                  <a:ext cx="55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20877CC6-E79B-4097-85A8-189981EB1FEB}"/>
                    </a:ext>
                  </a:extLst>
                </p14:cNvPr>
                <p14:cNvContentPartPr/>
                <p14:nvPr/>
              </p14:nvContentPartPr>
              <p14:xfrm>
                <a:off x="2473126" y="41811"/>
                <a:ext cx="393120" cy="3042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20877CC6-E79B-4097-85A8-189981EB1F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55486" y="23811"/>
                  <a:ext cx="428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3F7416B-7555-4FBF-B646-9E41F5457682}"/>
                    </a:ext>
                  </a:extLst>
                </p14:cNvPr>
                <p14:cNvContentPartPr/>
                <p14:nvPr/>
              </p14:nvContentPartPr>
              <p14:xfrm>
                <a:off x="1120606" y="809331"/>
                <a:ext cx="385920" cy="55440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3F7416B-7555-4FBF-B646-9E41F54576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2966" y="791691"/>
                  <a:ext cx="42156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0001B90-06D6-4F22-9103-973DB93224DF}"/>
                    </a:ext>
                  </a:extLst>
                </p14:cNvPr>
                <p14:cNvContentPartPr/>
                <p14:nvPr/>
              </p14:nvContentPartPr>
              <p14:xfrm>
                <a:off x="1672846" y="792411"/>
                <a:ext cx="591840" cy="5814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0001B90-06D6-4F22-9103-973DB93224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54846" y="774411"/>
                  <a:ext cx="627480" cy="61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B919494-A4E6-4AA0-9F77-B7CE40456AF0}"/>
              </a:ext>
            </a:extLst>
          </p:cNvPr>
          <p:cNvGrpSpPr/>
          <p:nvPr/>
        </p:nvGrpSpPr>
        <p:grpSpPr>
          <a:xfrm>
            <a:off x="4717726" y="1053051"/>
            <a:ext cx="6215040" cy="1048680"/>
            <a:chOff x="4717726" y="1053051"/>
            <a:chExt cx="6215040" cy="10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1E385DA4-77E7-4C22-982A-947079B30949}"/>
                    </a:ext>
                  </a:extLst>
                </p14:cNvPr>
                <p14:cNvContentPartPr/>
                <p14:nvPr/>
              </p14:nvContentPartPr>
              <p14:xfrm>
                <a:off x="4717726" y="1329531"/>
                <a:ext cx="453960" cy="26820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1E385DA4-77E7-4C22-982A-947079B309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99726" y="1311891"/>
                  <a:ext cx="4896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B3F2381D-55F5-4177-8C6B-C98D6D80C896}"/>
                    </a:ext>
                  </a:extLst>
                </p14:cNvPr>
                <p14:cNvContentPartPr/>
                <p14:nvPr/>
              </p14:nvContentPartPr>
              <p14:xfrm>
                <a:off x="5245846" y="1273011"/>
                <a:ext cx="244440" cy="33048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B3F2381D-55F5-4177-8C6B-C98D6D80C8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28206" y="1255371"/>
                  <a:ext cx="2800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B86C877A-D02B-4AB9-A786-40B4CFEDA647}"/>
                    </a:ext>
                  </a:extLst>
                </p14:cNvPr>
                <p14:cNvContentPartPr/>
                <p14:nvPr/>
              </p14:nvContentPartPr>
              <p14:xfrm>
                <a:off x="5489926" y="1318011"/>
                <a:ext cx="761760" cy="2523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B86C877A-D02B-4AB9-A786-40B4CFEDA6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72286" y="1300011"/>
                  <a:ext cx="797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E3654D4-1E2F-4FAA-A7B0-ED9D8D7230CD}"/>
                    </a:ext>
                  </a:extLst>
                </p14:cNvPr>
                <p14:cNvContentPartPr/>
                <p14:nvPr/>
              </p14:nvContentPartPr>
              <p14:xfrm>
                <a:off x="6246646" y="1090491"/>
                <a:ext cx="449640" cy="3952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E3654D4-1E2F-4FAA-A7B0-ED9D8D7230C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28646" y="1072851"/>
                  <a:ext cx="4852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41558090-61BC-4D1F-A3B8-B147740A8E5B}"/>
                    </a:ext>
                  </a:extLst>
                </p14:cNvPr>
                <p14:cNvContentPartPr/>
                <p14:nvPr/>
              </p14:nvContentPartPr>
              <p14:xfrm>
                <a:off x="6200206" y="1121451"/>
                <a:ext cx="313200" cy="410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41558090-61BC-4D1F-A3B8-B147740A8E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82206" y="1103451"/>
                  <a:ext cx="348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73D42427-9D63-42B9-86DC-F15329505ACE}"/>
                    </a:ext>
                  </a:extLst>
                </p14:cNvPr>
                <p14:cNvContentPartPr/>
                <p14:nvPr/>
              </p14:nvContentPartPr>
              <p14:xfrm>
                <a:off x="6956566" y="1130451"/>
                <a:ext cx="916200" cy="38808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73D42427-9D63-42B9-86DC-F15329505AC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38926" y="1112451"/>
                  <a:ext cx="9518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650F305-84BB-409A-B6E2-145039F2C473}"/>
                    </a:ext>
                  </a:extLst>
                </p14:cNvPr>
                <p14:cNvContentPartPr/>
                <p14:nvPr/>
              </p14:nvContentPartPr>
              <p14:xfrm>
                <a:off x="7935406" y="1053051"/>
                <a:ext cx="517680" cy="3747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650F305-84BB-409A-B6E2-145039F2C4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17766" y="1035411"/>
                  <a:ext cx="5533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5B6D7CAF-6EEA-495F-A789-4E85B645E7D6}"/>
                    </a:ext>
                  </a:extLst>
                </p14:cNvPr>
                <p14:cNvContentPartPr/>
                <p14:nvPr/>
              </p14:nvContentPartPr>
              <p14:xfrm>
                <a:off x="7835326" y="1170771"/>
                <a:ext cx="306000" cy="1152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5B6D7CAF-6EEA-495F-A789-4E85B645E7D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17686" y="1153131"/>
                  <a:ext cx="341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4BB2D89-9A59-4625-9908-09ECDF2B93A3}"/>
                    </a:ext>
                  </a:extLst>
                </p14:cNvPr>
                <p14:cNvContentPartPr/>
                <p14:nvPr/>
              </p14:nvContentPartPr>
              <p14:xfrm>
                <a:off x="8816686" y="1192731"/>
                <a:ext cx="485640" cy="3369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4BB2D89-9A59-4625-9908-09ECDF2B93A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99046" y="1175091"/>
                  <a:ext cx="5212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C3B8316F-E03B-4509-A7D5-C324376A921B}"/>
                    </a:ext>
                  </a:extLst>
                </p14:cNvPr>
                <p14:cNvContentPartPr/>
                <p14:nvPr/>
              </p14:nvContentPartPr>
              <p14:xfrm>
                <a:off x="9391246" y="1463451"/>
                <a:ext cx="234720" cy="345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C3B8316F-E03B-4509-A7D5-C324376A92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73246" y="1445451"/>
                  <a:ext cx="270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B08085CC-1990-4F24-B6BA-05BF6E321698}"/>
                    </a:ext>
                  </a:extLst>
                </p14:cNvPr>
                <p14:cNvContentPartPr/>
                <p14:nvPr/>
              </p14:nvContentPartPr>
              <p14:xfrm>
                <a:off x="9320326" y="1385331"/>
                <a:ext cx="325440" cy="3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B08085CC-1990-4F24-B6BA-05BF6E32169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02326" y="1367331"/>
                  <a:ext cx="361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4FD422A-44FF-4886-B742-281379D2069F}"/>
                    </a:ext>
                  </a:extLst>
                </p14:cNvPr>
                <p14:cNvContentPartPr/>
                <p14:nvPr/>
              </p14:nvContentPartPr>
              <p14:xfrm>
                <a:off x="9759166" y="1218291"/>
                <a:ext cx="367920" cy="2754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4FD422A-44FF-4886-B742-281379D206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41166" y="1200651"/>
                  <a:ext cx="403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F3CBF1B4-16BF-43B9-BBC8-1D835F641527}"/>
                    </a:ext>
                  </a:extLst>
                </p14:cNvPr>
                <p14:cNvContentPartPr/>
                <p14:nvPr/>
              </p14:nvContentPartPr>
              <p14:xfrm>
                <a:off x="10245526" y="1141611"/>
                <a:ext cx="247680" cy="3254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F3CBF1B4-16BF-43B9-BBC8-1D835F64152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27526" y="1123971"/>
                  <a:ext cx="2833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80EA487-5168-4136-80A1-B26774099AC2}"/>
                    </a:ext>
                  </a:extLst>
                </p14:cNvPr>
                <p14:cNvContentPartPr/>
                <p14:nvPr/>
              </p14:nvContentPartPr>
              <p14:xfrm>
                <a:off x="10206286" y="1341411"/>
                <a:ext cx="426960" cy="4212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80EA487-5168-4136-80A1-B26774099AC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188646" y="1323411"/>
                  <a:ext cx="462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2E96E8CD-CEE2-462F-8D0C-4404EE0E6458}"/>
                    </a:ext>
                  </a:extLst>
                </p14:cNvPr>
                <p14:cNvContentPartPr/>
                <p14:nvPr/>
              </p14:nvContentPartPr>
              <p14:xfrm>
                <a:off x="10222486" y="1081851"/>
                <a:ext cx="701640" cy="90720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2E96E8CD-CEE2-462F-8D0C-4404EE0E64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04846" y="1063851"/>
                  <a:ext cx="73728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56E33D7-0E66-4E74-935B-E1AE78585092}"/>
                    </a:ext>
                  </a:extLst>
                </p14:cNvPr>
                <p14:cNvContentPartPr/>
                <p14:nvPr/>
              </p14:nvContentPartPr>
              <p14:xfrm>
                <a:off x="10328686" y="1769091"/>
                <a:ext cx="604080" cy="3326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56E33D7-0E66-4E74-935B-E1AE7858509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310686" y="1751451"/>
                  <a:ext cx="639720" cy="36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3A6E4999-A3D9-45DB-B145-796C9E855260}"/>
                  </a:ext>
                </a:extLst>
              </p14:cNvPr>
              <p14:cNvContentPartPr/>
              <p14:nvPr/>
            </p14:nvContentPartPr>
            <p14:xfrm>
              <a:off x="4592806" y="3743331"/>
              <a:ext cx="780120" cy="22428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3A6E4999-A3D9-45DB-B145-796C9E85526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575166" y="3725691"/>
                <a:ext cx="81576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BE82415B-AF0B-4990-A1AF-C795BB228848}"/>
              </a:ext>
            </a:extLst>
          </p:cNvPr>
          <p:cNvGrpSpPr/>
          <p:nvPr/>
        </p:nvGrpSpPr>
        <p:grpSpPr>
          <a:xfrm>
            <a:off x="6894286" y="2356251"/>
            <a:ext cx="1582920" cy="1710720"/>
            <a:chOff x="6894286" y="2356251"/>
            <a:chExt cx="1582920" cy="171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8E3D5D5-0B91-481B-B401-A0617DA19ECF}"/>
                    </a:ext>
                  </a:extLst>
                </p14:cNvPr>
                <p14:cNvContentPartPr/>
                <p14:nvPr/>
              </p14:nvContentPartPr>
              <p14:xfrm>
                <a:off x="6894286" y="2973291"/>
                <a:ext cx="765720" cy="4021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8E3D5D5-0B91-481B-B401-A0617DA19EC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76286" y="2955651"/>
                  <a:ext cx="8013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7849CD7-6ED0-442A-B502-9943683A3866}"/>
                    </a:ext>
                  </a:extLst>
                </p14:cNvPr>
                <p14:cNvContentPartPr/>
                <p14:nvPr/>
              </p14:nvContentPartPr>
              <p14:xfrm>
                <a:off x="7661806" y="2956011"/>
                <a:ext cx="676440" cy="3729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7849CD7-6ED0-442A-B502-9943683A386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43806" y="2938011"/>
                  <a:ext cx="7120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7E5F3393-96DA-4235-B076-93F5293553F6}"/>
                    </a:ext>
                  </a:extLst>
                </p14:cNvPr>
                <p14:cNvContentPartPr/>
                <p14:nvPr/>
              </p14:nvContentPartPr>
              <p14:xfrm>
                <a:off x="7711486" y="3537771"/>
                <a:ext cx="765720" cy="17856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7E5F3393-96DA-4235-B076-93F5293553F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93486" y="3520131"/>
                  <a:ext cx="801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D4AAFD7-A19D-4343-8E8E-8D2BBF1717C0}"/>
                    </a:ext>
                  </a:extLst>
                </p14:cNvPr>
                <p14:cNvContentPartPr/>
                <p14:nvPr/>
              </p14:nvContentPartPr>
              <p14:xfrm>
                <a:off x="8111446" y="3794091"/>
                <a:ext cx="219240" cy="3564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D4AAFD7-A19D-4343-8E8E-8D2BBF1717C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3806" y="3776451"/>
                  <a:ext cx="254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AF02B74-0194-4BB1-A938-B582E199DE2B}"/>
                    </a:ext>
                  </a:extLst>
                </p14:cNvPr>
                <p14:cNvContentPartPr/>
                <p14:nvPr/>
              </p14:nvContentPartPr>
              <p14:xfrm>
                <a:off x="8134846" y="3822531"/>
                <a:ext cx="220320" cy="2444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AF02B74-0194-4BB1-A938-B582E199DE2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16846" y="3804891"/>
                  <a:ext cx="255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A4544280-DAA7-4493-BDFE-6C615DEB1ADE}"/>
                    </a:ext>
                  </a:extLst>
                </p14:cNvPr>
                <p14:cNvContentPartPr/>
                <p14:nvPr/>
              </p14:nvContentPartPr>
              <p14:xfrm>
                <a:off x="7061686" y="2356251"/>
                <a:ext cx="802440" cy="77220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A4544280-DAA7-4493-BDFE-6C615DEB1A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44046" y="2338251"/>
                  <a:ext cx="83808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62BFF970-D7CB-44B2-9650-AB48F07B7BF1}"/>
                    </a:ext>
                  </a:extLst>
                </p14:cNvPr>
                <p14:cNvContentPartPr/>
                <p14:nvPr/>
              </p14:nvContentPartPr>
              <p14:xfrm>
                <a:off x="7958806" y="2622651"/>
                <a:ext cx="390240" cy="48420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62BFF970-D7CB-44B2-9650-AB48F07B7B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40806" y="2605011"/>
                  <a:ext cx="425880" cy="51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F15A6DC-5A3D-4A6C-98CB-A95920E52B29}"/>
              </a:ext>
            </a:extLst>
          </p:cNvPr>
          <p:cNvGrpSpPr/>
          <p:nvPr/>
        </p:nvGrpSpPr>
        <p:grpSpPr>
          <a:xfrm>
            <a:off x="4478326" y="2740371"/>
            <a:ext cx="1359360" cy="724320"/>
            <a:chOff x="4478326" y="2740371"/>
            <a:chExt cx="1359360" cy="72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E6CE798B-F788-44E7-999F-7D40495EACDD}"/>
                    </a:ext>
                  </a:extLst>
                </p14:cNvPr>
                <p14:cNvContentPartPr/>
                <p14:nvPr/>
              </p14:nvContentPartPr>
              <p14:xfrm>
                <a:off x="4478326" y="3063651"/>
                <a:ext cx="890640" cy="3970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E6CE798B-F788-44E7-999F-7D40495EACD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460686" y="3046011"/>
                  <a:ext cx="92628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8DF33D3-6A5A-4A93-AE3F-C01FD2FE8AC0}"/>
                    </a:ext>
                  </a:extLst>
                </p14:cNvPr>
                <p14:cNvContentPartPr/>
                <p14:nvPr/>
              </p14:nvContentPartPr>
              <p14:xfrm>
                <a:off x="5316046" y="3054291"/>
                <a:ext cx="521640" cy="41040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8DF33D3-6A5A-4A93-AE3F-C01FD2FE8AC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298046" y="3036291"/>
                  <a:ext cx="5572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2A66B324-3890-4A8D-81BA-23C0D986A5F8}"/>
                    </a:ext>
                  </a:extLst>
                </p14:cNvPr>
                <p14:cNvContentPartPr/>
                <p14:nvPr/>
              </p14:nvContentPartPr>
              <p14:xfrm>
                <a:off x="4683886" y="2740371"/>
                <a:ext cx="977400" cy="46332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2A66B324-3890-4A8D-81BA-23C0D986A5F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65886" y="2722731"/>
                  <a:ext cx="1013040" cy="49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595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EDC7192-A5E7-4FFE-A2AE-4485E4E3EA29}"/>
              </a:ext>
            </a:extLst>
          </p:cNvPr>
          <p:cNvPicPr/>
          <p:nvPr/>
        </p:nvPicPr>
        <p:blipFill rotWithShape="1">
          <a:blip r:embed="rId2"/>
          <a:srcRect l="14110" t="28128" r="62679" b="33660"/>
          <a:stretch/>
        </p:blipFill>
        <p:spPr bwMode="auto">
          <a:xfrm>
            <a:off x="0" y="174170"/>
            <a:ext cx="3570514" cy="2670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FCF749-112D-4BEF-BD4A-68312C464EB9}"/>
              </a:ext>
            </a:extLst>
          </p:cNvPr>
          <p:cNvSpPr/>
          <p:nvPr/>
        </p:nvSpPr>
        <p:spPr>
          <a:xfrm>
            <a:off x="4817812" y="261257"/>
            <a:ext cx="5430204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 para cada uma das configurações do diodo: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AC330B03-4D27-48CE-86AC-237A2CAC3A51}"/>
              </a:ext>
            </a:extLst>
          </p:cNvPr>
          <p:cNvGrpSpPr/>
          <p:nvPr/>
        </p:nvGrpSpPr>
        <p:grpSpPr>
          <a:xfrm>
            <a:off x="1696606" y="599811"/>
            <a:ext cx="1697400" cy="1824120"/>
            <a:chOff x="1696606" y="599811"/>
            <a:chExt cx="1697400" cy="18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26FA357A-4DF4-4A61-8648-8A89285586C1}"/>
                    </a:ext>
                  </a:extLst>
                </p14:cNvPr>
                <p14:cNvContentPartPr/>
                <p14:nvPr/>
              </p14:nvContentPartPr>
              <p14:xfrm>
                <a:off x="2249566" y="605571"/>
                <a:ext cx="1144440" cy="18183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26FA357A-4DF4-4A61-8648-8A89285586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31566" y="587571"/>
                  <a:ext cx="1180080" cy="18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DA930B95-E7CA-4882-8F5F-EC4E68FECC5A}"/>
                    </a:ext>
                  </a:extLst>
                </p14:cNvPr>
                <p14:cNvContentPartPr/>
                <p14:nvPr/>
              </p14:nvContentPartPr>
              <p14:xfrm>
                <a:off x="3351886" y="599811"/>
                <a:ext cx="8280" cy="219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DA930B95-E7CA-4882-8F5F-EC4E68FECC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33886" y="582171"/>
                  <a:ext cx="43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5FA609A3-550F-4EE8-BA1A-176373C3DC4B}"/>
                    </a:ext>
                  </a:extLst>
                </p14:cNvPr>
                <p14:cNvContentPartPr/>
                <p14:nvPr/>
              </p14:nvContentPartPr>
              <p14:xfrm>
                <a:off x="1696606" y="841371"/>
                <a:ext cx="14760" cy="3888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5FA609A3-550F-4EE8-BA1A-176373C3DC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78606" y="823731"/>
                  <a:ext cx="504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4FCEDCB3-8D89-4639-8FAC-79DA96A9E993}"/>
                  </a:ext>
                </a:extLst>
              </p14:cNvPr>
              <p14:cNvContentPartPr/>
              <p14:nvPr/>
            </p14:nvContentPartPr>
            <p14:xfrm>
              <a:off x="3352246" y="594771"/>
              <a:ext cx="133560" cy="24012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4FCEDCB3-8D89-4639-8FAC-79DA96A9E9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34606" y="577131"/>
                <a:ext cx="1692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1BF9EE9B-ED05-4B4E-9043-7F8658759705}"/>
                  </a:ext>
                </a:extLst>
              </p14:cNvPr>
              <p14:cNvContentPartPr/>
              <p14:nvPr/>
            </p14:nvContentPartPr>
            <p14:xfrm>
              <a:off x="296206" y="2086611"/>
              <a:ext cx="1398240" cy="54684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1BF9EE9B-ED05-4B4E-9043-7F86587597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8206" y="2068611"/>
                <a:ext cx="14338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84DC7B4E-5BAB-4D1D-A22A-B13F478F7307}"/>
                  </a:ext>
                </a:extLst>
              </p14:cNvPr>
              <p14:cNvContentPartPr/>
              <p14:nvPr/>
            </p14:nvContentPartPr>
            <p14:xfrm>
              <a:off x="6139006" y="2892291"/>
              <a:ext cx="209160" cy="2772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84DC7B4E-5BAB-4D1D-A22A-B13F478F73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21366" y="2874291"/>
                <a:ext cx="2448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836BCB68-90B5-4F15-A616-E08D25D0A57D}"/>
                  </a:ext>
                </a:extLst>
              </p14:cNvPr>
              <p14:cNvContentPartPr/>
              <p14:nvPr/>
            </p14:nvContentPartPr>
            <p14:xfrm>
              <a:off x="6008326" y="990051"/>
              <a:ext cx="562680" cy="193428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836BCB68-90B5-4F15-A616-E08D25D0A57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90686" y="972051"/>
                <a:ext cx="598320" cy="19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44F1DD1B-6B00-4BCC-A309-5065FD313769}"/>
                  </a:ext>
                </a:extLst>
              </p14:cNvPr>
              <p14:cNvContentPartPr/>
              <p14:nvPr/>
            </p14:nvContentPartPr>
            <p14:xfrm>
              <a:off x="6346726" y="963051"/>
              <a:ext cx="1425960" cy="72180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44F1DD1B-6B00-4BCC-A309-5065FD3137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28726" y="945051"/>
                <a:ext cx="146160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97A885C0-29E6-4769-819B-DDE417C89370}"/>
                  </a:ext>
                </a:extLst>
              </p14:cNvPr>
              <p14:cNvContentPartPr/>
              <p14:nvPr/>
            </p14:nvContentPartPr>
            <p14:xfrm>
              <a:off x="7399366" y="1789971"/>
              <a:ext cx="529560" cy="1008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97A885C0-29E6-4769-819B-DDE417C893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81366" y="1772331"/>
                <a:ext cx="565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90F2D04C-9D5F-4228-98D6-5C07B39B101A}"/>
                  </a:ext>
                </a:extLst>
              </p14:cNvPr>
              <p14:cNvContentPartPr/>
              <p14:nvPr/>
            </p14:nvContentPartPr>
            <p14:xfrm>
              <a:off x="7616446" y="1893291"/>
              <a:ext cx="165240" cy="3132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90F2D04C-9D5F-4228-98D6-5C07B39B101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98806" y="1875651"/>
                <a:ext cx="2008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762E33AC-DEDD-4231-A266-B7093C6E7380}"/>
                  </a:ext>
                </a:extLst>
              </p14:cNvPr>
              <p14:cNvContentPartPr/>
              <p14:nvPr/>
            </p14:nvContentPartPr>
            <p14:xfrm>
              <a:off x="7401526" y="2036571"/>
              <a:ext cx="618840" cy="828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762E33AC-DEDD-4231-A266-B7093C6E738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83526" y="2018571"/>
                <a:ext cx="6544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53ABD2C1-92E1-450F-B134-BB17DBA13566}"/>
                  </a:ext>
                </a:extLst>
              </p14:cNvPr>
              <p14:cNvContentPartPr/>
              <p14:nvPr/>
            </p14:nvContentPartPr>
            <p14:xfrm>
              <a:off x="6287686" y="2062851"/>
              <a:ext cx="1437120" cy="90288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53ABD2C1-92E1-450F-B134-BB17DBA135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69686" y="2044851"/>
                <a:ext cx="1472760" cy="9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18865145-4FB0-4164-903D-CA5E28C4FF2A}"/>
                  </a:ext>
                </a:extLst>
              </p14:cNvPr>
              <p14:cNvContentPartPr/>
              <p14:nvPr/>
            </p14:nvContentPartPr>
            <p14:xfrm>
              <a:off x="7925686" y="2283891"/>
              <a:ext cx="138960" cy="5760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18865145-4FB0-4164-903D-CA5E28C4FF2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08046" y="2266251"/>
                <a:ext cx="1746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7177696D-2B99-49CB-A76C-49C0835D008D}"/>
                  </a:ext>
                </a:extLst>
              </p14:cNvPr>
              <p14:cNvContentPartPr/>
              <p14:nvPr/>
            </p14:nvContentPartPr>
            <p14:xfrm>
              <a:off x="7941526" y="2205771"/>
              <a:ext cx="49320" cy="14220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7177696D-2B99-49CB-A76C-49C0835D008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923886" y="2188131"/>
                <a:ext cx="849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0471B3BC-B8AA-42F8-9CD6-2EA13CFA40D1}"/>
                  </a:ext>
                </a:extLst>
              </p14:cNvPr>
              <p14:cNvContentPartPr/>
              <p14:nvPr/>
            </p14:nvContentPartPr>
            <p14:xfrm>
              <a:off x="7928206" y="1441491"/>
              <a:ext cx="139680" cy="2556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0471B3BC-B8AA-42F8-9CD6-2EA13CFA40D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10566" y="1423491"/>
                <a:ext cx="175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DBB64E9A-528A-4956-BFE0-81C65D43AF7A}"/>
                  </a:ext>
                </a:extLst>
              </p14:cNvPr>
              <p14:cNvContentPartPr/>
              <p14:nvPr/>
            </p14:nvContentPartPr>
            <p14:xfrm>
              <a:off x="8249686" y="1701411"/>
              <a:ext cx="226440" cy="32256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DBB64E9A-528A-4956-BFE0-81C65D43AF7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231686" y="1683771"/>
                <a:ext cx="2620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0D436D52-341F-4607-B131-551FCF0677A1}"/>
                  </a:ext>
                </a:extLst>
              </p14:cNvPr>
              <p14:cNvContentPartPr/>
              <p14:nvPr/>
            </p14:nvContentPartPr>
            <p14:xfrm>
              <a:off x="8481166" y="1804371"/>
              <a:ext cx="264240" cy="21276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0D436D52-341F-4607-B131-551FCF0677A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463526" y="1786731"/>
                <a:ext cx="2998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1FD054FE-80D7-4133-8587-835202A738EF}"/>
                  </a:ext>
                </a:extLst>
              </p14:cNvPr>
              <p14:cNvContentPartPr/>
              <p14:nvPr/>
            </p14:nvContentPartPr>
            <p14:xfrm>
              <a:off x="8770246" y="1733811"/>
              <a:ext cx="171360" cy="23256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1FD054FE-80D7-4133-8587-835202A738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752606" y="1716171"/>
                <a:ext cx="2070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D0F50C62-28D2-42DB-8A27-9CAA7DDA7A9C}"/>
                  </a:ext>
                </a:extLst>
              </p14:cNvPr>
              <p14:cNvContentPartPr/>
              <p14:nvPr/>
            </p14:nvContentPartPr>
            <p14:xfrm>
              <a:off x="7952686" y="2234931"/>
              <a:ext cx="49320" cy="163440"/>
            </p14:xfrm>
          </p:contentPart>
        </mc:Choice>
        <mc:Fallback xmlns=""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D0F50C62-28D2-42DB-8A27-9CAA7DDA7A9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934686" y="2217291"/>
                <a:ext cx="849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829585D5-9794-46EA-9AB6-4E35381E028B}"/>
                  </a:ext>
                </a:extLst>
              </p14:cNvPr>
              <p14:cNvContentPartPr/>
              <p14:nvPr/>
            </p14:nvContentPartPr>
            <p14:xfrm>
              <a:off x="7905886" y="2326731"/>
              <a:ext cx="143640" cy="1260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829585D5-9794-46EA-9AB6-4E35381E028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887886" y="2309091"/>
                <a:ext cx="179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E4899578-D91E-4DFE-A0FD-75934D726237}"/>
                  </a:ext>
                </a:extLst>
              </p14:cNvPr>
              <p14:cNvContentPartPr/>
              <p14:nvPr/>
            </p14:nvContentPartPr>
            <p14:xfrm>
              <a:off x="6598366" y="1550211"/>
              <a:ext cx="268560" cy="16236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E4899578-D91E-4DFE-A0FD-75934D72623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80726" y="1532211"/>
                <a:ext cx="3042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34D54DFA-6E29-49A3-B01A-EBC69FF5221C}"/>
                  </a:ext>
                </a:extLst>
              </p14:cNvPr>
              <p14:cNvContentPartPr/>
              <p14:nvPr/>
            </p14:nvContentPartPr>
            <p14:xfrm>
              <a:off x="6733006" y="1475331"/>
              <a:ext cx="360" cy="36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34D54DFA-6E29-49A3-B01A-EBC69FF5221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715006" y="145769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56548B2B-5B72-44C6-838D-9336AC49BDFA}"/>
                  </a:ext>
                </a:extLst>
              </p14:cNvPr>
              <p14:cNvContentPartPr/>
              <p14:nvPr/>
            </p14:nvContentPartPr>
            <p14:xfrm>
              <a:off x="6350326" y="960891"/>
              <a:ext cx="71640" cy="4788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56548B2B-5B72-44C6-838D-9336AC49BDF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32686" y="943251"/>
                <a:ext cx="10728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Agrupar 81">
            <a:extLst>
              <a:ext uri="{FF2B5EF4-FFF2-40B4-BE49-F238E27FC236}">
                <a16:creationId xmlns:a16="http://schemas.microsoft.com/office/drawing/2014/main" id="{27CD56CF-FB20-41E2-9434-1CD020A981A0}"/>
              </a:ext>
            </a:extLst>
          </p:cNvPr>
          <p:cNvGrpSpPr/>
          <p:nvPr/>
        </p:nvGrpSpPr>
        <p:grpSpPr>
          <a:xfrm>
            <a:off x="6559486" y="2228091"/>
            <a:ext cx="550800" cy="253440"/>
            <a:chOff x="6559486" y="2228091"/>
            <a:chExt cx="5508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6F5F5B8-90AD-41D9-9353-3822A45A857E}"/>
                    </a:ext>
                  </a:extLst>
                </p14:cNvPr>
                <p14:cNvContentPartPr/>
                <p14:nvPr/>
              </p14:nvContentPartPr>
              <p14:xfrm>
                <a:off x="6559486" y="2228091"/>
                <a:ext cx="318240" cy="2534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6F5F5B8-90AD-41D9-9353-3822A45A85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41486" y="2210091"/>
                  <a:ext cx="353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BFB3CE26-4A17-4D8B-8E1D-125F05271598}"/>
                    </a:ext>
                  </a:extLst>
                </p14:cNvPr>
                <p14:cNvContentPartPr/>
                <p14:nvPr/>
              </p14:nvContentPartPr>
              <p14:xfrm>
                <a:off x="6964126" y="2271291"/>
                <a:ext cx="146160" cy="15408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BFB3CE26-4A17-4D8B-8E1D-125F052715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46126" y="2253651"/>
                  <a:ext cx="181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C3BF6966-774D-49D1-B8B8-F50E19A426F8}"/>
                    </a:ext>
                  </a:extLst>
                </p14:cNvPr>
                <p14:cNvContentPartPr/>
                <p14:nvPr/>
              </p14:nvContentPartPr>
              <p14:xfrm>
                <a:off x="6912646" y="2287131"/>
                <a:ext cx="83520" cy="16524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C3BF6966-774D-49D1-B8B8-F50E19A426F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94646" y="2269491"/>
                  <a:ext cx="1191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A1BCBD9E-A7C1-4D0D-A9AD-96109DA715AA}"/>
              </a:ext>
            </a:extLst>
          </p:cNvPr>
          <p:cNvGrpSpPr/>
          <p:nvPr/>
        </p:nvGrpSpPr>
        <p:grpSpPr>
          <a:xfrm>
            <a:off x="6090766" y="2852691"/>
            <a:ext cx="585720" cy="555120"/>
            <a:chOff x="6090766" y="2852691"/>
            <a:chExt cx="58572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A7801DDC-BDCD-4780-84C2-06C850CFB26B}"/>
                    </a:ext>
                  </a:extLst>
                </p14:cNvPr>
                <p14:cNvContentPartPr/>
                <p14:nvPr/>
              </p14:nvContentPartPr>
              <p14:xfrm>
                <a:off x="6380926" y="2852691"/>
                <a:ext cx="43200" cy="36576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A7801DDC-BDCD-4780-84C2-06C850CFB2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63286" y="2834691"/>
                  <a:ext cx="788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835A484-9F59-411E-8CA9-FA0FA3CB7605}"/>
                    </a:ext>
                  </a:extLst>
                </p14:cNvPr>
                <p14:cNvContentPartPr/>
                <p14:nvPr/>
              </p14:nvContentPartPr>
              <p14:xfrm>
                <a:off x="6090766" y="3234291"/>
                <a:ext cx="585720" cy="313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835A484-9F59-411E-8CA9-FA0FA3CB760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2766" y="3216291"/>
                  <a:ext cx="621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01E5A0F0-C439-4D79-A4AC-957B42FD557E}"/>
                    </a:ext>
                  </a:extLst>
                </p14:cNvPr>
                <p14:cNvContentPartPr/>
                <p14:nvPr/>
              </p14:nvContentPartPr>
              <p14:xfrm>
                <a:off x="6344926" y="3319971"/>
                <a:ext cx="207360" cy="158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01E5A0F0-C439-4D79-A4AC-957B42FD55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27286" y="3301971"/>
                  <a:ext cx="2430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8BC3FADE-B19F-452D-8358-90758DBB1EF8}"/>
                    </a:ext>
                  </a:extLst>
                </p14:cNvPr>
                <p14:cNvContentPartPr/>
                <p14:nvPr/>
              </p14:nvContentPartPr>
              <p14:xfrm>
                <a:off x="6362566" y="3328971"/>
                <a:ext cx="360" cy="36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8BC3FADE-B19F-452D-8358-90758DBB1E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44926" y="331097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73B2FD1E-32F1-4960-8D41-36C56BAF5D32}"/>
                    </a:ext>
                  </a:extLst>
                </p14:cNvPr>
                <p14:cNvContentPartPr/>
                <p14:nvPr/>
              </p14:nvContentPartPr>
              <p14:xfrm>
                <a:off x="6244846" y="3328971"/>
                <a:ext cx="294480" cy="7884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73B2FD1E-32F1-4960-8D41-36C56BAF5D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7206" y="3310971"/>
                  <a:ext cx="330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90ECDA69-CB5C-4624-8FE2-0B1A5CDDF712}"/>
                    </a:ext>
                  </a:extLst>
                </p14:cNvPr>
                <p14:cNvContentPartPr/>
                <p14:nvPr/>
              </p14:nvContentPartPr>
              <p14:xfrm>
                <a:off x="6251686" y="3301251"/>
                <a:ext cx="219960" cy="1800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90ECDA69-CB5C-4624-8FE2-0B1A5CDDF7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33686" y="3283611"/>
                  <a:ext cx="2556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C39E10EB-16E4-4AEF-87E5-77B9C7328567}"/>
              </a:ext>
            </a:extLst>
          </p:cNvPr>
          <p:cNvGrpSpPr/>
          <p:nvPr/>
        </p:nvGrpSpPr>
        <p:grpSpPr>
          <a:xfrm>
            <a:off x="1653406" y="173931"/>
            <a:ext cx="220680" cy="523440"/>
            <a:chOff x="1653406" y="173931"/>
            <a:chExt cx="22068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8245BBDE-5F47-4BB5-98D1-D4D5D6F8823E}"/>
                    </a:ext>
                  </a:extLst>
                </p14:cNvPr>
                <p14:cNvContentPartPr/>
                <p14:nvPr/>
              </p14:nvContentPartPr>
              <p14:xfrm>
                <a:off x="1676446" y="607731"/>
                <a:ext cx="115560" cy="8280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8245BBDE-5F47-4BB5-98D1-D4D5D6F8823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58446" y="589731"/>
                  <a:ext cx="151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5ED6BD39-A0E6-4FF1-982E-933DEC9D14ED}"/>
                    </a:ext>
                  </a:extLst>
                </p14:cNvPr>
                <p14:cNvContentPartPr/>
                <p14:nvPr/>
              </p14:nvContentPartPr>
              <p14:xfrm>
                <a:off x="1685446" y="173931"/>
                <a:ext cx="188640" cy="33192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5ED6BD39-A0E6-4FF1-982E-933DEC9D14E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67446" y="156291"/>
                  <a:ext cx="224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452892B-DD8A-40EF-AC6F-FFCC68ED12E2}"/>
                    </a:ext>
                  </a:extLst>
                </p14:cNvPr>
                <p14:cNvContentPartPr/>
                <p14:nvPr/>
              </p14:nvContentPartPr>
              <p14:xfrm>
                <a:off x="1671406" y="352491"/>
                <a:ext cx="163440" cy="4248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452892B-DD8A-40EF-AC6F-FFCC68ED12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53766" y="334491"/>
                  <a:ext cx="199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1B03A75C-6C57-4616-878E-61742CFE68F8}"/>
                    </a:ext>
                  </a:extLst>
                </p14:cNvPr>
                <p14:cNvContentPartPr/>
                <p14:nvPr/>
              </p14:nvContentPartPr>
              <p14:xfrm>
                <a:off x="1653406" y="584691"/>
                <a:ext cx="130320" cy="11268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1B03A75C-6C57-4616-878E-61742CFE68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35406" y="566691"/>
                  <a:ext cx="1659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7D9F4AFF-79F7-4E7C-A42F-4DEC90F1D026}"/>
              </a:ext>
            </a:extLst>
          </p:cNvPr>
          <p:cNvGrpSpPr/>
          <p:nvPr/>
        </p:nvGrpSpPr>
        <p:grpSpPr>
          <a:xfrm>
            <a:off x="6303886" y="583251"/>
            <a:ext cx="244800" cy="446760"/>
            <a:chOff x="6303886" y="583251"/>
            <a:chExt cx="24480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178D354-56C8-4806-B3E4-77E2390D6343}"/>
                    </a:ext>
                  </a:extLst>
                </p14:cNvPr>
                <p14:cNvContentPartPr/>
                <p14:nvPr/>
              </p14:nvContentPartPr>
              <p14:xfrm>
                <a:off x="6303886" y="911931"/>
                <a:ext cx="120240" cy="1180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178D354-56C8-4806-B3E4-77E2390D63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86246" y="894291"/>
                  <a:ext cx="155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A4E0341-AFD7-41F8-9887-D1FBC669B777}"/>
                    </a:ext>
                  </a:extLst>
                </p14:cNvPr>
                <p14:cNvContentPartPr/>
                <p14:nvPr/>
              </p14:nvContentPartPr>
              <p14:xfrm>
                <a:off x="6345646" y="583251"/>
                <a:ext cx="159120" cy="2152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A4E0341-AFD7-41F8-9887-D1FBC669B7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28006" y="565251"/>
                  <a:ext cx="194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7112C17-CCFA-4011-9E1E-20BD3B979934}"/>
                    </a:ext>
                  </a:extLst>
                </p14:cNvPr>
                <p14:cNvContentPartPr/>
                <p14:nvPr/>
              </p14:nvContentPartPr>
              <p14:xfrm>
                <a:off x="6341686" y="697731"/>
                <a:ext cx="207000" cy="266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7112C17-CCFA-4011-9E1E-20BD3B9799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24046" y="680091"/>
                  <a:ext cx="2426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008938EA-5185-4376-B1E0-6B4F1600FF32}"/>
              </a:ext>
            </a:extLst>
          </p:cNvPr>
          <p:cNvGrpSpPr/>
          <p:nvPr/>
        </p:nvGrpSpPr>
        <p:grpSpPr>
          <a:xfrm>
            <a:off x="7619326" y="649851"/>
            <a:ext cx="364320" cy="410400"/>
            <a:chOff x="7619326" y="649851"/>
            <a:chExt cx="36432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CE35A658-8972-479F-974B-66F63E7EABAB}"/>
                    </a:ext>
                  </a:extLst>
                </p14:cNvPr>
                <p14:cNvContentPartPr/>
                <p14:nvPr/>
              </p14:nvContentPartPr>
              <p14:xfrm>
                <a:off x="7619326" y="937131"/>
                <a:ext cx="139680" cy="12312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CE35A658-8972-479F-974B-66F63E7EAB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01686" y="919131"/>
                  <a:ext cx="175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4857E93-CD73-4255-B9DE-F415D004EAB1}"/>
                    </a:ext>
                  </a:extLst>
                </p14:cNvPr>
                <p14:cNvContentPartPr/>
                <p14:nvPr/>
              </p14:nvContentPartPr>
              <p14:xfrm>
                <a:off x="7841446" y="649851"/>
                <a:ext cx="142200" cy="28836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4857E93-CD73-4255-B9DE-F415D004EAB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23446" y="631851"/>
                  <a:ext cx="1778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23052060-3B7B-483A-86CA-184D97097A03}"/>
                    </a:ext>
                  </a:extLst>
                </p14:cNvPr>
                <p14:cNvContentPartPr/>
                <p14:nvPr/>
              </p14:nvContentPartPr>
              <p14:xfrm>
                <a:off x="7836406" y="825531"/>
                <a:ext cx="133920" cy="1584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23052060-3B7B-483A-86CA-184D97097A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18766" y="807531"/>
                  <a:ext cx="1695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0E56ADF3-0891-41F6-B511-062E90F05793}"/>
              </a:ext>
            </a:extLst>
          </p:cNvPr>
          <p:cNvGrpSpPr/>
          <p:nvPr/>
        </p:nvGrpSpPr>
        <p:grpSpPr>
          <a:xfrm>
            <a:off x="3350086" y="254211"/>
            <a:ext cx="505440" cy="416160"/>
            <a:chOff x="3350086" y="254211"/>
            <a:chExt cx="50544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E6426B27-9480-43AB-9C86-BADE3F4D3CAA}"/>
                    </a:ext>
                  </a:extLst>
                </p14:cNvPr>
                <p14:cNvContentPartPr/>
                <p14:nvPr/>
              </p14:nvContentPartPr>
              <p14:xfrm>
                <a:off x="3350086" y="569571"/>
                <a:ext cx="91080" cy="10080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E6426B27-9480-43AB-9C86-BADE3F4D3C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32086" y="551931"/>
                  <a:ext cx="126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139A915A-D3C5-45E8-9AE3-E34AD5CDC9E4}"/>
                    </a:ext>
                  </a:extLst>
                </p14:cNvPr>
                <p14:cNvContentPartPr/>
                <p14:nvPr/>
              </p14:nvContentPartPr>
              <p14:xfrm>
                <a:off x="3576166" y="254211"/>
                <a:ext cx="279360" cy="28908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139A915A-D3C5-45E8-9AE3-E34AD5CDC9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58166" y="236211"/>
                  <a:ext cx="3150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9031136A-CF1E-445E-B8B0-DD05279CAACD}"/>
              </a:ext>
            </a:extLst>
          </p:cNvPr>
          <p:cNvGrpSpPr/>
          <p:nvPr/>
        </p:nvGrpSpPr>
        <p:grpSpPr>
          <a:xfrm>
            <a:off x="7654966" y="2753691"/>
            <a:ext cx="553680" cy="289440"/>
            <a:chOff x="7654966" y="2753691"/>
            <a:chExt cx="55368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60127031-3EC9-4A7D-8C63-6672D5F4E2C1}"/>
                    </a:ext>
                  </a:extLst>
                </p14:cNvPr>
                <p14:cNvContentPartPr/>
                <p14:nvPr/>
              </p14:nvContentPartPr>
              <p14:xfrm>
                <a:off x="7654966" y="2892291"/>
                <a:ext cx="91800" cy="10512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60127031-3EC9-4A7D-8C63-6672D5F4E2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37326" y="2874291"/>
                  <a:ext cx="127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57D576A-41E3-4DF2-BA84-AE38660ABCF4}"/>
                    </a:ext>
                  </a:extLst>
                </p14:cNvPr>
                <p14:cNvContentPartPr/>
                <p14:nvPr/>
              </p14:nvContentPartPr>
              <p14:xfrm>
                <a:off x="7924246" y="2753691"/>
                <a:ext cx="284400" cy="28944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57D576A-41E3-4DF2-BA84-AE38660ABC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06606" y="2735691"/>
                  <a:ext cx="32004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E6CCDA04-0403-45B4-AB08-420A48B4E64C}"/>
              </a:ext>
            </a:extLst>
          </p:cNvPr>
          <p:cNvGrpSpPr/>
          <p:nvPr/>
        </p:nvGrpSpPr>
        <p:grpSpPr>
          <a:xfrm>
            <a:off x="6337366" y="2799051"/>
            <a:ext cx="486000" cy="445320"/>
            <a:chOff x="6337366" y="2799051"/>
            <a:chExt cx="48600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EE6FD443-BD35-4AFE-AAD3-314EA00F896A}"/>
                    </a:ext>
                  </a:extLst>
                </p14:cNvPr>
                <p14:cNvContentPartPr/>
                <p14:nvPr/>
              </p14:nvContentPartPr>
              <p14:xfrm>
                <a:off x="6337366" y="2799051"/>
                <a:ext cx="136080" cy="13896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EE6FD443-BD35-4AFE-AAD3-314EA00F896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19726" y="2781411"/>
                  <a:ext cx="171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991BA971-6194-420E-BA02-7BA3826346A3}"/>
                    </a:ext>
                  </a:extLst>
                </p14:cNvPr>
                <p14:cNvContentPartPr/>
                <p14:nvPr/>
              </p14:nvContentPartPr>
              <p14:xfrm>
                <a:off x="6573886" y="3003531"/>
                <a:ext cx="249480" cy="24084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991BA971-6194-420E-BA02-7BA3826346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56246" y="2985891"/>
                  <a:ext cx="28512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073AA953-FFD2-4D03-94FD-6BA39D6DFC2E}"/>
                  </a:ext>
                </a:extLst>
              </p14:cNvPr>
              <p14:cNvContentPartPr/>
              <p14:nvPr/>
            </p14:nvContentPartPr>
            <p14:xfrm>
              <a:off x="6639766" y="1628331"/>
              <a:ext cx="660600" cy="111060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073AA953-FFD2-4D03-94FD-6BA39D6DFC2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22126" y="1610691"/>
                <a:ext cx="696240" cy="11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7B8AF545-40C4-4C2A-9757-62B84E88076E}"/>
                  </a:ext>
                </a:extLst>
              </p14:cNvPr>
              <p14:cNvContentPartPr/>
              <p14:nvPr/>
            </p14:nvContentPartPr>
            <p14:xfrm>
              <a:off x="6307486" y="2829291"/>
              <a:ext cx="148680" cy="10512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7B8AF545-40C4-4C2A-9757-62B84E88076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289846" y="2811291"/>
                <a:ext cx="18432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CB355A66-2F8B-4527-93B4-FC82335E3C34}"/>
              </a:ext>
            </a:extLst>
          </p:cNvPr>
          <p:cNvGrpSpPr/>
          <p:nvPr/>
        </p:nvGrpSpPr>
        <p:grpSpPr>
          <a:xfrm>
            <a:off x="7329166" y="2567571"/>
            <a:ext cx="218520" cy="243720"/>
            <a:chOff x="7329166" y="2567571"/>
            <a:chExt cx="21852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FED41997-7137-43EB-84DC-0F9E405163A8}"/>
                    </a:ext>
                  </a:extLst>
                </p14:cNvPr>
                <p14:cNvContentPartPr/>
                <p14:nvPr/>
              </p14:nvContentPartPr>
              <p14:xfrm>
                <a:off x="7329166" y="2567571"/>
                <a:ext cx="183960" cy="1008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FED41997-7137-43EB-84DC-0F9E405163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11166" y="2549931"/>
                  <a:ext cx="219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DDD2F4F7-E754-450B-9937-6730757C7FD2}"/>
                    </a:ext>
                  </a:extLst>
                </p14:cNvPr>
                <p14:cNvContentPartPr/>
                <p14:nvPr/>
              </p14:nvContentPartPr>
              <p14:xfrm>
                <a:off x="7330606" y="2594211"/>
                <a:ext cx="217080" cy="21708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DDD2F4F7-E754-450B-9937-6730757C7F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12606" y="2576211"/>
                  <a:ext cx="25272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287387DA-E7FA-4740-BBE5-46D0F3ECCBC6}"/>
              </a:ext>
            </a:extLst>
          </p:cNvPr>
          <p:cNvGrpSpPr/>
          <p:nvPr/>
        </p:nvGrpSpPr>
        <p:grpSpPr>
          <a:xfrm>
            <a:off x="6842806" y="1148451"/>
            <a:ext cx="349560" cy="176040"/>
            <a:chOff x="6842806" y="1148451"/>
            <a:chExt cx="34956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A8054E9C-3693-4F7C-89DB-BA305B6A3E10}"/>
                    </a:ext>
                  </a:extLst>
                </p14:cNvPr>
                <p14:cNvContentPartPr/>
                <p14:nvPr/>
              </p14:nvContentPartPr>
              <p14:xfrm>
                <a:off x="6842806" y="1148451"/>
                <a:ext cx="163080" cy="16488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A8054E9C-3693-4F7C-89DB-BA305B6A3E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25166" y="1130451"/>
                  <a:ext cx="198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B9EF033A-D200-429A-A1A4-695BC0906A4C}"/>
                    </a:ext>
                  </a:extLst>
                </p14:cNvPr>
                <p14:cNvContentPartPr/>
                <p14:nvPr/>
              </p14:nvContentPartPr>
              <p14:xfrm>
                <a:off x="7086166" y="1148451"/>
                <a:ext cx="106200" cy="17604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B9EF033A-D200-429A-A1A4-695BC0906A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68166" y="1130811"/>
                  <a:ext cx="1418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88411F9C-5F3E-4990-BF24-07F3449145A3}"/>
                  </a:ext>
                </a:extLst>
              </p14:cNvPr>
              <p14:cNvContentPartPr/>
              <p14:nvPr/>
            </p14:nvContentPartPr>
            <p14:xfrm>
              <a:off x="6327646" y="1953771"/>
              <a:ext cx="10800" cy="612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88411F9C-5F3E-4990-BF24-07F3449145A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10006" y="1936131"/>
                <a:ext cx="4644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2581C522-B46F-4D5D-AB7C-9EA7AE07C3EE}"/>
              </a:ext>
            </a:extLst>
          </p:cNvPr>
          <p:cNvGrpSpPr/>
          <p:nvPr/>
        </p:nvGrpSpPr>
        <p:grpSpPr>
          <a:xfrm>
            <a:off x="4140646" y="1000491"/>
            <a:ext cx="2122200" cy="2066040"/>
            <a:chOff x="4140646" y="1000491"/>
            <a:chExt cx="2122200" cy="20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1B6DE684-139F-4CE8-BC08-C4D0E44CFFE5}"/>
                    </a:ext>
                  </a:extLst>
                </p14:cNvPr>
                <p14:cNvContentPartPr/>
                <p14:nvPr/>
              </p14:nvContentPartPr>
              <p14:xfrm>
                <a:off x="4700446" y="1000491"/>
                <a:ext cx="1562400" cy="206604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1B6DE684-139F-4CE8-BC08-C4D0E44CFF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82806" y="982491"/>
                  <a:ext cx="1598040" cy="21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1DC5D880-AA21-499B-8839-B0330BD47836}"/>
                    </a:ext>
                  </a:extLst>
                </p14:cNvPr>
                <p14:cNvContentPartPr/>
                <p14:nvPr/>
              </p14:nvContentPartPr>
              <p14:xfrm>
                <a:off x="4140646" y="2318091"/>
                <a:ext cx="289080" cy="2235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1DC5D880-AA21-499B-8839-B0330BD478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23006" y="2300091"/>
                  <a:ext cx="324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9D19285-DE05-4ACD-B8A1-064110D9DF34}"/>
                    </a:ext>
                  </a:extLst>
                </p14:cNvPr>
                <p14:cNvContentPartPr/>
                <p14:nvPr/>
              </p14:nvContentPartPr>
              <p14:xfrm>
                <a:off x="4477966" y="2353371"/>
                <a:ext cx="178560" cy="13968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9D19285-DE05-4ACD-B8A1-064110D9DF3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60326" y="2335731"/>
                  <a:ext cx="214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A3BFEC11-BACA-44FE-9837-48FCF81422B9}"/>
                    </a:ext>
                  </a:extLst>
                </p14:cNvPr>
                <p14:cNvContentPartPr/>
                <p14:nvPr/>
              </p14:nvContentPartPr>
              <p14:xfrm>
                <a:off x="4354486" y="1563531"/>
                <a:ext cx="264600" cy="20952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A3BFEC11-BACA-44FE-9837-48FCF81422B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36846" y="1545531"/>
                  <a:ext cx="300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840F0326-324D-494D-ACF0-B558CB1FEA06}"/>
                    </a:ext>
                  </a:extLst>
                </p14:cNvPr>
                <p14:cNvContentPartPr/>
                <p14:nvPr/>
              </p14:nvContentPartPr>
              <p14:xfrm>
                <a:off x="4493806" y="1534731"/>
                <a:ext cx="2880" cy="576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840F0326-324D-494D-ACF0-B558CB1FEA0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76166" y="1517091"/>
                  <a:ext cx="385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1355558F-512B-48D7-93FD-2B90C3C93A94}"/>
              </a:ext>
            </a:extLst>
          </p:cNvPr>
          <p:cNvGrpSpPr/>
          <p:nvPr/>
        </p:nvGrpSpPr>
        <p:grpSpPr>
          <a:xfrm>
            <a:off x="5849206" y="2482971"/>
            <a:ext cx="546840" cy="423000"/>
            <a:chOff x="5849206" y="2482971"/>
            <a:chExt cx="5468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57D179A8-3CE1-498F-87F8-76DD22467902}"/>
                    </a:ext>
                  </a:extLst>
                </p14:cNvPr>
                <p14:cNvContentPartPr/>
                <p14:nvPr/>
              </p14:nvContentPartPr>
              <p14:xfrm>
                <a:off x="6286606" y="2813091"/>
                <a:ext cx="109440" cy="9288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57D179A8-3CE1-498F-87F8-76DD2246790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68966" y="2795091"/>
                  <a:ext cx="145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2EB2918E-1BBD-44FE-AEA0-CF508712F7DD}"/>
                    </a:ext>
                  </a:extLst>
                </p14:cNvPr>
                <p14:cNvContentPartPr/>
                <p14:nvPr/>
              </p14:nvContentPartPr>
              <p14:xfrm>
                <a:off x="6198766" y="2488011"/>
                <a:ext cx="93240" cy="24948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2EB2918E-1BBD-44FE-AEA0-CF508712F7D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81126" y="2470011"/>
                  <a:ext cx="128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A0EFAB77-22F2-41B6-A8AB-2B237CE699A9}"/>
                    </a:ext>
                  </a:extLst>
                </p14:cNvPr>
                <p14:cNvContentPartPr/>
                <p14:nvPr/>
              </p14:nvContentPartPr>
              <p14:xfrm>
                <a:off x="6042166" y="2600691"/>
                <a:ext cx="37080" cy="10836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A0EFAB77-22F2-41B6-A8AB-2B237CE699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24526" y="2583051"/>
                  <a:ext cx="72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50BFFA87-B254-4E35-89C7-DDE303867C45}"/>
                    </a:ext>
                  </a:extLst>
                </p14:cNvPr>
                <p14:cNvContentPartPr/>
                <p14:nvPr/>
              </p14:nvContentPartPr>
              <p14:xfrm>
                <a:off x="5849206" y="2482971"/>
                <a:ext cx="267120" cy="795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50BFFA87-B254-4E35-89C7-DDE303867C4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31566" y="2465331"/>
                  <a:ext cx="302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880B6AB2-4B9F-4E0A-88AF-1F67E28C9D03}"/>
                    </a:ext>
                  </a:extLst>
                </p14:cNvPr>
                <p14:cNvContentPartPr/>
                <p14:nvPr/>
              </p14:nvContentPartPr>
              <p14:xfrm>
                <a:off x="5966566" y="2706171"/>
                <a:ext cx="155520" cy="5652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880B6AB2-4B9F-4E0A-88AF-1F67E28C9D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48926" y="2688531"/>
                  <a:ext cx="191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E2577F8E-60F8-4364-B888-5E74EE9DEE2C}"/>
                    </a:ext>
                  </a:extLst>
                </p14:cNvPr>
                <p14:cNvContentPartPr/>
                <p14:nvPr/>
              </p14:nvContentPartPr>
              <p14:xfrm>
                <a:off x="6142246" y="2656491"/>
                <a:ext cx="11880" cy="14616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E2577F8E-60F8-4364-B888-5E74EE9DEE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24246" y="2638851"/>
                  <a:ext cx="4752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949F162D-F023-4432-9448-D05B49081A3B}"/>
              </a:ext>
            </a:extLst>
          </p:cNvPr>
          <p:cNvGrpSpPr/>
          <p:nvPr/>
        </p:nvGrpSpPr>
        <p:grpSpPr>
          <a:xfrm>
            <a:off x="4971886" y="2521851"/>
            <a:ext cx="530640" cy="372960"/>
            <a:chOff x="4971886" y="2521851"/>
            <a:chExt cx="53064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04428909-3611-4BC3-94E9-9669CA55A080}"/>
                    </a:ext>
                  </a:extLst>
                </p14:cNvPr>
                <p14:cNvContentPartPr/>
                <p14:nvPr/>
              </p14:nvContentPartPr>
              <p14:xfrm>
                <a:off x="4971886" y="2521851"/>
                <a:ext cx="160200" cy="36684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04428909-3611-4BC3-94E9-9669CA55A0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54246" y="2503851"/>
                  <a:ext cx="195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ED905908-64EE-4F9B-8D5F-EF11113773CE}"/>
                    </a:ext>
                  </a:extLst>
                </p14:cNvPr>
                <p14:cNvContentPartPr/>
                <p14:nvPr/>
              </p14:nvContentPartPr>
              <p14:xfrm>
                <a:off x="5122006" y="2610771"/>
                <a:ext cx="182160" cy="4032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ED905908-64EE-4F9B-8D5F-EF11113773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04366" y="2592771"/>
                  <a:ext cx="217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885FF73-CA91-4D3B-9DD2-60CB6830DD7C}"/>
                    </a:ext>
                  </a:extLst>
                </p14:cNvPr>
                <p14:cNvContentPartPr/>
                <p14:nvPr/>
              </p14:nvContentPartPr>
              <p14:xfrm>
                <a:off x="5160166" y="2630571"/>
                <a:ext cx="129600" cy="2401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885FF73-CA91-4D3B-9DD2-60CB6830DD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42526" y="2612571"/>
                  <a:ext cx="165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7A120062-EC97-4096-BF30-378CF4097B6E}"/>
                    </a:ext>
                  </a:extLst>
                </p14:cNvPr>
                <p14:cNvContentPartPr/>
                <p14:nvPr/>
              </p14:nvContentPartPr>
              <p14:xfrm>
                <a:off x="5298766" y="2704011"/>
                <a:ext cx="203760" cy="19080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7A120062-EC97-4096-BF30-378CF4097B6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81126" y="2686371"/>
                  <a:ext cx="23940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2DBB95FE-3C21-4128-A33B-F36CB9D647C2}"/>
                  </a:ext>
                </a:extLst>
              </p14:cNvPr>
              <p14:cNvContentPartPr/>
              <p14:nvPr/>
            </p14:nvContentPartPr>
            <p14:xfrm>
              <a:off x="6033166" y="1993371"/>
              <a:ext cx="204840" cy="859320"/>
            </p14:xfrm>
          </p:contentPart>
        </mc:Choice>
        <mc:Fallback xmlns=""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2DBB95FE-3C21-4128-A33B-F36CB9D647C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015526" y="1975731"/>
                <a:ext cx="240480" cy="89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D41FAF9D-E0B8-466E-B71E-DF825B867693}"/>
              </a:ext>
            </a:extLst>
          </p:cNvPr>
          <p:cNvGrpSpPr/>
          <p:nvPr/>
        </p:nvGrpSpPr>
        <p:grpSpPr>
          <a:xfrm>
            <a:off x="5604766" y="1107051"/>
            <a:ext cx="677520" cy="1168560"/>
            <a:chOff x="5604766" y="1107051"/>
            <a:chExt cx="677520" cy="11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B9CC9F9E-A13F-425C-B947-E2A291B9FD00}"/>
                    </a:ext>
                  </a:extLst>
                </p14:cNvPr>
                <p14:cNvContentPartPr/>
                <p14:nvPr/>
              </p14:nvContentPartPr>
              <p14:xfrm>
                <a:off x="5604766" y="2043771"/>
                <a:ext cx="174240" cy="23184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B9CC9F9E-A13F-425C-B947-E2A291B9FD0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87126" y="2025771"/>
                  <a:ext cx="209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0E9DECAD-9D10-47E0-B30B-F914AC2ECBE1}"/>
                    </a:ext>
                  </a:extLst>
                </p14:cNvPr>
                <p14:cNvContentPartPr/>
                <p14:nvPr/>
              </p14:nvContentPartPr>
              <p14:xfrm>
                <a:off x="5793046" y="2056011"/>
                <a:ext cx="135360" cy="1915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0E9DECAD-9D10-47E0-B30B-F914AC2ECBE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75046" y="2038011"/>
                  <a:ext cx="171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EDD19CD2-A961-4684-94E9-1151F63001C9}"/>
                    </a:ext>
                  </a:extLst>
                </p14:cNvPr>
                <p14:cNvContentPartPr/>
                <p14:nvPr/>
              </p14:nvContentPartPr>
              <p14:xfrm>
                <a:off x="5930206" y="1987611"/>
                <a:ext cx="67680" cy="1173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EDD19CD2-A961-4684-94E9-1151F63001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12566" y="1969611"/>
                  <a:ext cx="103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460066DF-3F3F-4194-8BA1-41422E116EE7}"/>
                    </a:ext>
                  </a:extLst>
                </p14:cNvPr>
                <p14:cNvContentPartPr/>
                <p14:nvPr/>
              </p14:nvContentPartPr>
              <p14:xfrm>
                <a:off x="6107326" y="1107051"/>
                <a:ext cx="174960" cy="85320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460066DF-3F3F-4194-8BA1-41422E116EE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89686" y="1089051"/>
                  <a:ext cx="21060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E5B31535-5B02-489F-B21E-3AFD7EFE4C09}"/>
                    </a:ext>
                  </a:extLst>
                </p14:cNvPr>
                <p14:cNvContentPartPr/>
                <p14:nvPr/>
              </p14:nvContentPartPr>
              <p14:xfrm>
                <a:off x="5730766" y="1341411"/>
                <a:ext cx="160560" cy="2278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E5B31535-5B02-489F-B21E-3AFD7EFE4C0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12766" y="1323411"/>
                  <a:ext cx="196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37FBB91A-B89A-4C43-B714-0CB936B85314}"/>
                    </a:ext>
                  </a:extLst>
                </p14:cNvPr>
                <p14:cNvContentPartPr/>
                <p14:nvPr/>
              </p14:nvContentPartPr>
              <p14:xfrm>
                <a:off x="5906806" y="1406571"/>
                <a:ext cx="104760" cy="16164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37FBB91A-B89A-4C43-B714-0CB936B853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88806" y="1388931"/>
                  <a:ext cx="140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692FC0A4-50C9-4147-BC05-A5516B989D7A}"/>
                    </a:ext>
                  </a:extLst>
                </p14:cNvPr>
                <p14:cNvContentPartPr/>
                <p14:nvPr/>
              </p14:nvContentPartPr>
              <p14:xfrm>
                <a:off x="5982406" y="1248891"/>
                <a:ext cx="89640" cy="14544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692FC0A4-50C9-4147-BC05-A5516B989D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4766" y="1231251"/>
                  <a:ext cx="12528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10325EB2-11DB-4380-9F96-487BA0FAFE16}"/>
                  </a:ext>
                </a:extLst>
              </p14:cNvPr>
              <p14:cNvContentPartPr/>
              <p14:nvPr/>
            </p14:nvContentPartPr>
            <p14:xfrm>
              <a:off x="10348486" y="2539851"/>
              <a:ext cx="360" cy="36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10325EB2-11DB-4380-9F96-487BA0FAFE1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330846" y="252185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Agrupar 216">
            <a:extLst>
              <a:ext uri="{FF2B5EF4-FFF2-40B4-BE49-F238E27FC236}">
                <a16:creationId xmlns:a16="http://schemas.microsoft.com/office/drawing/2014/main" id="{1E3B9C3C-C48A-4C0F-86A1-6A099A0FCA19}"/>
              </a:ext>
            </a:extLst>
          </p:cNvPr>
          <p:cNvGrpSpPr/>
          <p:nvPr/>
        </p:nvGrpSpPr>
        <p:grpSpPr>
          <a:xfrm>
            <a:off x="175426" y="4386651"/>
            <a:ext cx="4106700" cy="887400"/>
            <a:chOff x="175426" y="4386651"/>
            <a:chExt cx="4106700" cy="8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93FBA4AC-238A-46C9-ACAE-F3C66D99E57E}"/>
                    </a:ext>
                  </a:extLst>
                </p14:cNvPr>
                <p14:cNvContentPartPr/>
                <p14:nvPr/>
              </p14:nvContentPartPr>
              <p14:xfrm>
                <a:off x="175426" y="4386651"/>
                <a:ext cx="269280" cy="32796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93FBA4AC-238A-46C9-ACAE-F3C66D99E57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7426" y="4368651"/>
                  <a:ext cx="304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FFAAF8A5-A546-4248-85D4-3E9D7FEA5A8D}"/>
                    </a:ext>
                  </a:extLst>
                </p14:cNvPr>
                <p14:cNvContentPartPr/>
                <p14:nvPr/>
              </p14:nvContentPartPr>
              <p14:xfrm>
                <a:off x="498346" y="4531731"/>
                <a:ext cx="171720" cy="22284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FFAAF8A5-A546-4248-85D4-3E9D7FEA5A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0346" y="4514091"/>
                  <a:ext cx="207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676A3E91-8A64-485F-BA6A-07311257A46C}"/>
                    </a:ext>
                  </a:extLst>
                </p14:cNvPr>
                <p14:cNvContentPartPr/>
                <p14:nvPr/>
              </p14:nvContentPartPr>
              <p14:xfrm>
                <a:off x="584206" y="4893171"/>
                <a:ext cx="247320" cy="38088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676A3E91-8A64-485F-BA6A-07311257A46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6206" y="4875171"/>
                  <a:ext cx="282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5FD24CF6-ECA7-4A2B-84A1-D77B76AAC328}"/>
                    </a:ext>
                  </a:extLst>
                </p14:cNvPr>
                <p14:cNvContentPartPr/>
                <p14:nvPr/>
              </p14:nvContentPartPr>
              <p14:xfrm>
                <a:off x="881206" y="4948971"/>
                <a:ext cx="257040" cy="26676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5FD24CF6-ECA7-4A2B-84A1-D77B76AAC3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3206" y="4930971"/>
                  <a:ext cx="2926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C7BE9A09-B2B9-4214-AF14-B312D4A61DDD}"/>
                    </a:ext>
                  </a:extLst>
                </p14:cNvPr>
                <p14:cNvContentPartPr/>
                <p14:nvPr/>
              </p14:nvContentPartPr>
              <p14:xfrm>
                <a:off x="1315366" y="5090811"/>
                <a:ext cx="209160" cy="6084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C7BE9A09-B2B9-4214-AF14-B312D4A61DD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97366" y="5073171"/>
                  <a:ext cx="244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522497FB-F363-44D0-B8AC-C13209585B74}"/>
                    </a:ext>
                  </a:extLst>
                </p14:cNvPr>
                <p14:cNvContentPartPr/>
                <p14:nvPr/>
              </p14:nvContentPartPr>
              <p14:xfrm>
                <a:off x="1538566" y="4714971"/>
                <a:ext cx="248400" cy="40680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522497FB-F363-44D0-B8AC-C13209585B7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20926" y="4697331"/>
                  <a:ext cx="2840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742B681F-22F7-4EC0-9689-C3D500AAC43F}"/>
                    </a:ext>
                  </a:extLst>
                </p14:cNvPr>
                <p14:cNvContentPartPr/>
                <p14:nvPr/>
              </p14:nvContentPartPr>
              <p14:xfrm>
                <a:off x="1871206" y="4901811"/>
                <a:ext cx="266760" cy="25416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742B681F-22F7-4EC0-9689-C3D500AAC43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853206" y="4883811"/>
                  <a:ext cx="3024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AEC8E4DC-7346-4B8A-8F32-5259AB20CA52}"/>
                    </a:ext>
                  </a:extLst>
                </p14:cNvPr>
                <p14:cNvContentPartPr/>
                <p14:nvPr/>
              </p14:nvContentPartPr>
              <p14:xfrm>
                <a:off x="2195926" y="4901811"/>
                <a:ext cx="136080" cy="22032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AEC8E4DC-7346-4B8A-8F32-5259AB20CA5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78286" y="4883811"/>
                  <a:ext cx="171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A57F7523-87EB-4687-94C1-846BD893A65D}"/>
                    </a:ext>
                  </a:extLst>
                </p14:cNvPr>
                <p14:cNvContentPartPr/>
                <p14:nvPr/>
              </p14:nvContentPartPr>
              <p14:xfrm>
                <a:off x="2462686" y="4935651"/>
                <a:ext cx="258120" cy="3456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A57F7523-87EB-4687-94C1-846BD893A65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44686" y="4918011"/>
                  <a:ext cx="293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AB4D6B21-AF25-447B-8A83-3E1651821E90}"/>
                    </a:ext>
                  </a:extLst>
                </p14:cNvPr>
                <p14:cNvContentPartPr/>
                <p14:nvPr/>
              </p14:nvContentPartPr>
              <p14:xfrm>
                <a:off x="2768326" y="4560891"/>
                <a:ext cx="227880" cy="43308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AB4D6B21-AF25-447B-8A83-3E1651821E9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50326" y="4542891"/>
                  <a:ext cx="2635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5ECED6C0-C50E-449D-B404-27758946C41C}"/>
                    </a:ext>
                  </a:extLst>
                </p14:cNvPr>
                <p14:cNvContentPartPr/>
                <p14:nvPr/>
              </p14:nvContentPartPr>
              <p14:xfrm>
                <a:off x="3078646" y="4737651"/>
                <a:ext cx="201960" cy="22932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5ECED6C0-C50E-449D-B404-27758946C4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61006" y="4720011"/>
                  <a:ext cx="237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88E2CFF5-C4ED-453E-BA30-FAE4ED7F946A}"/>
                    </a:ext>
                  </a:extLst>
                </p14:cNvPr>
                <p14:cNvContentPartPr/>
                <p14:nvPr/>
              </p14:nvContentPartPr>
              <p14:xfrm>
                <a:off x="3354406" y="4764651"/>
                <a:ext cx="183960" cy="25596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88E2CFF5-C4ED-453E-BA30-FAE4ED7F946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36766" y="4747011"/>
                  <a:ext cx="219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54D79D9F-DC28-4A8B-9639-6266EE213C34}"/>
                    </a:ext>
                  </a:extLst>
                </p14:cNvPr>
                <p14:cNvContentPartPr/>
                <p14:nvPr/>
              </p14:nvContentPartPr>
              <p14:xfrm>
                <a:off x="3711886" y="5019531"/>
                <a:ext cx="205560" cy="4464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54D79D9F-DC28-4A8B-9639-6266EE213C3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93886" y="5001531"/>
                  <a:ext cx="241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A160A995-E2E5-4210-B2CD-EE6BB85018B5}"/>
                    </a:ext>
                  </a:extLst>
                </p14:cNvPr>
                <p14:cNvContentPartPr/>
                <p14:nvPr/>
              </p14:nvContentPartPr>
              <p14:xfrm>
                <a:off x="3697126" y="4940331"/>
                <a:ext cx="211680" cy="4644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A160A995-E2E5-4210-B2CD-EE6BB85018B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79126" y="4922331"/>
                  <a:ext cx="247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DA3661EC-2DA8-472C-9EFB-A4DF8D59D837}"/>
                    </a:ext>
                  </a:extLst>
                </p14:cNvPr>
                <p14:cNvContentPartPr/>
                <p14:nvPr/>
              </p14:nvContentPartPr>
              <p14:xfrm>
                <a:off x="3980446" y="4600851"/>
                <a:ext cx="301680" cy="40140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DA3661EC-2DA8-472C-9EFB-A4DF8D59D83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962806" y="4582851"/>
                  <a:ext cx="337320" cy="43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Agrupar 242">
            <a:extLst>
              <a:ext uri="{FF2B5EF4-FFF2-40B4-BE49-F238E27FC236}">
                <a16:creationId xmlns:a16="http://schemas.microsoft.com/office/drawing/2014/main" id="{591C260A-E0E4-4567-99E2-10084E33E8CE}"/>
              </a:ext>
            </a:extLst>
          </p:cNvPr>
          <p:cNvGrpSpPr/>
          <p:nvPr/>
        </p:nvGrpSpPr>
        <p:grpSpPr>
          <a:xfrm>
            <a:off x="1032766" y="5354331"/>
            <a:ext cx="4321800" cy="1092960"/>
            <a:chOff x="1032766" y="5354331"/>
            <a:chExt cx="4321800" cy="10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81F31BDA-1B22-4279-BE24-5B775397D3A1}"/>
                    </a:ext>
                  </a:extLst>
                </p14:cNvPr>
                <p14:cNvContentPartPr/>
                <p14:nvPr/>
              </p14:nvContentPartPr>
              <p14:xfrm>
                <a:off x="1032766" y="5533971"/>
                <a:ext cx="492120" cy="30672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81F31BDA-1B22-4279-BE24-5B775397D3A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14766" y="5516331"/>
                  <a:ext cx="527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3838DB22-08F6-4B0C-A117-07860A7072FE}"/>
                    </a:ext>
                  </a:extLst>
                </p14:cNvPr>
                <p14:cNvContentPartPr/>
                <p14:nvPr/>
              </p14:nvContentPartPr>
              <p14:xfrm>
                <a:off x="1696246" y="5669331"/>
                <a:ext cx="149400" cy="1152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3838DB22-08F6-4B0C-A117-07860A7072F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78606" y="5651691"/>
                  <a:ext cx="185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356767D5-DF59-46F5-9BEC-C37EE5C19DD8}"/>
                    </a:ext>
                  </a:extLst>
                </p14:cNvPr>
                <p14:cNvContentPartPr/>
                <p14:nvPr/>
              </p14:nvContentPartPr>
              <p14:xfrm>
                <a:off x="1901806" y="5439651"/>
                <a:ext cx="188640" cy="28008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356767D5-DF59-46F5-9BEC-C37EE5C19D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83806" y="5421651"/>
                  <a:ext cx="224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3319B6C6-07D7-44F9-A277-DD65D5D68E5B}"/>
                    </a:ext>
                  </a:extLst>
                </p14:cNvPr>
                <p14:cNvContentPartPr/>
                <p14:nvPr/>
              </p14:nvContentPartPr>
              <p14:xfrm>
                <a:off x="2179006" y="5539011"/>
                <a:ext cx="280440" cy="17928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3319B6C6-07D7-44F9-A277-DD65D5D68E5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61006" y="5521011"/>
                  <a:ext cx="316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4671B071-C25D-4297-A0C5-7236D9FC64AE}"/>
                    </a:ext>
                  </a:extLst>
                </p14:cNvPr>
                <p14:cNvContentPartPr/>
                <p14:nvPr/>
              </p14:nvContentPartPr>
              <p14:xfrm>
                <a:off x="2582566" y="5536131"/>
                <a:ext cx="21240" cy="18864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4671B071-C25D-4297-A0C5-7236D9FC64A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564566" y="5518491"/>
                  <a:ext cx="56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93BB1C86-17EF-48A5-9FA6-E3E31D99F5C9}"/>
                    </a:ext>
                  </a:extLst>
                </p14:cNvPr>
                <p14:cNvContentPartPr/>
                <p14:nvPr/>
              </p14:nvContentPartPr>
              <p14:xfrm>
                <a:off x="2834206" y="5643771"/>
                <a:ext cx="151920" cy="1368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93BB1C86-17EF-48A5-9FA6-E3E31D99F5C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6206" y="5626131"/>
                  <a:ext cx="187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C85E28CE-D12F-48E8-BD8E-0B298F1241C6}"/>
                    </a:ext>
                  </a:extLst>
                </p14:cNvPr>
                <p14:cNvContentPartPr/>
                <p14:nvPr/>
              </p14:nvContentPartPr>
              <p14:xfrm>
                <a:off x="3214366" y="5379891"/>
                <a:ext cx="235080" cy="28728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C85E28CE-D12F-48E8-BD8E-0B298F1241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96366" y="5361891"/>
                  <a:ext cx="270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9E92CDC4-42E9-493E-B66A-B291091A96A4}"/>
                    </a:ext>
                  </a:extLst>
                </p14:cNvPr>
                <p14:cNvContentPartPr/>
                <p14:nvPr/>
              </p14:nvContentPartPr>
              <p14:xfrm>
                <a:off x="3531886" y="5590131"/>
                <a:ext cx="18720" cy="16848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9E92CDC4-42E9-493E-B66A-B291091A96A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14246" y="5572491"/>
                  <a:ext cx="54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3A29DE28-84F1-4B9F-B14D-2DD2AC8605EB}"/>
                    </a:ext>
                  </a:extLst>
                </p14:cNvPr>
                <p14:cNvContentPartPr/>
                <p14:nvPr/>
              </p14:nvContentPartPr>
              <p14:xfrm>
                <a:off x="3521086" y="5396811"/>
                <a:ext cx="192240" cy="29484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3A29DE28-84F1-4B9F-B14D-2DD2AC8605E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03086" y="5378811"/>
                  <a:ext cx="227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BB313B03-088B-4DFF-A968-42EC6BCE5DD4}"/>
                    </a:ext>
                  </a:extLst>
                </p14:cNvPr>
                <p14:cNvContentPartPr/>
                <p14:nvPr/>
              </p14:nvContentPartPr>
              <p14:xfrm>
                <a:off x="3623686" y="5587971"/>
                <a:ext cx="199440" cy="1476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BB313B03-088B-4DFF-A968-42EC6BCE5D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606046" y="5570331"/>
                  <a:ext cx="235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DE5831E8-4D03-4108-A2CB-72B39475A7B1}"/>
                    </a:ext>
                  </a:extLst>
                </p14:cNvPr>
                <p14:cNvContentPartPr/>
                <p14:nvPr/>
              </p14:nvContentPartPr>
              <p14:xfrm>
                <a:off x="3926806" y="5595891"/>
                <a:ext cx="194760" cy="741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DE5831E8-4D03-4108-A2CB-72B39475A7B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09166" y="5577891"/>
                  <a:ext cx="230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2018BAB6-239A-4FBC-8BA0-3F4BE79B60BB}"/>
                    </a:ext>
                  </a:extLst>
                </p14:cNvPr>
                <p14:cNvContentPartPr/>
                <p14:nvPr/>
              </p14:nvContentPartPr>
              <p14:xfrm>
                <a:off x="3953806" y="5354331"/>
                <a:ext cx="387360" cy="31284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2018BAB6-239A-4FBC-8BA0-3F4BE79B60B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35806" y="5336691"/>
                  <a:ext cx="4230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58CFF047-CA38-48F4-80E6-01AEDCC00745}"/>
                    </a:ext>
                  </a:extLst>
                </p14:cNvPr>
                <p14:cNvContentPartPr/>
                <p14:nvPr/>
              </p14:nvContentPartPr>
              <p14:xfrm>
                <a:off x="2586166" y="5929251"/>
                <a:ext cx="216720" cy="35640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58CFF047-CA38-48F4-80E6-01AEDCC007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68166" y="5911611"/>
                  <a:ext cx="252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5EEBED92-61FB-4CC8-B3BD-10B588D10677}"/>
                    </a:ext>
                  </a:extLst>
                </p14:cNvPr>
                <p14:cNvContentPartPr/>
                <p14:nvPr/>
              </p14:nvContentPartPr>
              <p14:xfrm>
                <a:off x="2897566" y="6109251"/>
                <a:ext cx="284040" cy="22068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5EEBED92-61FB-4CC8-B3BD-10B588D1067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79566" y="6091251"/>
                  <a:ext cx="319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0FB2E438-4763-4E72-B972-0F25203FB3BA}"/>
                    </a:ext>
                  </a:extLst>
                </p14:cNvPr>
                <p14:cNvContentPartPr/>
                <p14:nvPr/>
              </p14:nvContentPartPr>
              <p14:xfrm>
                <a:off x="3234886" y="6133371"/>
                <a:ext cx="134640" cy="19368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0FB2E438-4763-4E72-B972-0F25203FB3B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17246" y="6115731"/>
                  <a:ext cx="170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DBA98CD7-8277-4F09-8ADF-DFF7B7848832}"/>
                    </a:ext>
                  </a:extLst>
                </p14:cNvPr>
                <p14:cNvContentPartPr/>
                <p14:nvPr/>
              </p14:nvContentPartPr>
              <p14:xfrm>
                <a:off x="3554206" y="6259011"/>
                <a:ext cx="143280" cy="3996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DBA98CD7-8277-4F09-8ADF-DFF7B784883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36206" y="6241011"/>
                  <a:ext cx="178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1FD3900A-3467-4AC4-BB1E-DC7A18028559}"/>
                    </a:ext>
                  </a:extLst>
                </p14:cNvPr>
                <p14:cNvContentPartPr/>
                <p14:nvPr/>
              </p14:nvContentPartPr>
              <p14:xfrm>
                <a:off x="3493006" y="6198531"/>
                <a:ext cx="155520" cy="9504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1FD3900A-3467-4AC4-BB1E-DC7A1802855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75006" y="6180531"/>
                  <a:ext cx="191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B91206C3-B9A9-41B9-96A8-04A55FFDB3A4}"/>
                    </a:ext>
                  </a:extLst>
                </p14:cNvPr>
                <p14:cNvContentPartPr/>
                <p14:nvPr/>
              </p14:nvContentPartPr>
              <p14:xfrm>
                <a:off x="3899446" y="6016011"/>
                <a:ext cx="72720" cy="34092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B91206C3-B9A9-41B9-96A8-04A55FFDB3A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81806" y="5998371"/>
                  <a:ext cx="1083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83EA74D3-8D9E-4F01-BB5E-B16C0D3EA656}"/>
                    </a:ext>
                  </a:extLst>
                </p14:cNvPr>
                <p14:cNvContentPartPr/>
                <p14:nvPr/>
              </p14:nvContentPartPr>
              <p14:xfrm>
                <a:off x="4035886" y="5973531"/>
                <a:ext cx="217440" cy="25200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83EA74D3-8D9E-4F01-BB5E-B16C0D3EA6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18246" y="5955891"/>
                  <a:ext cx="2530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180E660B-8A27-4250-B9B6-B85D29AC3FAB}"/>
                    </a:ext>
                  </a:extLst>
                </p14:cNvPr>
                <p14:cNvContentPartPr/>
                <p14:nvPr/>
              </p14:nvContentPartPr>
              <p14:xfrm>
                <a:off x="4362046" y="6139131"/>
                <a:ext cx="19800" cy="16992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180E660B-8A27-4250-B9B6-B85D29AC3F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44046" y="6121131"/>
                  <a:ext cx="55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826E100A-5CE4-43DC-9116-518339AA6AE0}"/>
                    </a:ext>
                  </a:extLst>
                </p14:cNvPr>
                <p14:cNvContentPartPr/>
                <p14:nvPr/>
              </p14:nvContentPartPr>
              <p14:xfrm>
                <a:off x="4421806" y="5955531"/>
                <a:ext cx="219240" cy="30168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826E100A-5CE4-43DC-9116-518339AA6AE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403806" y="5937531"/>
                  <a:ext cx="2548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0AE69E1B-3789-4C5B-9610-C557FACC7645}"/>
                    </a:ext>
                  </a:extLst>
                </p14:cNvPr>
                <p14:cNvContentPartPr/>
                <p14:nvPr/>
              </p14:nvContentPartPr>
              <p14:xfrm>
                <a:off x="4611166" y="5879931"/>
                <a:ext cx="253800" cy="30204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0AE69E1B-3789-4C5B-9610-C557FACC764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593526" y="5861931"/>
                  <a:ext cx="2894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F9FD79B3-5B4D-4F55-B79A-AEC3F7F94E3A}"/>
                    </a:ext>
                  </a:extLst>
                </p14:cNvPr>
                <p14:cNvContentPartPr/>
                <p14:nvPr/>
              </p14:nvContentPartPr>
              <p14:xfrm>
                <a:off x="4996726" y="5712531"/>
                <a:ext cx="352080" cy="65484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F9FD79B3-5B4D-4F55-B79A-AEC3F7F94E3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78726" y="5694531"/>
                  <a:ext cx="38772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5F7BAB07-C4A9-4C50-AC78-08C2D1231F38}"/>
                    </a:ext>
                  </a:extLst>
                </p14:cNvPr>
                <p14:cNvContentPartPr/>
                <p14:nvPr/>
              </p14:nvContentPartPr>
              <p14:xfrm>
                <a:off x="5097526" y="6139131"/>
                <a:ext cx="257040" cy="30816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5F7BAB07-C4A9-4C50-AC78-08C2D1231F3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79886" y="6121131"/>
                  <a:ext cx="29268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5BAD1235-1099-45AD-885C-A666F2A5A153}"/>
              </a:ext>
            </a:extLst>
          </p:cNvPr>
          <p:cNvGrpSpPr/>
          <p:nvPr/>
        </p:nvGrpSpPr>
        <p:grpSpPr>
          <a:xfrm>
            <a:off x="5456806" y="4023771"/>
            <a:ext cx="2347920" cy="544320"/>
            <a:chOff x="5456806" y="4023771"/>
            <a:chExt cx="234792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55242829-1C2D-4D15-9315-1D7DEA1039B5}"/>
                    </a:ext>
                  </a:extLst>
                </p14:cNvPr>
                <p14:cNvContentPartPr/>
                <p14:nvPr/>
              </p14:nvContentPartPr>
              <p14:xfrm>
                <a:off x="5456806" y="4164171"/>
                <a:ext cx="292680" cy="35892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55242829-1C2D-4D15-9315-1D7DEA1039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439166" y="4146171"/>
                  <a:ext cx="3283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82DA4C74-FE44-4ABD-A9F1-9E8A47CD2005}"/>
                    </a:ext>
                  </a:extLst>
                </p14:cNvPr>
                <p14:cNvContentPartPr/>
                <p14:nvPr/>
              </p14:nvContentPartPr>
              <p14:xfrm>
                <a:off x="5813926" y="4188291"/>
                <a:ext cx="208080" cy="29880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82DA4C74-FE44-4ABD-A9F1-9E8A47CD200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95926" y="4170651"/>
                  <a:ext cx="243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55DE3E37-5615-46F8-834F-4897E59B5B88}"/>
                    </a:ext>
                  </a:extLst>
                </p14:cNvPr>
                <p14:cNvContentPartPr/>
                <p14:nvPr/>
              </p14:nvContentPartPr>
              <p14:xfrm>
                <a:off x="6102286" y="4292331"/>
                <a:ext cx="136080" cy="27576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55DE3E37-5615-46F8-834F-4897E59B5B8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84286" y="4274331"/>
                  <a:ext cx="171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B4F7D4F0-CCAE-47F8-81C8-B8C029D33DE7}"/>
                    </a:ext>
                  </a:extLst>
                </p14:cNvPr>
                <p14:cNvContentPartPr/>
                <p14:nvPr/>
              </p14:nvContentPartPr>
              <p14:xfrm>
                <a:off x="6383446" y="4461891"/>
                <a:ext cx="180000" cy="5544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B4F7D4F0-CCAE-47F8-81C8-B8C029D33DE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65446" y="4443891"/>
                  <a:ext cx="215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0034DC64-6E95-435A-9CE7-6275CE16E6FD}"/>
                    </a:ext>
                  </a:extLst>
                </p14:cNvPr>
                <p14:cNvContentPartPr/>
                <p14:nvPr/>
              </p14:nvContentPartPr>
              <p14:xfrm>
                <a:off x="6301366" y="4407891"/>
                <a:ext cx="231480" cy="2088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0034DC64-6E95-435A-9CE7-6275CE16E6F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83726" y="4389891"/>
                  <a:ext cx="267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AB96D58E-C906-4260-AF98-7FFD4AD05291}"/>
                    </a:ext>
                  </a:extLst>
                </p14:cNvPr>
                <p14:cNvContentPartPr/>
                <p14:nvPr/>
              </p14:nvContentPartPr>
              <p14:xfrm>
                <a:off x="6721846" y="4063371"/>
                <a:ext cx="254880" cy="36684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AB96D58E-C906-4260-AF98-7FFD4AD052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03846" y="4045371"/>
                  <a:ext cx="2905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543C602C-96E1-4D5C-B79A-478E88F2EC26}"/>
                    </a:ext>
                  </a:extLst>
                </p14:cNvPr>
                <p14:cNvContentPartPr/>
                <p14:nvPr/>
              </p14:nvContentPartPr>
              <p14:xfrm>
                <a:off x="7105966" y="4177491"/>
                <a:ext cx="28080" cy="21960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543C602C-96E1-4D5C-B79A-478E88F2EC2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88326" y="4159851"/>
                  <a:ext cx="63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90F4463F-1E76-45F5-8EEE-17EC6338F1BC}"/>
                    </a:ext>
                  </a:extLst>
                </p14:cNvPr>
                <p14:cNvContentPartPr/>
                <p14:nvPr/>
              </p14:nvContentPartPr>
              <p14:xfrm>
                <a:off x="7312246" y="4401411"/>
                <a:ext cx="1440" cy="36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90F4463F-1E76-45F5-8EEE-17EC6338F1B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94246" y="4383411"/>
                  <a:ext cx="3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0356D3E4-35AB-44D4-B50B-A653F7B9B1F3}"/>
                    </a:ext>
                  </a:extLst>
                </p14:cNvPr>
                <p14:cNvContentPartPr/>
                <p14:nvPr/>
              </p14:nvContentPartPr>
              <p14:xfrm>
                <a:off x="7327006" y="4023771"/>
                <a:ext cx="331560" cy="1800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0356D3E4-35AB-44D4-B50B-A653F7B9B1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09006" y="4006131"/>
                  <a:ext cx="367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2E1B4D1E-3086-488D-9BC3-DF77C72C8507}"/>
                    </a:ext>
                  </a:extLst>
                </p14:cNvPr>
                <p14:cNvContentPartPr/>
                <p14:nvPr/>
              </p14:nvContentPartPr>
              <p14:xfrm>
                <a:off x="7428166" y="4053651"/>
                <a:ext cx="257040" cy="33768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2E1B4D1E-3086-488D-9BC3-DF77C72C850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10526" y="4036011"/>
                  <a:ext cx="2926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537E4500-9F42-4344-87A4-1AD2DB6C09CA}"/>
                    </a:ext>
                  </a:extLst>
                </p14:cNvPr>
                <p14:cNvContentPartPr/>
                <p14:nvPr/>
              </p14:nvContentPartPr>
              <p14:xfrm>
                <a:off x="7785286" y="4205571"/>
                <a:ext cx="19440" cy="18396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537E4500-9F42-4344-87A4-1AD2DB6C09C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67286" y="4187931"/>
                  <a:ext cx="550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Agrupar 284">
            <a:extLst>
              <a:ext uri="{FF2B5EF4-FFF2-40B4-BE49-F238E27FC236}">
                <a16:creationId xmlns:a16="http://schemas.microsoft.com/office/drawing/2014/main" id="{CAD942D4-0720-4982-BF16-67E59BD443CE}"/>
              </a:ext>
            </a:extLst>
          </p:cNvPr>
          <p:cNvGrpSpPr/>
          <p:nvPr/>
        </p:nvGrpSpPr>
        <p:grpSpPr>
          <a:xfrm>
            <a:off x="5866486" y="4733331"/>
            <a:ext cx="2610720" cy="1891080"/>
            <a:chOff x="5866486" y="4733331"/>
            <a:chExt cx="2610720" cy="18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6318EA75-1B0B-4CE7-8095-E7E4203B2468}"/>
                    </a:ext>
                  </a:extLst>
                </p14:cNvPr>
                <p14:cNvContentPartPr/>
                <p14:nvPr/>
              </p14:nvContentPartPr>
              <p14:xfrm>
                <a:off x="5870806" y="4870851"/>
                <a:ext cx="384840" cy="2880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6318EA75-1B0B-4CE7-8095-E7E4203B246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852806" y="4853211"/>
                  <a:ext cx="420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4E6872E2-2821-40BD-B05B-A7DE1F1F1BD8}"/>
                    </a:ext>
                  </a:extLst>
                </p14:cNvPr>
                <p14:cNvContentPartPr/>
                <p14:nvPr/>
              </p14:nvContentPartPr>
              <p14:xfrm>
                <a:off x="6016606" y="4899651"/>
                <a:ext cx="297360" cy="30132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4E6872E2-2821-40BD-B05B-A7DE1F1F1B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98966" y="4881651"/>
                  <a:ext cx="3330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91771F06-DA3C-4D80-9CA4-88800D1652E9}"/>
                    </a:ext>
                  </a:extLst>
                </p14:cNvPr>
                <p14:cNvContentPartPr/>
                <p14:nvPr/>
              </p14:nvContentPartPr>
              <p14:xfrm>
                <a:off x="6394246" y="4976331"/>
                <a:ext cx="56880" cy="19548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91771F06-DA3C-4D80-9CA4-88800D1652E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76606" y="4958691"/>
                  <a:ext cx="92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32499E42-4643-4C77-9BA9-717053DB31A9}"/>
                    </a:ext>
                  </a:extLst>
                </p14:cNvPr>
                <p14:cNvContentPartPr/>
                <p14:nvPr/>
              </p14:nvContentPartPr>
              <p14:xfrm>
                <a:off x="6715726" y="5109531"/>
                <a:ext cx="172440" cy="4968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32499E42-4643-4C77-9BA9-717053DB31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98086" y="5091891"/>
                  <a:ext cx="208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68FA353D-3465-4922-A1C1-3784CA4A4D06}"/>
                    </a:ext>
                  </a:extLst>
                </p14:cNvPr>
                <p14:cNvContentPartPr/>
                <p14:nvPr/>
              </p14:nvContentPartPr>
              <p14:xfrm>
                <a:off x="6663166" y="5042571"/>
                <a:ext cx="193320" cy="4104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68FA353D-3465-4922-A1C1-3784CA4A4D0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45526" y="5024571"/>
                  <a:ext cx="228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2D4B0BF5-73A9-4B78-874C-F8298B98D026}"/>
                    </a:ext>
                  </a:extLst>
                </p14:cNvPr>
                <p14:cNvContentPartPr/>
                <p14:nvPr/>
              </p14:nvContentPartPr>
              <p14:xfrm>
                <a:off x="7071766" y="4787691"/>
                <a:ext cx="58680" cy="28620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2D4B0BF5-73A9-4B78-874C-F8298B98D0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53766" y="4770051"/>
                  <a:ext cx="94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83A3C7C7-AFB5-470A-AE3F-F842C8F68B96}"/>
                    </a:ext>
                  </a:extLst>
                </p14:cNvPr>
                <p14:cNvContentPartPr/>
                <p14:nvPr/>
              </p14:nvContentPartPr>
              <p14:xfrm>
                <a:off x="7198486" y="4733331"/>
                <a:ext cx="180000" cy="28764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83A3C7C7-AFB5-470A-AE3F-F842C8F68B9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180846" y="4715331"/>
                  <a:ext cx="215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B846360F-8766-42F7-8E4F-84E5C6735A8F}"/>
                    </a:ext>
                  </a:extLst>
                </p14:cNvPr>
                <p14:cNvContentPartPr/>
                <p14:nvPr/>
              </p14:nvContentPartPr>
              <p14:xfrm>
                <a:off x="7454086" y="4959051"/>
                <a:ext cx="23760" cy="13032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B846360F-8766-42F7-8E4F-84E5C6735A8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36086" y="4941051"/>
                  <a:ext cx="59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CA91174B-8FB8-4CA7-85BD-7750AAC8497E}"/>
                    </a:ext>
                  </a:extLst>
                </p14:cNvPr>
                <p14:cNvContentPartPr/>
                <p14:nvPr/>
              </p14:nvContentPartPr>
              <p14:xfrm>
                <a:off x="7509166" y="4754571"/>
                <a:ext cx="214200" cy="30024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CA91174B-8FB8-4CA7-85BD-7750AAC8497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91166" y="4736931"/>
                  <a:ext cx="249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1AE1EF62-71BB-4C02-B7BB-31B2DE25BD1E}"/>
                    </a:ext>
                  </a:extLst>
                </p14:cNvPr>
                <p14:cNvContentPartPr/>
                <p14:nvPr/>
              </p14:nvContentPartPr>
              <p14:xfrm>
                <a:off x="7075726" y="5190891"/>
                <a:ext cx="617760" cy="4212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1AE1EF62-71BB-4C02-B7BB-31B2DE25BD1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57726" y="5173251"/>
                  <a:ext cx="653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98FBC312-D39D-493C-8C5F-9FA779D70B0C}"/>
                    </a:ext>
                  </a:extLst>
                </p14:cNvPr>
                <p14:cNvContentPartPr/>
                <p14:nvPr/>
              </p14:nvContentPartPr>
              <p14:xfrm>
                <a:off x="7147366" y="5343891"/>
                <a:ext cx="271800" cy="33516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98FBC312-D39D-493C-8C5F-9FA779D70B0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129366" y="5326251"/>
                  <a:ext cx="307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E57D1F8E-BF1C-4B3C-9AC2-6F9A389F4579}"/>
                    </a:ext>
                  </a:extLst>
                </p14:cNvPr>
                <p14:cNvContentPartPr/>
                <p14:nvPr/>
              </p14:nvContentPartPr>
              <p14:xfrm>
                <a:off x="7435726" y="5402571"/>
                <a:ext cx="282960" cy="26964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E57D1F8E-BF1C-4B3C-9AC2-6F9A389F457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17726" y="5384931"/>
                  <a:ext cx="318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B5BBF781-E34E-469F-8BD6-0DF333214550}"/>
                    </a:ext>
                  </a:extLst>
                </p14:cNvPr>
                <p14:cNvContentPartPr/>
                <p14:nvPr/>
              </p14:nvContentPartPr>
              <p14:xfrm>
                <a:off x="6117046" y="5905851"/>
                <a:ext cx="307440" cy="2016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B5BBF781-E34E-469F-8BD6-0DF33321455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099046" y="5888211"/>
                  <a:ext cx="343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197CA774-A50C-484B-B6BF-8CE9C6617227}"/>
                    </a:ext>
                  </a:extLst>
                </p14:cNvPr>
                <p14:cNvContentPartPr/>
                <p14:nvPr/>
              </p14:nvContentPartPr>
              <p14:xfrm>
                <a:off x="6240526" y="5928891"/>
                <a:ext cx="319320" cy="27900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197CA774-A50C-484B-B6BF-8CE9C661722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222526" y="5911251"/>
                  <a:ext cx="354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139E6315-3945-4BCE-9E2A-370E5DE75FE1}"/>
                    </a:ext>
                  </a:extLst>
                </p14:cNvPr>
                <p14:cNvContentPartPr/>
                <p14:nvPr/>
              </p14:nvContentPartPr>
              <p14:xfrm>
                <a:off x="6600886" y="6001611"/>
                <a:ext cx="33480" cy="20160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139E6315-3945-4BCE-9E2A-370E5DE75FE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583246" y="5983971"/>
                  <a:ext cx="69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63F655D1-9234-4BC7-A5D4-6D5F3DCA3A04}"/>
                    </a:ext>
                  </a:extLst>
                </p14:cNvPr>
                <p14:cNvContentPartPr/>
                <p14:nvPr/>
              </p14:nvContentPartPr>
              <p14:xfrm>
                <a:off x="6846766" y="6109251"/>
                <a:ext cx="183600" cy="59760"/>
              </p14:xfrm>
            </p:contentPart>
          </mc:Choice>
          <mc:Fallback xmlns=""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63F655D1-9234-4BC7-A5D4-6D5F3DCA3A0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28766" y="6091611"/>
                  <a:ext cx="219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B31335B0-4240-48E4-BFC4-1C18E45A7E2E}"/>
                    </a:ext>
                  </a:extLst>
                </p14:cNvPr>
                <p14:cNvContentPartPr/>
                <p14:nvPr/>
              </p14:nvContentPartPr>
              <p14:xfrm>
                <a:off x="6839206" y="6067491"/>
                <a:ext cx="185040" cy="792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B31335B0-4240-48E4-BFC4-1C18E45A7E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21566" y="6049851"/>
                  <a:ext cx="22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773FC5E5-EBF8-4E4F-8762-344C1C7FDAC3}"/>
                    </a:ext>
                  </a:extLst>
                </p14:cNvPr>
                <p14:cNvContentPartPr/>
                <p14:nvPr/>
              </p14:nvContentPartPr>
              <p14:xfrm>
                <a:off x="7152046" y="5972451"/>
                <a:ext cx="174240" cy="24912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773FC5E5-EBF8-4E4F-8762-344C1C7FDAC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4046" y="5954451"/>
                  <a:ext cx="209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22A33094-B0B0-4D10-998C-EA5911A5194D}"/>
                    </a:ext>
                  </a:extLst>
                </p14:cNvPr>
                <p14:cNvContentPartPr/>
                <p14:nvPr/>
              </p14:nvContentPartPr>
              <p14:xfrm>
                <a:off x="7381726" y="6099531"/>
                <a:ext cx="5400" cy="19188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22A33094-B0B0-4D10-998C-EA5911A5194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64086" y="6081531"/>
                  <a:ext cx="41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00A98FD1-0512-43C1-9F94-7BAE2BDC4D77}"/>
                    </a:ext>
                  </a:extLst>
                </p14:cNvPr>
                <p14:cNvContentPartPr/>
                <p14:nvPr/>
              </p14:nvContentPartPr>
              <p14:xfrm>
                <a:off x="7447966" y="5913411"/>
                <a:ext cx="163080" cy="255600"/>
              </p14:xfrm>
            </p:contentPart>
          </mc:Choice>
          <mc:Fallback xmlns=""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00A98FD1-0512-43C1-9F94-7BAE2BDC4D7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29966" y="5895771"/>
                  <a:ext cx="1987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46F964F8-D606-4971-B885-56360B8E52A8}"/>
                    </a:ext>
                  </a:extLst>
                </p14:cNvPr>
                <p14:cNvContentPartPr/>
                <p14:nvPr/>
              </p14:nvContentPartPr>
              <p14:xfrm>
                <a:off x="7688086" y="5899371"/>
                <a:ext cx="214560" cy="27576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46F964F8-D606-4971-B885-56360B8E52A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670446" y="5881371"/>
                  <a:ext cx="250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9A8A3BDD-722E-43F1-A0FF-8AF3FC2A7C16}"/>
                    </a:ext>
                  </a:extLst>
                </p14:cNvPr>
                <p14:cNvContentPartPr/>
                <p14:nvPr/>
              </p14:nvContentPartPr>
              <p14:xfrm>
                <a:off x="7729126" y="6073251"/>
                <a:ext cx="163080" cy="12600"/>
              </p14:xfrm>
            </p:contentPart>
          </mc:Choice>
          <mc:Fallback xmlns=""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9A8A3BDD-722E-43F1-A0FF-8AF3FC2A7C1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11126" y="6055251"/>
                  <a:ext cx="198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D4A5E051-689E-43F9-BED7-98D5D11530E2}"/>
                    </a:ext>
                  </a:extLst>
                </p14:cNvPr>
                <p14:cNvContentPartPr/>
                <p14:nvPr/>
              </p14:nvContentPartPr>
              <p14:xfrm>
                <a:off x="7937926" y="5888571"/>
                <a:ext cx="174240" cy="33336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D4A5E051-689E-43F9-BED7-98D5D11530E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19926" y="5870931"/>
                  <a:ext cx="2098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A26D1DEE-593D-4969-8913-2BC73AA5AF6A}"/>
                    </a:ext>
                  </a:extLst>
                </p14:cNvPr>
                <p14:cNvContentPartPr/>
                <p14:nvPr/>
              </p14:nvContentPartPr>
              <p14:xfrm>
                <a:off x="7957726" y="6119331"/>
                <a:ext cx="160560" cy="3672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A26D1DEE-593D-4969-8913-2BC73AA5AF6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939726" y="6101331"/>
                  <a:ext cx="196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37893496-32D3-4B6E-B250-836F77AC116A}"/>
                    </a:ext>
                  </a:extLst>
                </p14:cNvPr>
                <p14:cNvContentPartPr/>
                <p14:nvPr/>
              </p14:nvContentPartPr>
              <p14:xfrm>
                <a:off x="5866486" y="5649531"/>
                <a:ext cx="2610720" cy="97488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37893496-32D3-4B6E-B250-836F77AC116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48486" y="5631891"/>
                  <a:ext cx="2646360" cy="10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Agrupar 287">
            <a:extLst>
              <a:ext uri="{FF2B5EF4-FFF2-40B4-BE49-F238E27FC236}">
                <a16:creationId xmlns:a16="http://schemas.microsoft.com/office/drawing/2014/main" id="{FD153CDC-2CA0-48B0-B806-96402FD79376}"/>
              </a:ext>
            </a:extLst>
          </p:cNvPr>
          <p:cNvGrpSpPr/>
          <p:nvPr/>
        </p:nvGrpSpPr>
        <p:grpSpPr>
          <a:xfrm>
            <a:off x="5246926" y="1232331"/>
            <a:ext cx="378360" cy="336600"/>
            <a:chOff x="5246926" y="1232331"/>
            <a:chExt cx="37836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F8CA4EE2-60A1-482E-BEE4-CE1192A997B6}"/>
                    </a:ext>
                  </a:extLst>
                </p14:cNvPr>
                <p14:cNvContentPartPr/>
                <p14:nvPr/>
              </p14:nvContentPartPr>
              <p14:xfrm>
                <a:off x="5246926" y="1289211"/>
                <a:ext cx="208080" cy="279720"/>
              </p14:xfrm>
            </p:contentPart>
          </mc:Choice>
          <mc:Fallback xmlns=""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F8CA4EE2-60A1-482E-BEE4-CE1192A997B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228926" y="1271571"/>
                  <a:ext cx="2437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E64A061C-F9AF-46E5-9E4D-44E5B53186F6}"/>
                    </a:ext>
                  </a:extLst>
                </p14:cNvPr>
                <p14:cNvContentPartPr/>
                <p14:nvPr/>
              </p14:nvContentPartPr>
              <p14:xfrm>
                <a:off x="5493166" y="1232331"/>
                <a:ext cx="132120" cy="18216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E64A061C-F9AF-46E5-9E4D-44E5B53186F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75526" y="1214331"/>
                  <a:ext cx="16776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8CB62F12-4E20-435A-9D66-5EF891E6F075}"/>
              </a:ext>
            </a:extLst>
          </p:cNvPr>
          <p:cNvGrpSpPr/>
          <p:nvPr/>
        </p:nvGrpSpPr>
        <p:grpSpPr>
          <a:xfrm>
            <a:off x="4057486" y="1923171"/>
            <a:ext cx="710640" cy="1311480"/>
            <a:chOff x="4057486" y="1923171"/>
            <a:chExt cx="710640" cy="13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15610815-91B2-4ADE-965D-97D114ABF30F}"/>
                    </a:ext>
                  </a:extLst>
                </p14:cNvPr>
                <p14:cNvContentPartPr/>
                <p14:nvPr/>
              </p14:nvContentPartPr>
              <p14:xfrm>
                <a:off x="4397326" y="1923171"/>
                <a:ext cx="370800" cy="101196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15610815-91B2-4ADE-965D-97D114ABF30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379326" y="1905171"/>
                  <a:ext cx="406440" cy="10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51DB3497-F30E-4581-A720-ABE618B7FF1B}"/>
                    </a:ext>
                  </a:extLst>
                </p14:cNvPr>
                <p14:cNvContentPartPr/>
                <p14:nvPr/>
              </p14:nvContentPartPr>
              <p14:xfrm>
                <a:off x="4057486" y="2969331"/>
                <a:ext cx="193320" cy="26532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51DB3497-F30E-4581-A720-ABE618B7FF1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39846" y="2951331"/>
                  <a:ext cx="228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983153F6-1240-42ED-AD75-B5B2A32F3E21}"/>
                    </a:ext>
                  </a:extLst>
                </p14:cNvPr>
                <p14:cNvContentPartPr/>
                <p14:nvPr/>
              </p14:nvContentPartPr>
              <p14:xfrm>
                <a:off x="4296886" y="2977251"/>
                <a:ext cx="194040" cy="23184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983153F6-1240-42ED-AD75-B5B2A32F3E2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79246" y="2959611"/>
                  <a:ext cx="229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DA806927-1488-4EE1-BDAF-631114804968}"/>
                    </a:ext>
                  </a:extLst>
                </p14:cNvPr>
                <p14:cNvContentPartPr/>
                <p14:nvPr/>
              </p14:nvContentPartPr>
              <p14:xfrm>
                <a:off x="4508206" y="2979411"/>
                <a:ext cx="154440" cy="15408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DA806927-1488-4EE1-BDAF-63111480496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90206" y="2961771"/>
                  <a:ext cx="19008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Agrupar 297">
            <a:extLst>
              <a:ext uri="{FF2B5EF4-FFF2-40B4-BE49-F238E27FC236}">
                <a16:creationId xmlns:a16="http://schemas.microsoft.com/office/drawing/2014/main" id="{01CAB3D4-E779-4248-953B-0C5D96AD2D2E}"/>
              </a:ext>
            </a:extLst>
          </p:cNvPr>
          <p:cNvGrpSpPr/>
          <p:nvPr/>
        </p:nvGrpSpPr>
        <p:grpSpPr>
          <a:xfrm>
            <a:off x="3683446" y="928851"/>
            <a:ext cx="846360" cy="836280"/>
            <a:chOff x="3683446" y="928851"/>
            <a:chExt cx="846360" cy="83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1AFA674A-C96A-48AD-8B0E-0985CB7624B8}"/>
                    </a:ext>
                  </a:extLst>
                </p14:cNvPr>
                <p14:cNvContentPartPr/>
                <p14:nvPr/>
              </p14:nvContentPartPr>
              <p14:xfrm>
                <a:off x="4228486" y="1060971"/>
                <a:ext cx="301320" cy="704160"/>
              </p14:xfrm>
            </p:contentPart>
          </mc:Choice>
          <mc:Fallback xmlns=""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1AFA674A-C96A-48AD-8B0E-0985CB7624B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10486" y="1042971"/>
                  <a:ext cx="33696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1FF01854-2094-4992-8C1A-C171F80102FE}"/>
                    </a:ext>
                  </a:extLst>
                </p14:cNvPr>
                <p14:cNvContentPartPr/>
                <p14:nvPr/>
              </p14:nvContentPartPr>
              <p14:xfrm>
                <a:off x="3683446" y="1108131"/>
                <a:ext cx="180000" cy="270000"/>
              </p14:xfrm>
            </p:contentPart>
          </mc:Choice>
          <mc:Fallback xmlns=""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1FF01854-2094-4992-8C1A-C171F80102F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65806" y="1090131"/>
                  <a:ext cx="2156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0AB27159-475F-44DC-9532-40C702F5E56D}"/>
                    </a:ext>
                  </a:extLst>
                </p14:cNvPr>
                <p14:cNvContentPartPr/>
                <p14:nvPr/>
              </p14:nvContentPartPr>
              <p14:xfrm>
                <a:off x="3892606" y="1091571"/>
                <a:ext cx="200160" cy="19512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0AB27159-475F-44DC-9532-40C702F5E56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874606" y="1073571"/>
                  <a:ext cx="235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E0CA2901-1A29-4EBF-B14B-8840782499E3}"/>
                    </a:ext>
                  </a:extLst>
                </p14:cNvPr>
                <p14:cNvContentPartPr/>
                <p14:nvPr/>
              </p14:nvContentPartPr>
              <p14:xfrm>
                <a:off x="4084126" y="928851"/>
                <a:ext cx="178560" cy="218160"/>
              </p14:xfrm>
            </p:contentPart>
          </mc:Choice>
          <mc:Fallback xmlns=""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E0CA2901-1A29-4EBF-B14B-8840782499E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66126" y="910851"/>
                  <a:ext cx="21420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Agrupar 301">
            <a:extLst>
              <a:ext uri="{FF2B5EF4-FFF2-40B4-BE49-F238E27FC236}">
                <a16:creationId xmlns:a16="http://schemas.microsoft.com/office/drawing/2014/main" id="{BCDB1AC3-C51E-4199-8E4B-9D7D914787A6}"/>
              </a:ext>
            </a:extLst>
          </p:cNvPr>
          <p:cNvGrpSpPr/>
          <p:nvPr/>
        </p:nvGrpSpPr>
        <p:grpSpPr>
          <a:xfrm>
            <a:off x="8679886" y="3667011"/>
            <a:ext cx="544320" cy="548640"/>
            <a:chOff x="8679886" y="3667011"/>
            <a:chExt cx="544320" cy="5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8315C5CA-F538-4F75-B568-4F5421C47356}"/>
                    </a:ext>
                  </a:extLst>
                </p14:cNvPr>
                <p14:cNvContentPartPr/>
                <p14:nvPr/>
              </p14:nvContentPartPr>
              <p14:xfrm>
                <a:off x="8679886" y="3667011"/>
                <a:ext cx="230400" cy="33300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8315C5CA-F538-4F75-B568-4F5421C473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61886" y="3649371"/>
                  <a:ext cx="2660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F1FA1318-5C0A-48AD-9E74-9FD473DC6C43}"/>
                    </a:ext>
                  </a:extLst>
                </p14:cNvPr>
                <p14:cNvContentPartPr/>
                <p14:nvPr/>
              </p14:nvContentPartPr>
              <p14:xfrm>
                <a:off x="8993806" y="3701211"/>
                <a:ext cx="230400" cy="26604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F1FA1318-5C0A-48AD-9E74-9FD473DC6C4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76166" y="3683571"/>
                  <a:ext cx="266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C26B04A0-7D28-479E-ADC9-997BCB7302E9}"/>
                    </a:ext>
                  </a:extLst>
                </p14:cNvPr>
                <p14:cNvContentPartPr/>
                <p14:nvPr/>
              </p14:nvContentPartPr>
              <p14:xfrm>
                <a:off x="8849806" y="4022331"/>
                <a:ext cx="286200" cy="19332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C26B04A0-7D28-479E-ADC9-997BCB7302E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31806" y="4004691"/>
                  <a:ext cx="3218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Agrupar 314">
            <a:extLst>
              <a:ext uri="{FF2B5EF4-FFF2-40B4-BE49-F238E27FC236}">
                <a16:creationId xmlns:a16="http://schemas.microsoft.com/office/drawing/2014/main" id="{5D0901BA-E21D-4519-AB0B-C6EB11BE5EC8}"/>
              </a:ext>
            </a:extLst>
          </p:cNvPr>
          <p:cNvGrpSpPr/>
          <p:nvPr/>
        </p:nvGrpSpPr>
        <p:grpSpPr>
          <a:xfrm>
            <a:off x="9522646" y="3830811"/>
            <a:ext cx="3098520" cy="648000"/>
            <a:chOff x="9522646" y="3830811"/>
            <a:chExt cx="309852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5E9F38AB-5455-454F-A4B2-D08FFCAC640B}"/>
                    </a:ext>
                  </a:extLst>
                </p14:cNvPr>
                <p14:cNvContentPartPr/>
                <p14:nvPr/>
              </p14:nvContentPartPr>
              <p14:xfrm>
                <a:off x="9522646" y="4085331"/>
                <a:ext cx="226800" cy="39348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5E9F38AB-5455-454F-A4B2-D08FFCAC640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505006" y="4067691"/>
                  <a:ext cx="2624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BF93DC40-24CE-4C05-8D38-0443B4CF388D}"/>
                    </a:ext>
                  </a:extLst>
                </p14:cNvPr>
                <p14:cNvContentPartPr/>
                <p14:nvPr/>
              </p14:nvContentPartPr>
              <p14:xfrm>
                <a:off x="9793366" y="4112691"/>
                <a:ext cx="223920" cy="28368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BF93DC40-24CE-4C05-8D38-0443B4CF388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775366" y="4094691"/>
                  <a:ext cx="259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71256C08-148A-4C86-972F-678CBB978A28}"/>
                    </a:ext>
                  </a:extLst>
                </p14:cNvPr>
                <p14:cNvContentPartPr/>
                <p14:nvPr/>
              </p14:nvContentPartPr>
              <p14:xfrm>
                <a:off x="10138966" y="4196571"/>
                <a:ext cx="181800" cy="3240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71256C08-148A-4C86-972F-678CBB978A2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121326" y="4178931"/>
                  <a:ext cx="217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DEC0FB2C-B16F-45A8-8A90-E28119CE9937}"/>
                    </a:ext>
                  </a:extLst>
                </p14:cNvPr>
                <p14:cNvContentPartPr/>
                <p14:nvPr/>
              </p14:nvContentPartPr>
              <p14:xfrm>
                <a:off x="10363966" y="3852771"/>
                <a:ext cx="244440" cy="32976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DEC0FB2C-B16F-45A8-8A90-E28119CE993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46326" y="3835131"/>
                  <a:ext cx="280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C2CB5EA1-81B0-440A-996D-67C33D1D3C18}"/>
                    </a:ext>
                  </a:extLst>
                </p14:cNvPr>
                <p14:cNvContentPartPr/>
                <p14:nvPr/>
              </p14:nvContentPartPr>
              <p14:xfrm>
                <a:off x="10697686" y="3999651"/>
                <a:ext cx="145440" cy="229320"/>
              </p14:xfrm>
            </p:contentPart>
          </mc:Choice>
          <mc:Fallback xmlns=""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C2CB5EA1-81B0-440A-996D-67C33D1D3C1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680046" y="3982011"/>
                  <a:ext cx="181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85716DFF-6EA7-4FFE-BB19-A91488F331BF}"/>
                    </a:ext>
                  </a:extLst>
                </p14:cNvPr>
                <p14:cNvContentPartPr/>
                <p14:nvPr/>
              </p14:nvContentPartPr>
              <p14:xfrm>
                <a:off x="10905406" y="4024131"/>
                <a:ext cx="172800" cy="22608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85716DFF-6EA7-4FFE-BB19-A91488F331B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887766" y="4006131"/>
                  <a:ext cx="208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6E7245D1-6F19-4616-A863-A3502A941938}"/>
                    </a:ext>
                  </a:extLst>
                </p14:cNvPr>
                <p14:cNvContentPartPr/>
                <p14:nvPr/>
              </p14:nvContentPartPr>
              <p14:xfrm>
                <a:off x="11165686" y="4104411"/>
                <a:ext cx="186120" cy="22320"/>
              </p14:xfrm>
            </p:contentPart>
          </mc:Choice>
          <mc:Fallback xmlns=""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6E7245D1-6F19-4616-A863-A3502A94193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148046" y="4086411"/>
                  <a:ext cx="22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42108AE6-A36B-46CC-AD21-FE62B5F801AE}"/>
                    </a:ext>
                  </a:extLst>
                </p14:cNvPr>
                <p14:cNvContentPartPr/>
                <p14:nvPr/>
              </p14:nvContentPartPr>
              <p14:xfrm>
                <a:off x="11380966" y="3830811"/>
                <a:ext cx="180720" cy="34344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42108AE6-A36B-46CC-AD21-FE62B5F801A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362966" y="3812811"/>
                  <a:ext cx="216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E0D4CEAF-5712-447A-BE03-833CF36A17D1}"/>
                    </a:ext>
                  </a:extLst>
                </p14:cNvPr>
                <p14:cNvContentPartPr/>
                <p14:nvPr/>
              </p14:nvContentPartPr>
              <p14:xfrm>
                <a:off x="11598406" y="4004331"/>
                <a:ext cx="171360" cy="23472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E0D4CEAF-5712-447A-BE03-833CF36A17D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580406" y="3986331"/>
                  <a:ext cx="207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DF272F69-7769-4F77-BA37-0F909CB1CA36}"/>
                    </a:ext>
                  </a:extLst>
                </p14:cNvPr>
                <p14:cNvContentPartPr/>
                <p14:nvPr/>
              </p14:nvContentPartPr>
              <p14:xfrm>
                <a:off x="11815846" y="4023411"/>
                <a:ext cx="194760" cy="26424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DF272F69-7769-4F77-BA37-0F909CB1CA3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798206" y="4005771"/>
                  <a:ext cx="230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7BDB16CE-6394-421B-8ED0-156A59EFB0B6}"/>
                    </a:ext>
                  </a:extLst>
                </p14:cNvPr>
                <p14:cNvContentPartPr/>
                <p14:nvPr/>
              </p14:nvContentPartPr>
              <p14:xfrm>
                <a:off x="12093406" y="4144011"/>
                <a:ext cx="235080" cy="6300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7BDB16CE-6394-421B-8ED0-156A59EFB0B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075406" y="4126011"/>
                  <a:ext cx="270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9980C824-2350-4634-9B46-6104BE97714C}"/>
                    </a:ext>
                  </a:extLst>
                </p14:cNvPr>
                <p14:cNvContentPartPr/>
                <p14:nvPr/>
              </p14:nvContentPartPr>
              <p14:xfrm>
                <a:off x="12133726" y="3835131"/>
                <a:ext cx="487440" cy="33156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9980C824-2350-4634-9B46-6104BE97714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115726" y="3817491"/>
                  <a:ext cx="5230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" name="Agrupar 362">
            <a:extLst>
              <a:ext uri="{FF2B5EF4-FFF2-40B4-BE49-F238E27FC236}">
                <a16:creationId xmlns:a16="http://schemas.microsoft.com/office/drawing/2014/main" id="{EA33B430-0B63-4879-BEC3-99368EACE41D}"/>
              </a:ext>
            </a:extLst>
          </p:cNvPr>
          <p:cNvGrpSpPr/>
          <p:nvPr/>
        </p:nvGrpSpPr>
        <p:grpSpPr>
          <a:xfrm>
            <a:off x="9273886" y="4999731"/>
            <a:ext cx="4544583" cy="1381680"/>
            <a:chOff x="9273886" y="4999731"/>
            <a:chExt cx="4544583" cy="13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56156967-7A1F-46E0-A95D-09F4D119EE8D}"/>
                    </a:ext>
                  </a:extLst>
                </p14:cNvPr>
                <p14:cNvContentPartPr/>
                <p14:nvPr/>
              </p14:nvContentPartPr>
              <p14:xfrm>
                <a:off x="9634606" y="4999731"/>
                <a:ext cx="214560" cy="40284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56156967-7A1F-46E0-A95D-09F4D119EE8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616966" y="4981731"/>
                  <a:ext cx="2502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31612566-1E1B-4D42-A2E3-D66D70642AAB}"/>
                    </a:ext>
                  </a:extLst>
                </p14:cNvPr>
                <p14:cNvContentPartPr/>
                <p14:nvPr/>
              </p14:nvContentPartPr>
              <p14:xfrm>
                <a:off x="9925126" y="5131491"/>
                <a:ext cx="167760" cy="268560"/>
              </p14:xfrm>
            </p:contentPart>
          </mc:Choice>
          <mc:Fallback xmlns=""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31612566-1E1B-4D42-A2E3-D66D70642AA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07486" y="5113851"/>
                  <a:ext cx="203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5CBEB2A2-24EB-4779-85E7-E7226607E001}"/>
                    </a:ext>
                  </a:extLst>
                </p14:cNvPr>
                <p14:cNvContentPartPr/>
                <p14:nvPr/>
              </p14:nvContentPartPr>
              <p14:xfrm>
                <a:off x="10154806" y="5107011"/>
                <a:ext cx="132840" cy="25056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5CBEB2A2-24EB-4779-85E7-E7226607E00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36806" y="5089011"/>
                  <a:ext cx="168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EEA751C0-2614-4019-B3AC-A8A5B3E75F05}"/>
                    </a:ext>
                  </a:extLst>
                </p14:cNvPr>
                <p14:cNvContentPartPr/>
                <p14:nvPr/>
              </p14:nvContentPartPr>
              <p14:xfrm>
                <a:off x="10509406" y="5254611"/>
                <a:ext cx="135360" cy="6840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EEA751C0-2614-4019-B3AC-A8A5B3E75F0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91766" y="5236971"/>
                  <a:ext cx="171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1E141604-4DE5-4AC8-972D-776FC599A305}"/>
                    </a:ext>
                  </a:extLst>
                </p14:cNvPr>
                <p14:cNvContentPartPr/>
                <p14:nvPr/>
              </p14:nvContentPartPr>
              <p14:xfrm>
                <a:off x="10471606" y="5213931"/>
                <a:ext cx="164160" cy="504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1E141604-4DE5-4AC8-972D-776FC599A30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53606" y="5196291"/>
                  <a:ext cx="199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AD6CCAF4-12ED-44C1-9314-A71BE956CB83}"/>
                    </a:ext>
                  </a:extLst>
                </p14:cNvPr>
                <p14:cNvContentPartPr/>
                <p14:nvPr/>
              </p14:nvContentPartPr>
              <p14:xfrm>
                <a:off x="10949326" y="5013771"/>
                <a:ext cx="44280" cy="312840"/>
              </p14:xfrm>
            </p:contentPart>
          </mc:Choice>
          <mc:Fallback xmlns=""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AD6CCAF4-12ED-44C1-9314-A71BE956CB8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31686" y="4996131"/>
                  <a:ext cx="79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1BEDA70D-5AFB-4E68-A1B5-83951374BCA2}"/>
                    </a:ext>
                  </a:extLst>
                </p14:cNvPr>
                <p14:cNvContentPartPr/>
                <p14:nvPr/>
              </p14:nvContentPartPr>
              <p14:xfrm>
                <a:off x="11045086" y="5043651"/>
                <a:ext cx="198000" cy="266760"/>
              </p14:xfrm>
            </p:contentPart>
          </mc:Choice>
          <mc:Fallback xmlns=""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1BEDA70D-5AFB-4E68-A1B5-83951374BCA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027086" y="5026011"/>
                  <a:ext cx="233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D6A9E1AD-5199-4D72-A4D2-0BD884F92745}"/>
                    </a:ext>
                  </a:extLst>
                </p14:cNvPr>
                <p14:cNvContentPartPr/>
                <p14:nvPr/>
              </p14:nvContentPartPr>
              <p14:xfrm>
                <a:off x="11397886" y="5204211"/>
                <a:ext cx="2880" cy="163080"/>
              </p14:xfrm>
            </p:contentPart>
          </mc:Choice>
          <mc:Fallback xmlns=""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D6A9E1AD-5199-4D72-A4D2-0BD884F9274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0246" y="5186211"/>
                  <a:ext cx="38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2E0A1138-06B0-4D5C-AB66-6939C6696660}"/>
                    </a:ext>
                  </a:extLst>
                </p14:cNvPr>
                <p14:cNvContentPartPr/>
                <p14:nvPr/>
              </p14:nvContentPartPr>
              <p14:xfrm>
                <a:off x="11515246" y="5054451"/>
                <a:ext cx="483120" cy="287640"/>
              </p14:xfrm>
            </p:contentPart>
          </mc:Choice>
          <mc:Fallback xmlns=""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2E0A1138-06B0-4D5C-AB66-6939C669666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497606" y="5036811"/>
                  <a:ext cx="518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789BE4F4-B3DD-478E-8BBF-5C5658C8DED2}"/>
                    </a:ext>
                  </a:extLst>
                </p14:cNvPr>
                <p14:cNvContentPartPr/>
                <p14:nvPr/>
              </p14:nvContentPartPr>
              <p14:xfrm>
                <a:off x="11831326" y="5106291"/>
                <a:ext cx="229320" cy="392400"/>
              </p14:xfrm>
            </p:contentPart>
          </mc:Choice>
          <mc:Fallback xmlns=""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789BE4F4-B3DD-478E-8BBF-5C5658C8DED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813686" y="5088651"/>
                  <a:ext cx="2649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ABCC1EBA-9677-43B7-8B2A-E91E83E43FE4}"/>
                    </a:ext>
                  </a:extLst>
                </p14:cNvPr>
                <p14:cNvContentPartPr/>
                <p14:nvPr/>
              </p14:nvContentPartPr>
              <p14:xfrm>
                <a:off x="9273886" y="5835651"/>
                <a:ext cx="328680" cy="10440"/>
              </p14:xfrm>
            </p:contentPart>
          </mc:Choice>
          <mc:Fallback xmlns=""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ABCC1EBA-9677-43B7-8B2A-E91E83E43FE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55886" y="5817651"/>
                  <a:ext cx="364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6565216B-B4B2-451F-B470-F725C22D7175}"/>
                    </a:ext>
                  </a:extLst>
                </p14:cNvPr>
                <p14:cNvContentPartPr/>
                <p14:nvPr/>
              </p14:nvContentPartPr>
              <p14:xfrm>
                <a:off x="9304486" y="5845371"/>
                <a:ext cx="209520" cy="236160"/>
              </p14:xfrm>
            </p:contentPart>
          </mc:Choice>
          <mc:Fallback xmlns=""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6565216B-B4B2-451F-B470-F725C22D717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286486" y="5827731"/>
                  <a:ext cx="245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66E2418B-9388-4E97-8E24-51EC1896071B}"/>
                    </a:ext>
                  </a:extLst>
                </p14:cNvPr>
                <p14:cNvContentPartPr/>
                <p14:nvPr/>
              </p14:nvContentPartPr>
              <p14:xfrm>
                <a:off x="9625966" y="5859411"/>
                <a:ext cx="215280" cy="235440"/>
              </p14:xfrm>
            </p:contentPart>
          </mc:Choice>
          <mc:Fallback xmlns=""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66E2418B-9388-4E97-8E24-51EC1896071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07966" y="5841771"/>
                  <a:ext cx="250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63BC3B2A-96EF-4ED4-A3E2-A61FD8B0EE44}"/>
                    </a:ext>
                  </a:extLst>
                </p14:cNvPr>
                <p14:cNvContentPartPr/>
                <p14:nvPr/>
              </p14:nvContentPartPr>
              <p14:xfrm>
                <a:off x="10018726" y="5874171"/>
                <a:ext cx="228960" cy="84240"/>
              </p14:xfrm>
            </p:contentPart>
          </mc:Choice>
          <mc:Fallback xmlns=""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63BC3B2A-96EF-4ED4-A3E2-A61FD8B0EE4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001086" y="5856171"/>
                  <a:ext cx="264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CFE197BB-7BF4-43A9-B904-D236F1A29034}"/>
                    </a:ext>
                  </a:extLst>
                </p14:cNvPr>
                <p14:cNvContentPartPr/>
                <p14:nvPr/>
              </p14:nvContentPartPr>
              <p14:xfrm>
                <a:off x="10343086" y="5590851"/>
                <a:ext cx="222120" cy="286920"/>
              </p14:xfrm>
            </p:contentPart>
          </mc:Choice>
          <mc:Fallback xmlns=""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CFE197BB-7BF4-43A9-B904-D236F1A2903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25446" y="5572851"/>
                  <a:ext cx="257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05B4E71F-511D-4989-B5D6-47693AFD9A05}"/>
                    </a:ext>
                  </a:extLst>
                </p14:cNvPr>
                <p14:cNvContentPartPr/>
                <p14:nvPr/>
              </p14:nvContentPartPr>
              <p14:xfrm>
                <a:off x="10570606" y="5677251"/>
                <a:ext cx="158040" cy="221760"/>
              </p14:xfrm>
            </p:contentPart>
          </mc:Choice>
          <mc:Fallback xmlns=""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05B4E71F-511D-4989-B5D6-47693AFD9A0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552606" y="5659251"/>
                  <a:ext cx="1936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3C775AEC-B7FE-45FB-A7CA-EE3716659117}"/>
                    </a:ext>
                  </a:extLst>
                </p14:cNvPr>
                <p14:cNvContentPartPr/>
                <p14:nvPr/>
              </p14:nvContentPartPr>
              <p14:xfrm>
                <a:off x="10786966" y="5734491"/>
                <a:ext cx="128520" cy="188280"/>
              </p14:xfrm>
            </p:contentPart>
          </mc:Choice>
          <mc:Fallback xmlns=""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3C775AEC-B7FE-45FB-A7CA-EE371665911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768966" y="5716491"/>
                  <a:ext cx="164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EF1CAD87-EA2A-419F-95D1-77855E7D7687}"/>
                    </a:ext>
                  </a:extLst>
                </p14:cNvPr>
                <p14:cNvContentPartPr/>
                <p14:nvPr/>
              </p14:nvContentPartPr>
              <p14:xfrm>
                <a:off x="10509766" y="5960571"/>
                <a:ext cx="481680" cy="55800"/>
              </p14:xfrm>
            </p:contentPart>
          </mc:Choice>
          <mc:Fallback xmlns=""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EF1CAD87-EA2A-419F-95D1-77855E7D768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492126" y="5942571"/>
                  <a:ext cx="517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16A9D7D4-E5E1-4136-B5AC-9579E5BC72EF}"/>
                    </a:ext>
                  </a:extLst>
                </p14:cNvPr>
                <p14:cNvContentPartPr/>
                <p14:nvPr/>
              </p14:nvContentPartPr>
              <p14:xfrm>
                <a:off x="10497886" y="6130491"/>
                <a:ext cx="190080" cy="250920"/>
              </p14:xfrm>
            </p:contentPart>
          </mc:Choice>
          <mc:Fallback xmlns=""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16A9D7D4-E5E1-4136-B5AC-9579E5BC72E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480246" y="6112491"/>
                  <a:ext cx="225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849055C0-4A47-4EBE-8187-130205F7EC9E}"/>
                    </a:ext>
                  </a:extLst>
                </p14:cNvPr>
                <p14:cNvContentPartPr/>
                <p14:nvPr/>
              </p14:nvContentPartPr>
              <p14:xfrm>
                <a:off x="10736566" y="6163251"/>
                <a:ext cx="204840" cy="214560"/>
              </p14:xfrm>
            </p:contentPart>
          </mc:Choice>
          <mc:Fallback xmlns=""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849055C0-4A47-4EBE-8187-130205F7EC9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718566" y="6145611"/>
                  <a:ext cx="240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16A049CC-C096-4D57-9C1A-561DF99951DE}"/>
                    </a:ext>
                  </a:extLst>
                </p14:cNvPr>
                <p14:cNvContentPartPr/>
                <p14:nvPr/>
              </p14:nvContentPartPr>
              <p14:xfrm>
                <a:off x="11157046" y="5844291"/>
                <a:ext cx="241200" cy="111600"/>
              </p14:xfrm>
            </p:contentPart>
          </mc:Choice>
          <mc:Fallback xmlns=""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16A049CC-C096-4D57-9C1A-561DF99951D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139406" y="5826651"/>
                  <a:ext cx="276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222163D7-0969-4E54-8BED-D2B29193E264}"/>
                    </a:ext>
                  </a:extLst>
                </p14:cNvPr>
                <p14:cNvContentPartPr/>
                <p14:nvPr/>
              </p14:nvContentPartPr>
              <p14:xfrm>
                <a:off x="11618206" y="5668251"/>
                <a:ext cx="60120" cy="227880"/>
              </p14:xfrm>
            </p:contentPart>
          </mc:Choice>
          <mc:Fallback xmlns=""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222163D7-0969-4E54-8BED-D2B29193E26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600206" y="5650611"/>
                  <a:ext cx="95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B9A1CDD3-15D5-47B7-86CA-42479FC065D6}"/>
                    </a:ext>
                  </a:extLst>
                </p14:cNvPr>
                <p14:cNvContentPartPr/>
                <p14:nvPr/>
              </p14:nvContentPartPr>
              <p14:xfrm>
                <a:off x="11753566" y="5669331"/>
                <a:ext cx="174960" cy="223200"/>
              </p14:xfrm>
            </p:contentPart>
          </mc:Choice>
          <mc:Fallback xmlns=""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B9A1CDD3-15D5-47B7-86CA-42479FC065D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735566" y="5651691"/>
                  <a:ext cx="210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30983E78-475C-48C7-8B1D-6E2A08BA9D5F}"/>
                    </a:ext>
                  </a:extLst>
                </p14:cNvPr>
                <p14:cNvContentPartPr/>
                <p14:nvPr/>
              </p14:nvContentPartPr>
              <p14:xfrm>
                <a:off x="12000526" y="5796051"/>
                <a:ext cx="5400" cy="93960"/>
              </p14:xfrm>
            </p:contentPart>
          </mc:Choice>
          <mc:Fallback xmlns=""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30983E78-475C-48C7-8B1D-6E2A08BA9D5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982526" y="5778051"/>
                  <a:ext cx="41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95ECAEFB-D04A-4FB1-95F2-2E6ED0FECA0D}"/>
                    </a:ext>
                  </a:extLst>
                </p14:cNvPr>
                <p14:cNvContentPartPr/>
                <p14:nvPr/>
              </p14:nvContentPartPr>
              <p14:xfrm>
                <a:off x="12070006" y="5622531"/>
                <a:ext cx="138600" cy="239760"/>
              </p14:xfrm>
            </p:contentPart>
          </mc:Choice>
          <mc:Fallback xmlns=""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95ECAEFB-D04A-4FB1-95F2-2E6ED0FECA0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2052366" y="5604531"/>
                  <a:ext cx="174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F2F5703B-93A5-4D9F-AC44-C316E3D010F4}"/>
                    </a:ext>
                  </a:extLst>
                </p14:cNvPr>
                <p14:cNvContentPartPr/>
                <p14:nvPr/>
              </p14:nvContentPartPr>
              <p14:xfrm>
                <a:off x="11620366" y="5909091"/>
                <a:ext cx="588240" cy="70920"/>
              </p14:xfrm>
            </p:contentPart>
          </mc:Choice>
          <mc:Fallback xmlns=""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F2F5703B-93A5-4D9F-AC44-C316E3D010F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602726" y="5891451"/>
                  <a:ext cx="623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857985A0-1E14-4FF2-879E-ABD2CDFDC517}"/>
                    </a:ext>
                  </a:extLst>
                </p14:cNvPr>
                <p14:cNvContentPartPr/>
                <p14:nvPr/>
              </p14:nvContentPartPr>
              <p14:xfrm>
                <a:off x="11734126" y="6093051"/>
                <a:ext cx="29520" cy="224640"/>
              </p14:xfrm>
            </p:contentPart>
          </mc:Choice>
          <mc:Fallback xmlns=""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857985A0-1E14-4FF2-879E-ABD2CDFDC51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716126" y="6075051"/>
                  <a:ext cx="651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D0BDEDC2-1811-4C6F-90EA-1822FE65D074}"/>
                    </a:ext>
                  </a:extLst>
                </p14:cNvPr>
                <p14:cNvContentPartPr/>
                <p14:nvPr/>
              </p14:nvContentPartPr>
              <p14:xfrm>
                <a:off x="11787766" y="6097371"/>
                <a:ext cx="246240" cy="213480"/>
              </p14:xfrm>
            </p:contentPart>
          </mc:Choice>
          <mc:Fallback xmlns=""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D0BDEDC2-1811-4C6F-90EA-1822FE65D07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770126" y="6079371"/>
                  <a:ext cx="281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A4AD9E7D-8AC9-4D8C-A236-31C620D446E3}"/>
                    </a:ext>
                  </a:extLst>
                </p14:cNvPr>
                <p14:cNvContentPartPr/>
                <p14:nvPr/>
              </p14:nvContentPartPr>
              <p14:xfrm>
                <a:off x="12385366" y="5853291"/>
                <a:ext cx="188640" cy="71280"/>
              </p14:xfrm>
            </p:contentPart>
          </mc:Choice>
          <mc:Fallback xmlns=""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A4AD9E7D-8AC9-4D8C-A236-31C620D446E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2367726" y="5835291"/>
                  <a:ext cx="224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9FD7BBAE-4B1D-41CB-BC17-3A688275A402}"/>
                    </a:ext>
                  </a:extLst>
                </p14:cNvPr>
                <p14:cNvContentPartPr/>
                <p14:nvPr/>
              </p14:nvContentPartPr>
              <p14:xfrm>
                <a:off x="12736366" y="5596971"/>
                <a:ext cx="115200" cy="268920"/>
              </p14:xfrm>
            </p:contentPart>
          </mc:Choice>
          <mc:Fallback xmlns=""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9FD7BBAE-4B1D-41CB-BC17-3A688275A40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2718366" y="5578971"/>
                  <a:ext cx="150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150E8410-9486-4D8D-A1AF-6E21D219D45B}"/>
                    </a:ext>
                  </a:extLst>
                </p14:cNvPr>
                <p14:cNvContentPartPr/>
                <p14:nvPr/>
              </p14:nvContentPartPr>
              <p14:xfrm>
                <a:off x="12890086" y="5815851"/>
                <a:ext cx="44280" cy="115920"/>
              </p14:xfrm>
            </p:contentPart>
          </mc:Choice>
          <mc:Fallback xmlns=""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150E8410-9486-4D8D-A1AF-6E21D219D45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2872446" y="5797851"/>
                  <a:ext cx="79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20797D3E-E329-401A-B655-C29A4AA70398}"/>
                    </a:ext>
                  </a:extLst>
                </p14:cNvPr>
                <p14:cNvContentPartPr/>
                <p14:nvPr/>
              </p14:nvContentPartPr>
              <p14:xfrm>
                <a:off x="12910966" y="5528571"/>
                <a:ext cx="172800" cy="275400"/>
              </p14:xfrm>
            </p:contentPart>
          </mc:Choice>
          <mc:Fallback xmlns=""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20797D3E-E329-401A-B655-C29A4AA7039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2893326" y="5510931"/>
                  <a:ext cx="208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311EAA1B-3FAE-4214-B48C-C3CB1142635A}"/>
                    </a:ext>
                  </a:extLst>
                </p14:cNvPr>
                <p14:cNvContentPartPr/>
                <p14:nvPr/>
              </p14:nvContentPartPr>
              <p14:xfrm>
                <a:off x="13099606" y="5538291"/>
                <a:ext cx="179640" cy="258120"/>
              </p14:xfrm>
            </p:contentPart>
          </mc:Choice>
          <mc:Fallback xmlns=""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311EAA1B-3FAE-4214-B48C-C3CB1142635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3081606" y="5520651"/>
                  <a:ext cx="215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99E5EE4E-D0BC-4B90-8AC7-8062DFB20FD9}"/>
                    </a:ext>
                  </a:extLst>
                </p14:cNvPr>
                <p14:cNvContentPartPr/>
                <p14:nvPr/>
              </p14:nvContentPartPr>
              <p14:xfrm>
                <a:off x="13357006" y="5451171"/>
                <a:ext cx="171720" cy="311040"/>
              </p14:xfrm>
            </p:contentPart>
          </mc:Choice>
          <mc:Fallback xmlns=""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99E5EE4E-D0BC-4B90-8AC7-8062DFB20FD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3339006" y="5433171"/>
                  <a:ext cx="207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27449195-0FDB-458B-B5D2-98E417BE5EF7}"/>
                    </a:ext>
                  </a:extLst>
                </p14:cNvPr>
                <p14:cNvContentPartPr/>
                <p14:nvPr/>
              </p14:nvContentPartPr>
              <p14:xfrm>
                <a:off x="13380811" y="5659611"/>
                <a:ext cx="310680" cy="26640"/>
              </p14:xfrm>
            </p:contentPart>
          </mc:Choice>
          <mc:Fallback xmlns=""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27449195-0FDB-458B-B5D2-98E417BE5EF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3363171" y="5641611"/>
                  <a:ext cx="346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449AD55C-907D-4EFC-8EFC-08BB2A40BA36}"/>
                    </a:ext>
                  </a:extLst>
                </p14:cNvPr>
                <p14:cNvContentPartPr/>
                <p14:nvPr/>
              </p14:nvContentPartPr>
              <p14:xfrm>
                <a:off x="13373069" y="5316531"/>
                <a:ext cx="419400" cy="719640"/>
              </p14:xfrm>
            </p:contentPart>
          </mc:Choice>
          <mc:Fallback xmlns=""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449AD55C-907D-4EFC-8EFC-08BB2A40BA3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3355069" y="5298531"/>
                  <a:ext cx="45504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9ADEB595-591A-4B12-9C25-A63CD47DA5BC}"/>
                    </a:ext>
                  </a:extLst>
                </p14:cNvPr>
                <p14:cNvContentPartPr/>
                <p14:nvPr/>
              </p14:nvContentPartPr>
              <p14:xfrm>
                <a:off x="13429669" y="5847531"/>
                <a:ext cx="388800" cy="270000"/>
              </p14:xfrm>
            </p:contentPart>
          </mc:Choice>
          <mc:Fallback xmlns=""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9ADEB595-591A-4B12-9C25-A63CD47DA5B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3411669" y="5829891"/>
                  <a:ext cx="4244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Agrupar 378">
            <a:extLst>
              <a:ext uri="{FF2B5EF4-FFF2-40B4-BE49-F238E27FC236}">
                <a16:creationId xmlns:a16="http://schemas.microsoft.com/office/drawing/2014/main" id="{728DEF01-202B-4153-A326-05A619EF0BF4}"/>
              </a:ext>
            </a:extLst>
          </p:cNvPr>
          <p:cNvGrpSpPr/>
          <p:nvPr/>
        </p:nvGrpSpPr>
        <p:grpSpPr>
          <a:xfrm>
            <a:off x="268657" y="3011091"/>
            <a:ext cx="1967040" cy="355320"/>
            <a:chOff x="268657" y="3011091"/>
            <a:chExt cx="196704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F2312C81-85AC-470E-8A61-F17BE4EF6366}"/>
                    </a:ext>
                  </a:extLst>
                </p14:cNvPr>
                <p14:cNvContentPartPr/>
                <p14:nvPr/>
              </p14:nvContentPartPr>
              <p14:xfrm>
                <a:off x="268657" y="3052851"/>
                <a:ext cx="296280" cy="5040"/>
              </p14:xfrm>
            </p:contentPart>
          </mc:Choice>
          <mc:Fallback xmlns=""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F2312C81-85AC-470E-8A61-F17BE4EF636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51017" y="3034851"/>
                  <a:ext cx="331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6C3B18E7-B257-417C-8C85-E02D01E155EB}"/>
                    </a:ext>
                  </a:extLst>
                </p14:cNvPr>
                <p14:cNvContentPartPr/>
                <p14:nvPr/>
              </p14:nvContentPartPr>
              <p14:xfrm>
                <a:off x="354337" y="3059331"/>
                <a:ext cx="231120" cy="307080"/>
              </p14:xfrm>
            </p:contentPart>
          </mc:Choice>
          <mc:Fallback xmlns=""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6C3B18E7-B257-417C-8C85-E02D01E155E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6697" y="3041691"/>
                  <a:ext cx="2667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DA94BF45-E196-4550-A6D9-F6AE15A0BA4D}"/>
                    </a:ext>
                  </a:extLst>
                </p14:cNvPr>
                <p14:cNvContentPartPr/>
                <p14:nvPr/>
              </p14:nvContentPartPr>
              <p14:xfrm>
                <a:off x="724417" y="3170571"/>
                <a:ext cx="199440" cy="115920"/>
              </p14:xfrm>
            </p:contentPart>
          </mc:Choice>
          <mc:Fallback xmlns=""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DA94BF45-E196-4550-A6D9-F6AE15A0BA4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06777" y="3152571"/>
                  <a:ext cx="235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635C00CB-6AAB-4207-A8B8-DAE43123E7FF}"/>
                    </a:ext>
                  </a:extLst>
                </p14:cNvPr>
                <p14:cNvContentPartPr/>
                <p14:nvPr/>
              </p14:nvContentPartPr>
              <p14:xfrm>
                <a:off x="1000537" y="3029811"/>
                <a:ext cx="247320" cy="264960"/>
              </p14:xfrm>
            </p:contentPart>
          </mc:Choice>
          <mc:Fallback xmlns=""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635C00CB-6AAB-4207-A8B8-DAE43123E7F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2897" y="3011811"/>
                  <a:ext cx="282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73" name="Tinta 372">
                  <a:extLst>
                    <a:ext uri="{FF2B5EF4-FFF2-40B4-BE49-F238E27FC236}">
                      <a16:creationId xmlns:a16="http://schemas.microsoft.com/office/drawing/2014/main" id="{80426F97-064A-46AC-9DD5-DBDFE1E10A4E}"/>
                    </a:ext>
                  </a:extLst>
                </p14:cNvPr>
                <p14:cNvContentPartPr/>
                <p14:nvPr/>
              </p14:nvContentPartPr>
              <p14:xfrm>
                <a:off x="1324537" y="3174891"/>
                <a:ext cx="38160" cy="150120"/>
              </p14:xfrm>
            </p:contentPart>
          </mc:Choice>
          <mc:Fallback xmlns="">
            <p:pic>
              <p:nvPicPr>
                <p:cNvPr id="373" name="Tinta 372">
                  <a:extLst>
                    <a:ext uri="{FF2B5EF4-FFF2-40B4-BE49-F238E27FC236}">
                      <a16:creationId xmlns:a16="http://schemas.microsoft.com/office/drawing/2014/main" id="{80426F97-064A-46AC-9DD5-DBDFE1E10A4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306897" y="3156891"/>
                  <a:ext cx="73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B1C83871-FFA0-4A41-9838-746764B2B995}"/>
                    </a:ext>
                  </a:extLst>
                </p14:cNvPr>
                <p14:cNvContentPartPr/>
                <p14:nvPr/>
              </p14:nvContentPartPr>
              <p14:xfrm>
                <a:off x="1490857" y="3182451"/>
                <a:ext cx="189720" cy="10080"/>
              </p14:xfrm>
            </p:contentPart>
          </mc:Choice>
          <mc:Fallback xmlns=""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B1C83871-FFA0-4A41-9838-746764B2B99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473217" y="3164811"/>
                  <a:ext cx="225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B494BF2D-D63E-4534-90F1-80D0F37B4C60}"/>
                    </a:ext>
                  </a:extLst>
                </p14:cNvPr>
                <p14:cNvContentPartPr/>
                <p14:nvPr/>
              </p14:nvContentPartPr>
              <p14:xfrm>
                <a:off x="1547017" y="3117651"/>
                <a:ext cx="62640" cy="172080"/>
              </p14:xfrm>
            </p:contentPart>
          </mc:Choice>
          <mc:Fallback xmlns=""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B494BF2D-D63E-4534-90F1-80D0F37B4C6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529377" y="3100011"/>
                  <a:ext cx="98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A82C2D8B-2511-4CB1-8919-F5A405BB90F8}"/>
                    </a:ext>
                  </a:extLst>
                </p14:cNvPr>
                <p14:cNvContentPartPr/>
                <p14:nvPr/>
              </p14:nvContentPartPr>
              <p14:xfrm>
                <a:off x="1782817" y="3011091"/>
                <a:ext cx="257040" cy="2880"/>
              </p14:xfrm>
            </p:contentPart>
          </mc:Choice>
          <mc:Fallback xmlns=""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A82C2D8B-2511-4CB1-8919-F5A405BB90F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765177" y="2993091"/>
                  <a:ext cx="292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244875FF-5480-409D-BDE0-B15E3B6C0769}"/>
                    </a:ext>
                  </a:extLst>
                </p14:cNvPr>
                <p14:cNvContentPartPr/>
                <p14:nvPr/>
              </p14:nvContentPartPr>
              <p14:xfrm>
                <a:off x="1862377" y="3013251"/>
                <a:ext cx="169200" cy="267120"/>
              </p14:xfrm>
            </p:contentPart>
          </mc:Choice>
          <mc:Fallback xmlns=""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244875FF-5480-409D-BDE0-B15E3B6C076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844737" y="2995251"/>
                  <a:ext cx="204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82297D5A-1794-40E3-932D-934636F16DA8}"/>
                    </a:ext>
                  </a:extLst>
                </p14:cNvPr>
                <p14:cNvContentPartPr/>
                <p14:nvPr/>
              </p14:nvContentPartPr>
              <p14:xfrm>
                <a:off x="2043457" y="3153651"/>
                <a:ext cx="192240" cy="191520"/>
              </p14:xfrm>
            </p:contentPart>
          </mc:Choice>
          <mc:Fallback xmlns=""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82297D5A-1794-40E3-932D-934636F16DA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025817" y="3136011"/>
                  <a:ext cx="2278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Agrupar 408">
            <a:extLst>
              <a:ext uri="{FF2B5EF4-FFF2-40B4-BE49-F238E27FC236}">
                <a16:creationId xmlns:a16="http://schemas.microsoft.com/office/drawing/2014/main" id="{A3075FFC-19CB-420E-9FEE-79C6BE5EBC77}"/>
              </a:ext>
            </a:extLst>
          </p:cNvPr>
          <p:cNvGrpSpPr/>
          <p:nvPr/>
        </p:nvGrpSpPr>
        <p:grpSpPr>
          <a:xfrm>
            <a:off x="407977" y="3490971"/>
            <a:ext cx="2788200" cy="1017360"/>
            <a:chOff x="407977" y="3490971"/>
            <a:chExt cx="2788200" cy="10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15CFB460-C4C8-4F75-B2AB-253156952A27}"/>
                    </a:ext>
                  </a:extLst>
                </p14:cNvPr>
                <p14:cNvContentPartPr/>
                <p14:nvPr/>
              </p14:nvContentPartPr>
              <p14:xfrm>
                <a:off x="407977" y="3620211"/>
                <a:ext cx="253440" cy="31320"/>
              </p14:xfrm>
            </p:contentPart>
          </mc:Choice>
          <mc:Fallback xmlns=""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15CFB460-C4C8-4F75-B2AB-253156952A2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90337" y="3602571"/>
                  <a:ext cx="289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4128C461-45F4-4643-AF41-63728CFC7ABA}"/>
                    </a:ext>
                  </a:extLst>
                </p14:cNvPr>
                <p14:cNvContentPartPr/>
                <p14:nvPr/>
              </p14:nvContentPartPr>
              <p14:xfrm>
                <a:off x="456217" y="3668811"/>
                <a:ext cx="271080" cy="293760"/>
              </p14:xfrm>
            </p:contentPart>
          </mc:Choice>
          <mc:Fallback xmlns=""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4128C461-45F4-4643-AF41-63728CFC7AB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38577" y="3650811"/>
                  <a:ext cx="3067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40C8CBBF-D9F4-467F-A237-DD8AEAD29806}"/>
                    </a:ext>
                  </a:extLst>
                </p14:cNvPr>
                <p14:cNvContentPartPr/>
                <p14:nvPr/>
              </p14:nvContentPartPr>
              <p14:xfrm>
                <a:off x="870577" y="3840171"/>
                <a:ext cx="159480" cy="19440"/>
              </p14:xfrm>
            </p:contentPart>
          </mc:Choice>
          <mc:Fallback xmlns=""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40C8CBBF-D9F4-467F-A237-DD8AEAD2980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52937" y="3822531"/>
                  <a:ext cx="195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C50D1E38-29A8-4EF1-A961-1F67A68DFE04}"/>
                    </a:ext>
                  </a:extLst>
                </p14:cNvPr>
                <p14:cNvContentPartPr/>
                <p14:nvPr/>
              </p14:nvContentPartPr>
              <p14:xfrm>
                <a:off x="869857" y="3782211"/>
                <a:ext cx="152640" cy="18720"/>
              </p14:xfrm>
            </p:contentPart>
          </mc:Choice>
          <mc:Fallback xmlns=""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C50D1E38-29A8-4EF1-A961-1F67A68DFE0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52217" y="3764211"/>
                  <a:ext cx="188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5F74AC6E-0A60-4103-9873-65D11BD3430A}"/>
                    </a:ext>
                  </a:extLst>
                </p14:cNvPr>
                <p14:cNvContentPartPr/>
                <p14:nvPr/>
              </p14:nvContentPartPr>
              <p14:xfrm>
                <a:off x="1113217" y="3625971"/>
                <a:ext cx="186480" cy="240840"/>
              </p14:xfrm>
            </p:contentPart>
          </mc:Choice>
          <mc:Fallback xmlns=""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5F74AC6E-0A60-4103-9873-65D11BD3430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95577" y="3607971"/>
                  <a:ext cx="222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9686487A-023E-405E-ACE0-DD3064629FF3}"/>
                    </a:ext>
                  </a:extLst>
                </p14:cNvPr>
                <p14:cNvContentPartPr/>
                <p14:nvPr/>
              </p14:nvContentPartPr>
              <p14:xfrm>
                <a:off x="1335697" y="3779691"/>
                <a:ext cx="23760" cy="132480"/>
              </p14:xfrm>
            </p:contentPart>
          </mc:Choice>
          <mc:Fallback xmlns=""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9686487A-023E-405E-ACE0-DD3064629FF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317697" y="3762051"/>
                  <a:ext cx="59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C7D24F16-91D0-4172-B1E9-A999388788B9}"/>
                    </a:ext>
                  </a:extLst>
                </p14:cNvPr>
                <p14:cNvContentPartPr/>
                <p14:nvPr/>
              </p14:nvContentPartPr>
              <p14:xfrm>
                <a:off x="1395457" y="3550731"/>
                <a:ext cx="192240" cy="297360"/>
              </p14:xfrm>
            </p:contentPart>
          </mc:Choice>
          <mc:Fallback xmlns=""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C7D24F16-91D0-4172-B1E9-A999388788B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377817" y="3533091"/>
                  <a:ext cx="227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6EEF8288-4B98-4ACD-B23C-3DD729608C0C}"/>
                    </a:ext>
                  </a:extLst>
                </p14:cNvPr>
                <p14:cNvContentPartPr/>
                <p14:nvPr/>
              </p14:nvContentPartPr>
              <p14:xfrm>
                <a:off x="1679137" y="3574131"/>
                <a:ext cx="136080" cy="270720"/>
              </p14:xfrm>
            </p:contentPart>
          </mc:Choice>
          <mc:Fallback xmlns=""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6EEF8288-4B98-4ACD-B23C-3DD729608C0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61137" y="3556131"/>
                  <a:ext cx="171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B6A38369-3D5E-4F2E-ABAB-02046B86B28E}"/>
                    </a:ext>
                  </a:extLst>
                </p14:cNvPr>
                <p14:cNvContentPartPr/>
                <p14:nvPr/>
              </p14:nvContentPartPr>
              <p14:xfrm>
                <a:off x="1714417" y="3740091"/>
                <a:ext cx="155520" cy="24480"/>
              </p14:xfrm>
            </p:contentPart>
          </mc:Choice>
          <mc:Fallback xmlns=""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B6A38369-3D5E-4F2E-ABAB-02046B86B28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696777" y="3722451"/>
                  <a:ext cx="191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FCECFF57-AB45-4072-8FAF-5C2534A222E5}"/>
                    </a:ext>
                  </a:extLst>
                </p14:cNvPr>
                <p14:cNvContentPartPr/>
                <p14:nvPr/>
              </p14:nvContentPartPr>
              <p14:xfrm>
                <a:off x="1919977" y="3719211"/>
                <a:ext cx="182520" cy="21240"/>
              </p14:xfrm>
            </p:contentPart>
          </mc:Choice>
          <mc:Fallback xmlns=""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FCECFF57-AB45-4072-8FAF-5C2534A222E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901977" y="3701571"/>
                  <a:ext cx="218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D2B30F9B-C069-41D6-9A1A-EBE259094CB1}"/>
                    </a:ext>
                  </a:extLst>
                </p14:cNvPr>
                <p14:cNvContentPartPr/>
                <p14:nvPr/>
              </p14:nvContentPartPr>
              <p14:xfrm>
                <a:off x="1991977" y="3653331"/>
                <a:ext cx="69120" cy="163080"/>
              </p14:xfrm>
            </p:contentPart>
          </mc:Choice>
          <mc:Fallback xmlns=""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D2B30F9B-C069-41D6-9A1A-EBE259094CB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974337" y="3635331"/>
                  <a:ext cx="104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E2CD7136-105B-4D96-BB20-594E9961C670}"/>
                    </a:ext>
                  </a:extLst>
                </p14:cNvPr>
                <p14:cNvContentPartPr/>
                <p14:nvPr/>
              </p14:nvContentPartPr>
              <p14:xfrm>
                <a:off x="2226697" y="3556851"/>
                <a:ext cx="158040" cy="283680"/>
              </p14:xfrm>
            </p:contentPart>
          </mc:Choice>
          <mc:Fallback xmlns=""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E2CD7136-105B-4D96-BB20-594E9961C67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208697" y="3539211"/>
                  <a:ext cx="193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9DF65AC5-1F12-42D1-B481-E531370EAAF1}"/>
                    </a:ext>
                  </a:extLst>
                </p14:cNvPr>
                <p14:cNvContentPartPr/>
                <p14:nvPr/>
              </p14:nvContentPartPr>
              <p14:xfrm>
                <a:off x="2428297" y="3720291"/>
                <a:ext cx="11520" cy="169920"/>
              </p14:xfrm>
            </p:contentPart>
          </mc:Choice>
          <mc:Fallback xmlns=""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9DF65AC5-1F12-42D1-B481-E531370EAAF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410657" y="3702651"/>
                  <a:ext cx="47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94E51F87-1564-41CB-B2EE-C1FA0D0BC00B}"/>
                    </a:ext>
                  </a:extLst>
                </p14:cNvPr>
                <p14:cNvContentPartPr/>
                <p14:nvPr/>
              </p14:nvContentPartPr>
              <p14:xfrm>
                <a:off x="2495617" y="3490971"/>
                <a:ext cx="152280" cy="272520"/>
              </p14:xfrm>
            </p:contentPart>
          </mc:Choice>
          <mc:Fallback xmlns=""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94E51F87-1564-41CB-B2EE-C1FA0D0BC00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77617" y="3473331"/>
                  <a:ext cx="187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CDD503D0-EE88-42FE-A603-DDD0E6BA6646}"/>
                    </a:ext>
                  </a:extLst>
                </p14:cNvPr>
                <p14:cNvContentPartPr/>
                <p14:nvPr/>
              </p14:nvContentPartPr>
              <p14:xfrm>
                <a:off x="2746177" y="3533451"/>
                <a:ext cx="150480" cy="241920"/>
              </p14:xfrm>
            </p:contentPart>
          </mc:Choice>
          <mc:Fallback xmlns=""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CDD503D0-EE88-42FE-A603-DDD0E6BA664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728177" y="3515811"/>
                  <a:ext cx="186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0D4E78AD-93FD-4E2F-A9E2-7F3C8774AC6E}"/>
                    </a:ext>
                  </a:extLst>
                </p14:cNvPr>
                <p14:cNvContentPartPr/>
                <p14:nvPr/>
              </p14:nvContentPartPr>
              <p14:xfrm>
                <a:off x="1437217" y="4029531"/>
                <a:ext cx="240120" cy="54360"/>
              </p14:xfrm>
            </p:contentPart>
          </mc:Choice>
          <mc:Fallback xmlns=""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0D4E78AD-93FD-4E2F-A9E2-7F3C8774AC6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419217" y="4011531"/>
                  <a:ext cx="275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195CB91D-DE52-4232-8396-71022E583E80}"/>
                    </a:ext>
                  </a:extLst>
                </p14:cNvPr>
                <p14:cNvContentPartPr/>
                <p14:nvPr/>
              </p14:nvContentPartPr>
              <p14:xfrm>
                <a:off x="1508857" y="4053651"/>
                <a:ext cx="236520" cy="282600"/>
              </p14:xfrm>
            </p:contentPart>
          </mc:Choice>
          <mc:Fallback xmlns=""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195CB91D-DE52-4232-8396-71022E583E8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91217" y="4036011"/>
                  <a:ext cx="272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5ED02EB1-FAAE-4DE8-888A-1DE03FE1F960}"/>
                    </a:ext>
                  </a:extLst>
                </p14:cNvPr>
                <p14:cNvContentPartPr/>
                <p14:nvPr/>
              </p14:nvContentPartPr>
              <p14:xfrm>
                <a:off x="1852657" y="4210971"/>
                <a:ext cx="129960" cy="54360"/>
              </p14:xfrm>
            </p:contentPart>
          </mc:Choice>
          <mc:Fallback xmlns=""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5ED02EB1-FAAE-4DE8-888A-1DE03FE1F96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835017" y="4192971"/>
                  <a:ext cx="165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8C4FF323-C4D7-479F-918B-3986571B56A1}"/>
                    </a:ext>
                  </a:extLst>
                </p14:cNvPr>
                <p14:cNvContentPartPr/>
                <p14:nvPr/>
              </p14:nvContentPartPr>
              <p14:xfrm>
                <a:off x="1852657" y="4177851"/>
                <a:ext cx="137160" cy="87120"/>
              </p14:xfrm>
            </p:contentPart>
          </mc:Choice>
          <mc:Fallback xmlns=""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8C4FF323-C4D7-479F-918B-3986571B56A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835017" y="4160211"/>
                  <a:ext cx="172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5DE1FA5E-556D-476A-BFAC-CD78BD3F5147}"/>
                    </a:ext>
                  </a:extLst>
                </p14:cNvPr>
                <p14:cNvContentPartPr/>
                <p14:nvPr/>
              </p14:nvContentPartPr>
              <p14:xfrm>
                <a:off x="2193577" y="4014771"/>
                <a:ext cx="221400" cy="261720"/>
              </p14:xfrm>
            </p:contentPart>
          </mc:Choice>
          <mc:Fallback xmlns=""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5DE1FA5E-556D-476A-BFAC-CD78BD3F5147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175937" y="3997131"/>
                  <a:ext cx="257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FB014F1B-4301-43C1-AEB6-A4E9F5DA65B9}"/>
                    </a:ext>
                  </a:extLst>
                </p14:cNvPr>
                <p14:cNvContentPartPr/>
                <p14:nvPr/>
              </p14:nvContentPartPr>
              <p14:xfrm>
                <a:off x="2501737" y="4147251"/>
                <a:ext cx="360" cy="120240"/>
              </p14:xfrm>
            </p:contentPart>
          </mc:Choice>
          <mc:Fallback xmlns=""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FB014F1B-4301-43C1-AEB6-A4E9F5DA65B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483737" y="4129251"/>
                  <a:ext cx="36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9F6226F5-B2AF-44E4-9DAA-4AE6ED2CED15}"/>
                    </a:ext>
                  </a:extLst>
                </p14:cNvPr>
                <p14:cNvContentPartPr/>
                <p14:nvPr/>
              </p14:nvContentPartPr>
              <p14:xfrm>
                <a:off x="2527297" y="3957891"/>
                <a:ext cx="164160" cy="276480"/>
              </p14:xfrm>
            </p:contentPart>
          </mc:Choice>
          <mc:Fallback xmlns=""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9F6226F5-B2AF-44E4-9DAA-4AE6ED2CED1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509297" y="3940251"/>
                  <a:ext cx="199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05" name="Tinta 404">
                  <a:extLst>
                    <a:ext uri="{FF2B5EF4-FFF2-40B4-BE49-F238E27FC236}">
                      <a16:creationId xmlns:a16="http://schemas.microsoft.com/office/drawing/2014/main" id="{B811BFEE-7C09-4837-A80E-D00B11983B2C}"/>
                    </a:ext>
                  </a:extLst>
                </p14:cNvPr>
                <p14:cNvContentPartPr/>
                <p14:nvPr/>
              </p14:nvContentPartPr>
              <p14:xfrm>
                <a:off x="2758417" y="3911811"/>
                <a:ext cx="156600" cy="257400"/>
              </p14:xfrm>
            </p:contentPart>
          </mc:Choice>
          <mc:Fallback xmlns="">
            <p:pic>
              <p:nvPicPr>
                <p:cNvPr id="405" name="Tinta 404">
                  <a:extLst>
                    <a:ext uri="{FF2B5EF4-FFF2-40B4-BE49-F238E27FC236}">
                      <a16:creationId xmlns:a16="http://schemas.microsoft.com/office/drawing/2014/main" id="{B811BFEE-7C09-4837-A80E-D00B11983B2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740777" y="3893811"/>
                  <a:ext cx="192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06" name="Tinta 405">
                  <a:extLst>
                    <a:ext uri="{FF2B5EF4-FFF2-40B4-BE49-F238E27FC236}">
                      <a16:creationId xmlns:a16="http://schemas.microsoft.com/office/drawing/2014/main" id="{E7B07601-F200-44D9-8DB1-0330E5779DBA}"/>
                    </a:ext>
                  </a:extLst>
                </p14:cNvPr>
                <p14:cNvContentPartPr/>
                <p14:nvPr/>
              </p14:nvContentPartPr>
              <p14:xfrm>
                <a:off x="2764537" y="4085691"/>
                <a:ext cx="213120" cy="41040"/>
              </p14:xfrm>
            </p:contentPart>
          </mc:Choice>
          <mc:Fallback xmlns="">
            <p:pic>
              <p:nvPicPr>
                <p:cNvPr id="406" name="Tinta 405">
                  <a:extLst>
                    <a:ext uri="{FF2B5EF4-FFF2-40B4-BE49-F238E27FC236}">
                      <a16:creationId xmlns:a16="http://schemas.microsoft.com/office/drawing/2014/main" id="{E7B07601-F200-44D9-8DB1-0330E5779DB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746537" y="4067691"/>
                  <a:ext cx="248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44FB6CA6-C818-42C6-B59A-C2C2B8F8D00A}"/>
                    </a:ext>
                  </a:extLst>
                </p14:cNvPr>
                <p14:cNvContentPartPr/>
                <p14:nvPr/>
              </p14:nvContentPartPr>
              <p14:xfrm>
                <a:off x="2660857" y="3851331"/>
                <a:ext cx="535320" cy="624240"/>
              </p14:xfrm>
            </p:contentPart>
          </mc:Choice>
          <mc:Fallback xmlns=""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44FB6CA6-C818-42C6-B59A-C2C2B8F8D00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643217" y="3833331"/>
                  <a:ext cx="57096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08" name="Tinta 407">
                  <a:extLst>
                    <a:ext uri="{FF2B5EF4-FFF2-40B4-BE49-F238E27FC236}">
                      <a16:creationId xmlns:a16="http://schemas.microsoft.com/office/drawing/2014/main" id="{1FD430C1-ACDD-4F10-A3D6-C2BA047DE58F}"/>
                    </a:ext>
                  </a:extLst>
                </p14:cNvPr>
                <p14:cNvContentPartPr/>
                <p14:nvPr/>
              </p14:nvContentPartPr>
              <p14:xfrm>
                <a:off x="2835457" y="4307811"/>
                <a:ext cx="314280" cy="200520"/>
              </p14:xfrm>
            </p:contentPart>
          </mc:Choice>
          <mc:Fallback xmlns="">
            <p:pic>
              <p:nvPicPr>
                <p:cNvPr id="408" name="Tinta 407">
                  <a:extLst>
                    <a:ext uri="{FF2B5EF4-FFF2-40B4-BE49-F238E27FC236}">
                      <a16:creationId xmlns:a16="http://schemas.microsoft.com/office/drawing/2014/main" id="{1FD430C1-ACDD-4F10-A3D6-C2BA047DE58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817457" y="4289811"/>
                  <a:ext cx="349920" cy="23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566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66F54D7-9424-4BBE-BCC3-0D18402C1D43}"/>
              </a:ext>
            </a:extLst>
          </p:cNvPr>
          <p:cNvPicPr/>
          <p:nvPr/>
        </p:nvPicPr>
        <p:blipFill rotWithShape="1">
          <a:blip r:embed="rId2"/>
          <a:srcRect l="13457" t="48287" r="60682" b="18656"/>
          <a:stretch/>
        </p:blipFill>
        <p:spPr bwMode="auto">
          <a:xfrm>
            <a:off x="-1" y="203200"/>
            <a:ext cx="3991429" cy="25835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6554FE1-9CF3-4330-83E7-0D1565DA3524}"/>
              </a:ext>
            </a:extLst>
          </p:cNvPr>
          <p:cNvSpPr/>
          <p:nvPr/>
        </p:nvSpPr>
        <p:spPr>
          <a:xfrm>
            <a:off x="4817812" y="261257"/>
            <a:ext cx="5430204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 para cada uma das configurações do diodo: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E3D11D60-F2B6-4D81-998C-D059DA02CD3F}"/>
                  </a:ext>
                </a:extLst>
              </p14:cNvPr>
              <p14:cNvContentPartPr/>
              <p14:nvPr/>
            </p14:nvContentPartPr>
            <p14:xfrm>
              <a:off x="3053446" y="370851"/>
              <a:ext cx="758160" cy="7149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E3D11D60-F2B6-4D81-998C-D059DA02CD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5806" y="352851"/>
                <a:ext cx="79380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60C426B8-A655-4999-BBE9-7500B1FD7804}"/>
                  </a:ext>
                </a:extLst>
              </p14:cNvPr>
              <p14:cNvContentPartPr/>
              <p14:nvPr/>
            </p14:nvContentPartPr>
            <p14:xfrm>
              <a:off x="2362606" y="2091291"/>
              <a:ext cx="2880" cy="15552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60C426B8-A655-4999-BBE9-7500B1FD78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4606" y="2073651"/>
                <a:ext cx="3852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Agrupar 43">
            <a:extLst>
              <a:ext uri="{FF2B5EF4-FFF2-40B4-BE49-F238E27FC236}">
                <a16:creationId xmlns:a16="http://schemas.microsoft.com/office/drawing/2014/main" id="{F586537D-2E26-4D85-A7A7-8670BB4AD262}"/>
              </a:ext>
            </a:extLst>
          </p:cNvPr>
          <p:cNvGrpSpPr/>
          <p:nvPr/>
        </p:nvGrpSpPr>
        <p:grpSpPr>
          <a:xfrm>
            <a:off x="432646" y="28131"/>
            <a:ext cx="2773440" cy="2389680"/>
            <a:chOff x="432646" y="28131"/>
            <a:chExt cx="2773440" cy="23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B00660D0-A68D-4C16-B54A-9557DCD73394}"/>
                    </a:ext>
                  </a:extLst>
                </p14:cNvPr>
                <p14:cNvContentPartPr/>
                <p14:nvPr/>
              </p14:nvContentPartPr>
              <p14:xfrm>
                <a:off x="1962646" y="256011"/>
                <a:ext cx="99360" cy="1177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B00660D0-A68D-4C16-B54A-9557DCD733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45006" y="238011"/>
                  <a:ext cx="135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EE91585-56F9-4840-AFA9-FE10F00DCEA2}"/>
                    </a:ext>
                  </a:extLst>
                </p14:cNvPr>
                <p14:cNvContentPartPr/>
                <p14:nvPr/>
              </p14:nvContentPartPr>
              <p14:xfrm>
                <a:off x="1948246" y="2309091"/>
                <a:ext cx="134280" cy="1087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EE91585-56F9-4840-AFA9-FE10F00DCE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30606" y="2291451"/>
                  <a:ext cx="169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DC5DB5F-0911-4C7F-81B9-1BB60322C117}"/>
                    </a:ext>
                  </a:extLst>
                </p14:cNvPr>
                <p14:cNvContentPartPr/>
                <p14:nvPr/>
              </p14:nvContentPartPr>
              <p14:xfrm>
                <a:off x="432646" y="360411"/>
                <a:ext cx="1250640" cy="5400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DC5DB5F-0911-4C7F-81B9-1BB60322C1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4646" y="342411"/>
                  <a:ext cx="12862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FC02FCC3-07F5-461D-9ADD-E908F1928CAE}"/>
                    </a:ext>
                  </a:extLst>
                </p14:cNvPr>
                <p14:cNvContentPartPr/>
                <p14:nvPr/>
              </p14:nvContentPartPr>
              <p14:xfrm>
                <a:off x="1945726" y="223611"/>
                <a:ext cx="137160" cy="1245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FC02FCC3-07F5-461D-9ADD-E908F1928CA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27726" y="205971"/>
                  <a:ext cx="172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8D08C16-951A-441F-9D5E-6D5689E33D6C}"/>
                    </a:ext>
                  </a:extLst>
                </p14:cNvPr>
                <p14:cNvContentPartPr/>
                <p14:nvPr/>
              </p14:nvContentPartPr>
              <p14:xfrm>
                <a:off x="869326" y="575691"/>
                <a:ext cx="172440" cy="93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8D08C16-951A-441F-9D5E-6D5689E33D6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1326" y="558051"/>
                  <a:ext cx="208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5305144-3582-4628-9952-C50A03C9418A}"/>
                    </a:ext>
                  </a:extLst>
                </p14:cNvPr>
                <p14:cNvContentPartPr/>
                <p14:nvPr/>
              </p14:nvContentPartPr>
              <p14:xfrm>
                <a:off x="920086" y="607731"/>
                <a:ext cx="155520" cy="19980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5305144-3582-4628-9952-C50A03C9418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446" y="589731"/>
                  <a:ext cx="191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91DC2257-5700-4513-87EE-BE5CDEBBF4DE}"/>
                    </a:ext>
                  </a:extLst>
                </p14:cNvPr>
                <p14:cNvContentPartPr/>
                <p14:nvPr/>
              </p14:nvContentPartPr>
              <p14:xfrm>
                <a:off x="1162366" y="712131"/>
                <a:ext cx="130680" cy="1278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91DC2257-5700-4513-87EE-BE5CDEBBF4D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4366" y="694491"/>
                  <a:ext cx="166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4A8901A-CCA2-4793-83F6-CE8EF8B938E2}"/>
                    </a:ext>
                  </a:extLst>
                </p14:cNvPr>
                <p14:cNvContentPartPr/>
                <p14:nvPr/>
              </p14:nvContentPartPr>
              <p14:xfrm>
                <a:off x="2027446" y="283011"/>
                <a:ext cx="5400" cy="684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4A8901A-CCA2-4793-83F6-CE8EF8B938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09806" y="265371"/>
                  <a:ext cx="4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C1A583EF-7769-4536-9357-B955124FE6BE}"/>
                    </a:ext>
                  </a:extLst>
                </p14:cNvPr>
                <p14:cNvContentPartPr/>
                <p14:nvPr/>
              </p14:nvContentPartPr>
              <p14:xfrm>
                <a:off x="2206006" y="76011"/>
                <a:ext cx="589320" cy="12924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C1A583EF-7769-4536-9357-B955124FE6B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8006" y="58371"/>
                  <a:ext cx="624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2E1EC5E9-B742-4E35-B9C4-1C5DA33795AF}"/>
                    </a:ext>
                  </a:extLst>
                </p14:cNvPr>
                <p14:cNvContentPartPr/>
                <p14:nvPr/>
              </p14:nvContentPartPr>
              <p14:xfrm>
                <a:off x="2137606" y="415131"/>
                <a:ext cx="128160" cy="28620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2E1EC5E9-B742-4E35-B9C4-1C5DA33795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19966" y="397491"/>
                  <a:ext cx="163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AD8AC45F-F716-4354-9AF2-EEC70EB7D481}"/>
                    </a:ext>
                  </a:extLst>
                </p14:cNvPr>
                <p14:cNvContentPartPr/>
                <p14:nvPr/>
              </p14:nvContentPartPr>
              <p14:xfrm>
                <a:off x="2317246" y="563811"/>
                <a:ext cx="197280" cy="432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AD8AC45F-F716-4354-9AF2-EEC70EB7D4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99246" y="545811"/>
                  <a:ext cx="232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41F16706-C93D-427A-ACEF-2C65AC393924}"/>
                    </a:ext>
                  </a:extLst>
                </p14:cNvPr>
                <p14:cNvContentPartPr/>
                <p14:nvPr/>
              </p14:nvContentPartPr>
              <p14:xfrm>
                <a:off x="2361166" y="573531"/>
                <a:ext cx="165240" cy="21600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41F16706-C93D-427A-ACEF-2C65AC39392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43526" y="555891"/>
                  <a:ext cx="200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8A3AB0A-EE73-41EC-B730-1C8DD0E8164C}"/>
                    </a:ext>
                  </a:extLst>
                </p14:cNvPr>
                <p14:cNvContentPartPr/>
                <p14:nvPr/>
              </p14:nvContentPartPr>
              <p14:xfrm>
                <a:off x="2551966" y="657771"/>
                <a:ext cx="108720" cy="1526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8A3AB0A-EE73-41EC-B730-1C8DD0E8164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33966" y="640131"/>
                  <a:ext cx="144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C031E15-9FC6-464A-BE85-7D2BED3FB5B0}"/>
                    </a:ext>
                  </a:extLst>
                </p14:cNvPr>
                <p14:cNvContentPartPr/>
                <p14:nvPr/>
              </p14:nvContentPartPr>
              <p14:xfrm>
                <a:off x="2908726" y="28131"/>
                <a:ext cx="187200" cy="190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C031E15-9FC6-464A-BE85-7D2BED3FB5B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91086" y="10131"/>
                  <a:ext cx="222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8238272-9989-4347-88A3-B8D856BDBB53}"/>
                    </a:ext>
                  </a:extLst>
                </p14:cNvPr>
                <p14:cNvContentPartPr/>
                <p14:nvPr/>
              </p14:nvContentPartPr>
              <p14:xfrm>
                <a:off x="2964886" y="53331"/>
                <a:ext cx="156960" cy="17640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8238272-9989-4347-88A3-B8D856BDBB5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47246" y="35331"/>
                  <a:ext cx="192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B125316-26DD-474C-9FAB-908465A89683}"/>
                    </a:ext>
                  </a:extLst>
                </p14:cNvPr>
                <p14:cNvContentPartPr/>
                <p14:nvPr/>
              </p14:nvContentPartPr>
              <p14:xfrm>
                <a:off x="3167566" y="65571"/>
                <a:ext cx="38520" cy="13140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B125316-26DD-474C-9FAB-908465A8968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49926" y="47571"/>
                  <a:ext cx="74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BC23FF7-FD56-47E0-8615-084327F8FCD9}"/>
                    </a:ext>
                  </a:extLst>
                </p14:cNvPr>
                <p14:cNvContentPartPr/>
                <p14:nvPr/>
              </p14:nvContentPartPr>
              <p14:xfrm>
                <a:off x="1956526" y="1539411"/>
                <a:ext cx="78480" cy="180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BC23FF7-FD56-47E0-8615-084327F8FCD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38886" y="1521411"/>
                  <a:ext cx="114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3AC85B5A-A14B-4289-B6AA-2926BCCEF90F}"/>
                    </a:ext>
                  </a:extLst>
                </p14:cNvPr>
                <p14:cNvContentPartPr/>
                <p14:nvPr/>
              </p14:nvContentPartPr>
              <p14:xfrm>
                <a:off x="1877326" y="1582251"/>
                <a:ext cx="360" cy="3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3AC85B5A-A14B-4289-B6AA-2926BCCEF90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59326" y="156425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A4BC7321-B054-4A00-92AA-2E5194B805BE}"/>
                    </a:ext>
                  </a:extLst>
                </p14:cNvPr>
                <p14:cNvContentPartPr/>
                <p14:nvPr/>
              </p14:nvContentPartPr>
              <p14:xfrm>
                <a:off x="1691566" y="1575411"/>
                <a:ext cx="500040" cy="5493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A4BC7321-B054-4A00-92AA-2E5194B805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73566" y="1557411"/>
                  <a:ext cx="53568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57765110-CC92-4BB1-975A-4AFF575623B9}"/>
                    </a:ext>
                  </a:extLst>
                </p14:cNvPr>
                <p14:cNvContentPartPr/>
                <p14:nvPr/>
              </p14:nvContentPartPr>
              <p14:xfrm>
                <a:off x="2158486" y="1591971"/>
                <a:ext cx="198720" cy="4514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57765110-CC92-4BB1-975A-4AFF575623B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40486" y="1574331"/>
                  <a:ext cx="2343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2A1B090-A94A-44AE-B046-B73687F4F551}"/>
                    </a:ext>
                  </a:extLst>
                </p14:cNvPr>
                <p14:cNvContentPartPr/>
                <p14:nvPr/>
              </p14:nvContentPartPr>
              <p14:xfrm>
                <a:off x="1795246" y="1124691"/>
                <a:ext cx="158040" cy="38304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2A1B090-A94A-44AE-B046-B73687F4F5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77246" y="1106691"/>
                  <a:ext cx="1936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FFFAEF6F-2576-47AA-BBD9-F74700623A65}"/>
                    </a:ext>
                  </a:extLst>
                </p14:cNvPr>
                <p14:cNvContentPartPr/>
                <p14:nvPr/>
              </p14:nvContentPartPr>
              <p14:xfrm>
                <a:off x="1482406" y="1241331"/>
                <a:ext cx="163080" cy="187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FFFAEF6F-2576-47AA-BBD9-F74700623A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64766" y="1223331"/>
                  <a:ext cx="198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28DC5F0-9599-4E82-A05D-965FD4CF2DEF}"/>
                    </a:ext>
                  </a:extLst>
                </p14:cNvPr>
                <p14:cNvContentPartPr/>
                <p14:nvPr/>
              </p14:nvContentPartPr>
              <p14:xfrm>
                <a:off x="1525606" y="1245651"/>
                <a:ext cx="120960" cy="2260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28DC5F0-9599-4E82-A05D-965FD4CF2DE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07966" y="1227651"/>
                  <a:ext cx="156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85E20D5-DDD3-4D37-9385-E4EC7A11E285}"/>
                    </a:ext>
                  </a:extLst>
                </p14:cNvPr>
                <p14:cNvContentPartPr/>
                <p14:nvPr/>
              </p14:nvContentPartPr>
              <p14:xfrm>
                <a:off x="1675726" y="1361211"/>
                <a:ext cx="88200" cy="1018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85E20D5-DDD3-4D37-9385-E4EC7A11E28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57726" y="1343211"/>
                  <a:ext cx="123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9B5BDBD2-3956-4DC1-91C8-4ECF8C8E4202}"/>
                    </a:ext>
                  </a:extLst>
                </p14:cNvPr>
                <p14:cNvContentPartPr/>
                <p14:nvPr/>
              </p14:nvContentPartPr>
              <p14:xfrm>
                <a:off x="1495726" y="1958091"/>
                <a:ext cx="471960" cy="35352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9B5BDBD2-3956-4DC1-91C8-4ECF8C8E420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8086" y="1940451"/>
                  <a:ext cx="5076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E1D6BD5-2E33-454E-BF91-86291F373AAE}"/>
                    </a:ext>
                  </a:extLst>
                </p14:cNvPr>
                <p14:cNvContentPartPr/>
                <p14:nvPr/>
              </p14:nvContentPartPr>
              <p14:xfrm>
                <a:off x="1647646" y="1491891"/>
                <a:ext cx="348480" cy="1360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E1D6BD5-2E33-454E-BF91-86291F373AA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30006" y="1474251"/>
                  <a:ext cx="384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0DFE6E3E-D1FA-4FB6-9CBD-5F77D6AFE57E}"/>
                    </a:ext>
                  </a:extLst>
                </p14:cNvPr>
                <p14:cNvContentPartPr/>
                <p14:nvPr/>
              </p14:nvContentPartPr>
              <p14:xfrm>
                <a:off x="1941766" y="311811"/>
                <a:ext cx="81360" cy="209916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0DFE6E3E-D1FA-4FB6-9CBD-5F77D6AFE5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924126" y="293811"/>
                  <a:ext cx="117000" cy="21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CE860274-D3FA-406C-BFEE-6587956F7C94}"/>
                    </a:ext>
                  </a:extLst>
                </p14:cNvPr>
                <p14:cNvContentPartPr/>
                <p14:nvPr/>
              </p14:nvContentPartPr>
              <p14:xfrm>
                <a:off x="1973806" y="1886811"/>
                <a:ext cx="9000" cy="2556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CE860274-D3FA-406C-BFEE-6587956F7C9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955806" y="1869171"/>
                  <a:ext cx="4464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39A90FB-600A-4ABA-B9AE-F603545064E0}"/>
              </a:ext>
            </a:extLst>
          </p:cNvPr>
          <p:cNvGrpSpPr/>
          <p:nvPr/>
        </p:nvGrpSpPr>
        <p:grpSpPr>
          <a:xfrm>
            <a:off x="5232526" y="971691"/>
            <a:ext cx="1506960" cy="556920"/>
            <a:chOff x="5232526" y="971691"/>
            <a:chExt cx="150696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B963A44-A331-45BD-9BFA-00F6538EEC35}"/>
                    </a:ext>
                  </a:extLst>
                </p14:cNvPr>
                <p14:cNvContentPartPr/>
                <p14:nvPr/>
              </p14:nvContentPartPr>
              <p14:xfrm>
                <a:off x="5232526" y="971691"/>
                <a:ext cx="353520" cy="554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B963A44-A331-45BD-9BFA-00F6538EEC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14886" y="954051"/>
                  <a:ext cx="389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67020916-7F77-4ACE-A827-00BE13539EC4}"/>
                    </a:ext>
                  </a:extLst>
                </p14:cNvPr>
                <p14:cNvContentPartPr/>
                <p14:nvPr/>
              </p14:nvContentPartPr>
              <p14:xfrm>
                <a:off x="5293726" y="1028931"/>
                <a:ext cx="256680" cy="46368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67020916-7F77-4ACE-A827-00BE13539EC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75726" y="1010931"/>
                  <a:ext cx="2923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909008CD-52B3-48B2-B09F-DD00F1B8514F}"/>
                    </a:ext>
                  </a:extLst>
                </p14:cNvPr>
                <p14:cNvContentPartPr/>
                <p14:nvPr/>
              </p14:nvContentPartPr>
              <p14:xfrm>
                <a:off x="5642566" y="1247091"/>
                <a:ext cx="210600" cy="2815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909008CD-52B3-48B2-B09F-DD00F1B8514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624926" y="1229451"/>
                  <a:ext cx="246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F209696-E60D-417F-ABA1-F2E8424183A1}"/>
                    </a:ext>
                  </a:extLst>
                </p14:cNvPr>
                <p14:cNvContentPartPr/>
                <p14:nvPr/>
              </p14:nvContentPartPr>
              <p14:xfrm>
                <a:off x="5932366" y="1417011"/>
                <a:ext cx="194040" cy="129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F209696-E60D-417F-ABA1-F2E8424183A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14366" y="1399371"/>
                  <a:ext cx="229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2456E3BD-2874-4E77-BD42-7539AE26083F}"/>
                    </a:ext>
                  </a:extLst>
                </p14:cNvPr>
                <p14:cNvContentPartPr/>
                <p14:nvPr/>
              </p14:nvContentPartPr>
              <p14:xfrm>
                <a:off x="5895646" y="1336731"/>
                <a:ext cx="263160" cy="313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2456E3BD-2874-4E77-BD42-7539AE26083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78006" y="1319091"/>
                  <a:ext cx="298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35C9B53-DF6E-4756-A1AF-9FB344E66E15}"/>
                    </a:ext>
                  </a:extLst>
                </p14:cNvPr>
                <p14:cNvContentPartPr/>
                <p14:nvPr/>
              </p14:nvContentPartPr>
              <p14:xfrm>
                <a:off x="6206686" y="1127211"/>
                <a:ext cx="288720" cy="3250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35C9B53-DF6E-4756-A1AF-9FB344E66E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89046" y="1109211"/>
                  <a:ext cx="324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785D221B-5E8E-4834-8CA6-9F4F11D8C2A6}"/>
                    </a:ext>
                  </a:extLst>
                </p14:cNvPr>
                <p14:cNvContentPartPr/>
                <p14:nvPr/>
              </p14:nvContentPartPr>
              <p14:xfrm>
                <a:off x="6557686" y="1093731"/>
                <a:ext cx="181800" cy="31932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785D221B-5E8E-4834-8CA6-9F4F11D8C2A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540046" y="1075731"/>
                  <a:ext cx="2174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EB75379-4CBD-4BFE-862D-ED3A778D4306}"/>
                    </a:ext>
                  </a:extLst>
                </p14:cNvPr>
                <p14:cNvContentPartPr/>
                <p14:nvPr/>
              </p14:nvContentPartPr>
              <p14:xfrm>
                <a:off x="6588646" y="1318371"/>
                <a:ext cx="95760" cy="1584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EB75379-4CBD-4BFE-862D-ED3A778D43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571006" y="1300371"/>
                  <a:ext cx="1314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AAA4BCD4-D1A0-4120-A7E9-C56796746F6A}"/>
              </a:ext>
            </a:extLst>
          </p:cNvPr>
          <p:cNvGrpSpPr/>
          <p:nvPr/>
        </p:nvGrpSpPr>
        <p:grpSpPr>
          <a:xfrm>
            <a:off x="3828526" y="1887891"/>
            <a:ext cx="2964960" cy="1560960"/>
            <a:chOff x="3828526" y="1887891"/>
            <a:chExt cx="2964960" cy="15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04B054D-8BE6-4CEE-B521-EDAAB5EDA755}"/>
                    </a:ext>
                  </a:extLst>
                </p14:cNvPr>
                <p14:cNvContentPartPr/>
                <p14:nvPr/>
              </p14:nvContentPartPr>
              <p14:xfrm>
                <a:off x="4815286" y="1944051"/>
                <a:ext cx="15120" cy="63828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04B054D-8BE6-4CEE-B521-EDAAB5EDA75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797646" y="1926051"/>
                  <a:ext cx="5076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A0C8F930-966A-49EF-A6B5-C06AABD3D6EF}"/>
                    </a:ext>
                  </a:extLst>
                </p14:cNvPr>
                <p14:cNvContentPartPr/>
                <p14:nvPr/>
              </p14:nvContentPartPr>
              <p14:xfrm>
                <a:off x="4402726" y="2615091"/>
                <a:ext cx="667080" cy="511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A0C8F930-966A-49EF-A6B5-C06AABD3D6E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384726" y="2597091"/>
                  <a:ext cx="702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411A288B-6918-47CD-AF18-97742AC7B026}"/>
                    </a:ext>
                  </a:extLst>
                </p14:cNvPr>
                <p14:cNvContentPartPr/>
                <p14:nvPr/>
              </p14:nvContentPartPr>
              <p14:xfrm>
                <a:off x="4786126" y="2772411"/>
                <a:ext cx="131400" cy="468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411A288B-6918-47CD-AF18-97742AC7B0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68126" y="2754411"/>
                  <a:ext cx="16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3DC5F8F-3662-4441-9D81-9309787D2297}"/>
                    </a:ext>
                  </a:extLst>
                </p14:cNvPr>
                <p14:cNvContentPartPr/>
                <p14:nvPr/>
              </p14:nvContentPartPr>
              <p14:xfrm>
                <a:off x="4551406" y="2844051"/>
                <a:ext cx="537840" cy="2592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3DC5F8F-3662-4441-9D81-9309787D229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33406" y="2826411"/>
                  <a:ext cx="573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C92CBC0-7665-4B82-99F8-2129F0FB898B}"/>
                    </a:ext>
                  </a:extLst>
                </p14:cNvPr>
                <p14:cNvContentPartPr/>
                <p14:nvPr/>
              </p14:nvContentPartPr>
              <p14:xfrm>
                <a:off x="4821406" y="2977971"/>
                <a:ext cx="127440" cy="39744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C92CBC0-7665-4B82-99F8-2129F0FB89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03766" y="2959971"/>
                  <a:ext cx="1630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BF879C7B-F6E9-4BF3-86D9-E0166EA68F10}"/>
                    </a:ext>
                  </a:extLst>
                </p14:cNvPr>
                <p14:cNvContentPartPr/>
                <p14:nvPr/>
              </p14:nvContentPartPr>
              <p14:xfrm>
                <a:off x="4803406" y="1887891"/>
                <a:ext cx="1990080" cy="15609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BF879C7B-F6E9-4BF3-86D9-E0166EA68F1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85406" y="1870251"/>
                  <a:ext cx="2025720" cy="15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7A2884C-13F4-4EF2-AE57-0148267FC384}"/>
                    </a:ext>
                  </a:extLst>
                </p14:cNvPr>
                <p14:cNvContentPartPr/>
                <p14:nvPr/>
              </p14:nvContentPartPr>
              <p14:xfrm>
                <a:off x="4228846" y="2370651"/>
                <a:ext cx="167760" cy="90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7A2884C-13F4-4EF2-AE57-0148267FC38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210846" y="2353011"/>
                  <a:ext cx="2034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6544E0CF-E8E4-46F9-B536-BC962F15EEF2}"/>
                    </a:ext>
                  </a:extLst>
                </p14:cNvPr>
                <p14:cNvContentPartPr/>
                <p14:nvPr/>
              </p14:nvContentPartPr>
              <p14:xfrm>
                <a:off x="4258006" y="2318091"/>
                <a:ext cx="56520" cy="2664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6544E0CF-E8E4-46F9-B536-BC962F15EEF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40366" y="2300091"/>
                  <a:ext cx="921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DD5940F-4359-4CCC-9EC8-FD5EFD97F3EF}"/>
                    </a:ext>
                  </a:extLst>
                </p14:cNvPr>
                <p14:cNvContentPartPr/>
                <p14:nvPr/>
              </p14:nvContentPartPr>
              <p14:xfrm>
                <a:off x="4340086" y="3188211"/>
                <a:ext cx="188640" cy="356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DD5940F-4359-4CCC-9EC8-FD5EFD97F3E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322086" y="3170211"/>
                  <a:ext cx="224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A4FA6FE-B35E-40CC-BE84-8F189349A069}"/>
                    </a:ext>
                  </a:extLst>
                </p14:cNvPr>
                <p14:cNvContentPartPr/>
                <p14:nvPr/>
              </p14:nvContentPartPr>
              <p14:xfrm>
                <a:off x="3828526" y="2907051"/>
                <a:ext cx="164880" cy="23652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A4FA6FE-B35E-40CC-BE84-8F189349A06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10526" y="2889051"/>
                  <a:ext cx="200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FB781A8-3D36-4901-9A23-9D1F2215A54E}"/>
                    </a:ext>
                  </a:extLst>
                </p14:cNvPr>
                <p14:cNvContentPartPr/>
                <p14:nvPr/>
              </p14:nvContentPartPr>
              <p14:xfrm>
                <a:off x="3991606" y="2921811"/>
                <a:ext cx="177480" cy="1857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FB781A8-3D36-4901-9A23-9D1F2215A54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73606" y="2903811"/>
                  <a:ext cx="213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43DDB4C2-B320-4998-8963-255D18827B8B}"/>
                    </a:ext>
                  </a:extLst>
                </p14:cNvPr>
                <p14:cNvContentPartPr/>
                <p14:nvPr/>
              </p14:nvContentPartPr>
              <p14:xfrm>
                <a:off x="4155406" y="2891211"/>
                <a:ext cx="137160" cy="20196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43DDB4C2-B320-4998-8963-255D18827B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37406" y="2873211"/>
                  <a:ext cx="17280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8F85D49-1AB3-46C9-B189-2D382650538C}"/>
              </a:ext>
            </a:extLst>
          </p:cNvPr>
          <p:cNvGrpSpPr/>
          <p:nvPr/>
        </p:nvGrpSpPr>
        <p:grpSpPr>
          <a:xfrm>
            <a:off x="6820846" y="2476851"/>
            <a:ext cx="745920" cy="362160"/>
            <a:chOff x="6820846" y="2476851"/>
            <a:chExt cx="74592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A7A86F31-A5B3-40F6-B5F6-75D99F2A0E54}"/>
                    </a:ext>
                  </a:extLst>
                </p14:cNvPr>
                <p14:cNvContentPartPr/>
                <p14:nvPr/>
              </p14:nvContentPartPr>
              <p14:xfrm>
                <a:off x="6820846" y="2476851"/>
                <a:ext cx="392040" cy="3618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A7A86F31-A5B3-40F6-B5F6-75D99F2A0E5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03206" y="2458851"/>
                  <a:ext cx="427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03E9B26-78D2-47CF-A053-ED7036EF7E29}"/>
                    </a:ext>
                  </a:extLst>
                </p14:cNvPr>
                <p14:cNvContentPartPr/>
                <p14:nvPr/>
              </p14:nvContentPartPr>
              <p14:xfrm>
                <a:off x="7343926" y="2646771"/>
                <a:ext cx="222840" cy="1922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03E9B26-78D2-47CF-A053-ED7036EF7E2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25926" y="2629131"/>
                  <a:ext cx="2584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CF0A2509-4E16-4669-8CB6-E67584D34608}"/>
              </a:ext>
            </a:extLst>
          </p:cNvPr>
          <p:cNvGrpSpPr/>
          <p:nvPr/>
        </p:nvGrpSpPr>
        <p:grpSpPr>
          <a:xfrm>
            <a:off x="6865846" y="1789251"/>
            <a:ext cx="492840" cy="407880"/>
            <a:chOff x="6865846" y="1789251"/>
            <a:chExt cx="49284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4C994741-AB7D-4360-BB18-6772E9B3FA70}"/>
                    </a:ext>
                  </a:extLst>
                </p14:cNvPr>
                <p14:cNvContentPartPr/>
                <p14:nvPr/>
              </p14:nvContentPartPr>
              <p14:xfrm>
                <a:off x="6865846" y="1789251"/>
                <a:ext cx="122760" cy="40788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4C994741-AB7D-4360-BB18-6772E9B3FA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848206" y="1771251"/>
                  <a:ext cx="1584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D218C2F-C1BC-44EF-A0C4-840B38BFC8C4}"/>
                    </a:ext>
                  </a:extLst>
                </p14:cNvPr>
                <p14:cNvContentPartPr/>
                <p14:nvPr/>
              </p14:nvContentPartPr>
              <p14:xfrm>
                <a:off x="7136206" y="1962771"/>
                <a:ext cx="177480" cy="252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D218C2F-C1BC-44EF-A0C4-840B38BFC8C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18566" y="1944771"/>
                  <a:ext cx="21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AC8B96CF-DC0C-475A-82E5-633558804B15}"/>
                    </a:ext>
                  </a:extLst>
                </p14:cNvPr>
                <p14:cNvContentPartPr/>
                <p14:nvPr/>
              </p14:nvContentPartPr>
              <p14:xfrm>
                <a:off x="7176166" y="1971411"/>
                <a:ext cx="182520" cy="2066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AC8B96CF-DC0C-475A-82E5-633558804B1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58526" y="1953771"/>
                  <a:ext cx="2181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010D818F-2E6E-4DAE-8819-F0DCBFA2CFEF}"/>
              </a:ext>
            </a:extLst>
          </p:cNvPr>
          <p:cNvGrpSpPr/>
          <p:nvPr/>
        </p:nvGrpSpPr>
        <p:grpSpPr>
          <a:xfrm>
            <a:off x="7931806" y="1047651"/>
            <a:ext cx="623520" cy="338400"/>
            <a:chOff x="7931806" y="1047651"/>
            <a:chExt cx="62352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3A24278-151F-41BE-AE8E-1F015871B893}"/>
                    </a:ext>
                  </a:extLst>
                </p14:cNvPr>
                <p14:cNvContentPartPr/>
                <p14:nvPr/>
              </p14:nvContentPartPr>
              <p14:xfrm>
                <a:off x="7931806" y="1047651"/>
                <a:ext cx="329040" cy="2232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3A24278-151F-41BE-AE8E-1F015871B8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14166" y="1029651"/>
                  <a:ext cx="364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BA87CCD9-F0A4-47AC-96AD-6643E4A10BB1}"/>
                    </a:ext>
                  </a:extLst>
                </p14:cNvPr>
                <p14:cNvContentPartPr/>
                <p14:nvPr/>
              </p14:nvContentPartPr>
              <p14:xfrm>
                <a:off x="8018566" y="1050891"/>
                <a:ext cx="284040" cy="31284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BA87CCD9-F0A4-47AC-96AD-6643E4A10BB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00926" y="1033251"/>
                  <a:ext cx="3196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8358E076-53FF-4E5B-8B55-21438E9ADF8F}"/>
                    </a:ext>
                  </a:extLst>
                </p14:cNvPr>
                <p14:cNvContentPartPr/>
                <p14:nvPr/>
              </p14:nvContentPartPr>
              <p14:xfrm>
                <a:off x="8385766" y="1158531"/>
                <a:ext cx="169560" cy="22752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8358E076-53FF-4E5B-8B55-21438E9ADF8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368126" y="1140531"/>
                  <a:ext cx="20520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5259428A-3C6F-4948-BBE6-29D7B7D63368}"/>
                  </a:ext>
                </a:extLst>
              </p14:cNvPr>
              <p14:cNvContentPartPr/>
              <p14:nvPr/>
            </p14:nvContentPartPr>
            <p14:xfrm>
              <a:off x="4974046" y="2003811"/>
              <a:ext cx="1170000" cy="43776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5259428A-3C6F-4948-BBE6-29D7B7D6336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956406" y="1986171"/>
                <a:ext cx="1205640" cy="47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6EA90901-4A25-433D-A699-8F7BDA31D8DC}"/>
              </a:ext>
            </a:extLst>
          </p:cNvPr>
          <p:cNvGrpSpPr/>
          <p:nvPr/>
        </p:nvGrpSpPr>
        <p:grpSpPr>
          <a:xfrm>
            <a:off x="8773846" y="1015611"/>
            <a:ext cx="726480" cy="339120"/>
            <a:chOff x="8773846" y="1015611"/>
            <a:chExt cx="7264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D8B3243-E76D-4BBB-986B-5A8ADAFF4CD5}"/>
                    </a:ext>
                  </a:extLst>
                </p14:cNvPr>
                <p14:cNvContentPartPr/>
                <p14:nvPr/>
              </p14:nvContentPartPr>
              <p14:xfrm>
                <a:off x="8773846" y="1294971"/>
                <a:ext cx="228960" cy="277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D8B3243-E76D-4BBB-986B-5A8ADAFF4CD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56206" y="1277331"/>
                  <a:ext cx="264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A2EBD445-30BF-4F70-8724-DD005B6BA4A6}"/>
                    </a:ext>
                  </a:extLst>
                </p14:cNvPr>
                <p14:cNvContentPartPr/>
                <p14:nvPr/>
              </p14:nvContentPartPr>
              <p14:xfrm>
                <a:off x="8786086" y="1213611"/>
                <a:ext cx="194760" cy="2664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A2EBD445-30BF-4F70-8724-DD005B6BA4A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68446" y="1195971"/>
                  <a:ext cx="230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4B47397E-9AE4-48F2-9D62-FB9CF2F5AB4C}"/>
                    </a:ext>
                  </a:extLst>
                </p14:cNvPr>
                <p14:cNvContentPartPr/>
                <p14:nvPr/>
              </p14:nvContentPartPr>
              <p14:xfrm>
                <a:off x="9153646" y="1015611"/>
                <a:ext cx="318600" cy="212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4B47397E-9AE4-48F2-9D62-FB9CF2F5AB4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136006" y="997971"/>
                  <a:ext cx="354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462C3405-7D42-49ED-B278-0ED5269C4051}"/>
                    </a:ext>
                  </a:extLst>
                </p14:cNvPr>
                <p14:cNvContentPartPr/>
                <p14:nvPr/>
              </p14:nvContentPartPr>
              <p14:xfrm>
                <a:off x="9233206" y="1056291"/>
                <a:ext cx="267120" cy="29844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462C3405-7D42-49ED-B278-0ED5269C405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215566" y="1038651"/>
                  <a:ext cx="30276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A8F15618-98A1-4EAD-BFDA-A83183DA5F59}"/>
              </a:ext>
            </a:extLst>
          </p:cNvPr>
          <p:cNvGrpSpPr/>
          <p:nvPr/>
        </p:nvGrpSpPr>
        <p:grpSpPr>
          <a:xfrm>
            <a:off x="8227726" y="1976091"/>
            <a:ext cx="3727440" cy="1042920"/>
            <a:chOff x="8227726" y="1976091"/>
            <a:chExt cx="3727440" cy="10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CBD773C-BD83-4502-9B2A-5DB492D26624}"/>
                    </a:ext>
                  </a:extLst>
                </p14:cNvPr>
                <p14:cNvContentPartPr/>
                <p14:nvPr/>
              </p14:nvContentPartPr>
              <p14:xfrm>
                <a:off x="8227726" y="1976091"/>
                <a:ext cx="490680" cy="1836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CBD773C-BD83-4502-9B2A-5DB492D2662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10086" y="1958091"/>
                  <a:ext cx="526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C0E692C-D1DD-4FA4-BF7A-542AE0A293DE}"/>
                    </a:ext>
                  </a:extLst>
                </p14:cNvPr>
                <p14:cNvContentPartPr/>
                <p14:nvPr/>
              </p14:nvContentPartPr>
              <p14:xfrm>
                <a:off x="8380366" y="1985811"/>
                <a:ext cx="433080" cy="37872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C0E692C-D1DD-4FA4-BF7A-542AE0A293D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362726" y="1968171"/>
                  <a:ext cx="4687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485E61B-0C13-4062-8834-D663DB71D426}"/>
                    </a:ext>
                  </a:extLst>
                </p14:cNvPr>
                <p14:cNvContentPartPr/>
                <p14:nvPr/>
              </p14:nvContentPartPr>
              <p14:xfrm>
                <a:off x="9044566" y="2315931"/>
                <a:ext cx="216720" cy="900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485E61B-0C13-4062-8834-D663DB71D42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26926" y="2297931"/>
                  <a:ext cx="252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F0F1483-0F1B-4BCE-9611-F64C48933E33}"/>
                    </a:ext>
                  </a:extLst>
                </p14:cNvPr>
                <p14:cNvContentPartPr/>
                <p14:nvPr/>
              </p14:nvContentPartPr>
              <p14:xfrm>
                <a:off x="9006046" y="2224491"/>
                <a:ext cx="276840" cy="5328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F0F1483-0F1B-4BCE-9611-F64C48933E3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88046" y="2206851"/>
                  <a:ext cx="312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966FFA4E-7F66-4C49-9193-BA829DC322FA}"/>
                    </a:ext>
                  </a:extLst>
                </p14:cNvPr>
                <p14:cNvContentPartPr/>
                <p14:nvPr/>
              </p14:nvContentPartPr>
              <p14:xfrm>
                <a:off x="9543886" y="1996971"/>
                <a:ext cx="243720" cy="35460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966FFA4E-7F66-4C49-9193-BA829DC322F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526246" y="1978971"/>
                  <a:ext cx="2793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BE998953-14C6-48DF-BC20-6975C3366BD6}"/>
                    </a:ext>
                  </a:extLst>
                </p14:cNvPr>
                <p14:cNvContentPartPr/>
                <p14:nvPr/>
              </p14:nvContentPartPr>
              <p14:xfrm>
                <a:off x="9802366" y="2064291"/>
                <a:ext cx="279000" cy="26784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BE998953-14C6-48DF-BC20-6975C3366B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784366" y="2046291"/>
                  <a:ext cx="3146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57735FA1-8711-42AC-AA67-3373A9DF216B}"/>
                    </a:ext>
                  </a:extLst>
                </p14:cNvPr>
                <p14:cNvContentPartPr/>
                <p14:nvPr/>
              </p14:nvContentPartPr>
              <p14:xfrm>
                <a:off x="10128166" y="2038371"/>
                <a:ext cx="267480" cy="27324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57735FA1-8711-42AC-AA67-3373A9DF216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10166" y="2020731"/>
                  <a:ext cx="303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1A5A49E0-2BC2-4811-BF15-220B8E547CB5}"/>
                    </a:ext>
                  </a:extLst>
                </p14:cNvPr>
                <p14:cNvContentPartPr/>
                <p14:nvPr/>
              </p14:nvContentPartPr>
              <p14:xfrm>
                <a:off x="9664486" y="2511771"/>
                <a:ext cx="528120" cy="3528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1A5A49E0-2BC2-4811-BF15-220B8E547C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646486" y="2494131"/>
                  <a:ext cx="56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C1FE0512-A2A5-4E93-966F-AED1E52E52D0}"/>
                    </a:ext>
                  </a:extLst>
                </p14:cNvPr>
                <p14:cNvContentPartPr/>
                <p14:nvPr/>
              </p14:nvContentPartPr>
              <p14:xfrm>
                <a:off x="9716326" y="2684931"/>
                <a:ext cx="231480" cy="33408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C1FE0512-A2A5-4E93-966F-AED1E52E52D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98326" y="2667291"/>
                  <a:ext cx="267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38FA537B-6712-4865-BF15-C08D353AC80A}"/>
                    </a:ext>
                  </a:extLst>
                </p14:cNvPr>
                <p14:cNvContentPartPr/>
                <p14:nvPr/>
              </p14:nvContentPartPr>
              <p14:xfrm>
                <a:off x="9957166" y="2740011"/>
                <a:ext cx="227160" cy="2592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38FA537B-6712-4865-BF15-C08D353AC80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939166" y="2722371"/>
                  <a:ext cx="262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FB06E81-8872-4B8D-81A3-ADEE322D24E6}"/>
                    </a:ext>
                  </a:extLst>
                </p14:cNvPr>
                <p14:cNvContentPartPr/>
                <p14:nvPr/>
              </p14:nvContentPartPr>
              <p14:xfrm>
                <a:off x="10187926" y="2788611"/>
                <a:ext cx="352440" cy="20988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FB06E81-8872-4B8D-81A3-ADEE322D24E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170286" y="2770611"/>
                  <a:ext cx="388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B8783E2F-7197-46D4-A5D9-D3A330FE2382}"/>
                    </a:ext>
                  </a:extLst>
                </p14:cNvPr>
                <p14:cNvContentPartPr/>
                <p14:nvPr/>
              </p14:nvContentPartPr>
              <p14:xfrm>
                <a:off x="10625686" y="2372091"/>
                <a:ext cx="201240" cy="662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B8783E2F-7197-46D4-A5D9-D3A330FE238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607686" y="2354091"/>
                  <a:ext cx="236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3F300D50-79D1-4B15-A6B0-C5D20C17A98F}"/>
                    </a:ext>
                  </a:extLst>
                </p14:cNvPr>
                <p14:cNvContentPartPr/>
                <p14:nvPr/>
              </p14:nvContentPartPr>
              <p14:xfrm>
                <a:off x="10591486" y="2338971"/>
                <a:ext cx="231120" cy="288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3F300D50-79D1-4B15-A6B0-C5D20C17A9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573486" y="2320971"/>
                  <a:ext cx="266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3319E85-9FBC-4CD0-A45B-3232EF73F533}"/>
                    </a:ext>
                  </a:extLst>
                </p14:cNvPr>
                <p14:cNvContentPartPr/>
                <p14:nvPr/>
              </p14:nvContentPartPr>
              <p14:xfrm>
                <a:off x="11064166" y="2089131"/>
                <a:ext cx="252000" cy="35352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3319E85-9FBC-4CD0-A45B-3232EF73F53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046526" y="2071491"/>
                  <a:ext cx="2876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2D3501A0-41C6-4198-B8FC-0703DBDCEF02}"/>
                    </a:ext>
                  </a:extLst>
                </p14:cNvPr>
                <p14:cNvContentPartPr/>
                <p14:nvPr/>
              </p14:nvContentPartPr>
              <p14:xfrm>
                <a:off x="11368726" y="2058531"/>
                <a:ext cx="314280" cy="3524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2D3501A0-41C6-4198-B8FC-0703DBDCEF0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350726" y="2040531"/>
                  <a:ext cx="3499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30E8BB98-D564-4AF2-AF2E-C8F3A3DA93B7}"/>
                    </a:ext>
                  </a:extLst>
                </p14:cNvPr>
                <p14:cNvContentPartPr/>
                <p14:nvPr/>
              </p14:nvContentPartPr>
              <p14:xfrm>
                <a:off x="11451166" y="2011011"/>
                <a:ext cx="407880" cy="87300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30E8BB98-D564-4AF2-AF2E-C8F3A3DA93B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433166" y="1993371"/>
                  <a:ext cx="44352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B8DCA4F3-A6B9-45DE-A7B2-28FB1D5D4EE0}"/>
                    </a:ext>
                  </a:extLst>
                </p14:cNvPr>
                <p14:cNvContentPartPr/>
                <p14:nvPr/>
              </p14:nvContentPartPr>
              <p14:xfrm>
                <a:off x="11536126" y="2552451"/>
                <a:ext cx="419040" cy="38088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B8DCA4F3-A6B9-45DE-A7B2-28FB1D5D4EE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518126" y="2534451"/>
                  <a:ext cx="454680" cy="416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6" name="Imagem 105">
            <a:extLst>
              <a:ext uri="{FF2B5EF4-FFF2-40B4-BE49-F238E27FC236}">
                <a16:creationId xmlns:a16="http://schemas.microsoft.com/office/drawing/2014/main" id="{C115FE97-7755-4089-A92B-E7EA5849BA7C}"/>
              </a:ext>
            </a:extLst>
          </p:cNvPr>
          <p:cNvPicPr/>
          <p:nvPr/>
        </p:nvPicPr>
        <p:blipFill rotWithShape="1">
          <a:blip r:embed="rId163"/>
          <a:srcRect l="53710" t="30238" r="14224" b="45614"/>
          <a:stretch/>
        </p:blipFill>
        <p:spPr bwMode="auto">
          <a:xfrm>
            <a:off x="318526" y="4164264"/>
            <a:ext cx="4484880" cy="22035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0E843B79-64A9-44D3-B611-5BFE16F5B5E5}"/>
                  </a:ext>
                </a:extLst>
              </p14:cNvPr>
              <p14:cNvContentPartPr/>
              <p14:nvPr/>
            </p14:nvContentPartPr>
            <p14:xfrm>
              <a:off x="1071646" y="4004554"/>
              <a:ext cx="696960" cy="40500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0E843B79-64A9-44D3-B611-5BFE16F5B5E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54006" y="3986554"/>
                <a:ext cx="732600" cy="44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BCD91B25-7EB8-4F41-A922-0F2FEC5CDA81}"/>
              </a:ext>
            </a:extLst>
          </p:cNvPr>
          <p:cNvGrpSpPr/>
          <p:nvPr/>
        </p:nvGrpSpPr>
        <p:grpSpPr>
          <a:xfrm>
            <a:off x="1041046" y="3615394"/>
            <a:ext cx="522360" cy="287640"/>
            <a:chOff x="1041046" y="3615394"/>
            <a:chExt cx="5223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2096BDE3-B5F0-432B-A785-ADB16A9A219B}"/>
                    </a:ext>
                  </a:extLst>
                </p14:cNvPr>
                <p14:cNvContentPartPr/>
                <p14:nvPr/>
              </p14:nvContentPartPr>
              <p14:xfrm>
                <a:off x="1041046" y="3643834"/>
                <a:ext cx="184320" cy="22644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2096BDE3-B5F0-432B-A785-ADB16A9A21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3406" y="3626194"/>
                  <a:ext cx="219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CEEB63FE-6414-43CE-9C0A-486ACD7840F4}"/>
                    </a:ext>
                  </a:extLst>
                </p14:cNvPr>
                <p14:cNvContentPartPr/>
                <p14:nvPr/>
              </p14:nvContentPartPr>
              <p14:xfrm>
                <a:off x="1267486" y="3760834"/>
                <a:ext cx="32040" cy="14220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CEEB63FE-6414-43CE-9C0A-486ACD7840F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49486" y="3742834"/>
                  <a:ext cx="67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8D420C6B-F733-4A31-85E9-376F195AF899}"/>
                    </a:ext>
                  </a:extLst>
                </p14:cNvPr>
                <p14:cNvContentPartPr/>
                <p14:nvPr/>
              </p14:nvContentPartPr>
              <p14:xfrm>
                <a:off x="1303846" y="3615394"/>
                <a:ext cx="153000" cy="22932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8D420C6B-F733-4A31-85E9-376F195AF89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86206" y="3597394"/>
                  <a:ext cx="188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E325E45-52C7-4D70-A9CB-BD5E4D1960E6}"/>
                    </a:ext>
                  </a:extLst>
                </p14:cNvPr>
                <p14:cNvContentPartPr/>
                <p14:nvPr/>
              </p14:nvContentPartPr>
              <p14:xfrm>
                <a:off x="1392046" y="3750754"/>
                <a:ext cx="171360" cy="1332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E325E45-52C7-4D70-A9CB-BD5E4D1960E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4046" y="3733114"/>
                  <a:ext cx="2070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57FCFF19-5777-43C0-A87F-ABDB6F4EE03D}"/>
                  </a:ext>
                </a:extLst>
              </p14:cNvPr>
              <p14:cNvContentPartPr/>
              <p14:nvPr/>
            </p14:nvContentPartPr>
            <p14:xfrm>
              <a:off x="1845286" y="3989434"/>
              <a:ext cx="728640" cy="41436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57FCFF19-5777-43C0-A87F-ABDB6F4EE03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827286" y="3971794"/>
                <a:ext cx="764280" cy="45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87F4B9DA-1DE2-4C8A-ACFC-DC073855CF10}"/>
              </a:ext>
            </a:extLst>
          </p:cNvPr>
          <p:cNvGrpSpPr/>
          <p:nvPr/>
        </p:nvGrpSpPr>
        <p:grpSpPr>
          <a:xfrm>
            <a:off x="740446" y="4915354"/>
            <a:ext cx="886320" cy="534240"/>
            <a:chOff x="740446" y="4915354"/>
            <a:chExt cx="88632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57D0AD0E-7B2B-47C4-B8B5-FF2F20DB7043}"/>
                    </a:ext>
                  </a:extLst>
                </p14:cNvPr>
                <p14:cNvContentPartPr/>
                <p14:nvPr/>
              </p14:nvContentPartPr>
              <p14:xfrm>
                <a:off x="740446" y="4915354"/>
                <a:ext cx="886320" cy="18108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57D0AD0E-7B2B-47C4-B8B5-FF2F20DB704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2806" y="4897354"/>
                  <a:ext cx="921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424F5198-8C37-4004-B3B8-73F751B6F247}"/>
                    </a:ext>
                  </a:extLst>
                </p14:cNvPr>
                <p14:cNvContentPartPr/>
                <p14:nvPr/>
              </p14:nvContentPartPr>
              <p14:xfrm>
                <a:off x="1174606" y="5207314"/>
                <a:ext cx="265680" cy="2520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424F5198-8C37-4004-B3B8-73F751B6F2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6606" y="5189314"/>
                  <a:ext cx="301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96AE1593-5408-4948-BFDE-1DF27E379C69}"/>
                    </a:ext>
                  </a:extLst>
                </p14:cNvPr>
                <p14:cNvContentPartPr/>
                <p14:nvPr/>
              </p14:nvContentPartPr>
              <p14:xfrm>
                <a:off x="1292686" y="5212714"/>
                <a:ext cx="252000" cy="23688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96AE1593-5408-4948-BFDE-1DF27E379C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74686" y="5194714"/>
                  <a:ext cx="2876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E6DFFBA7-6C29-4F5E-9CD2-B9241167448E}"/>
              </a:ext>
            </a:extLst>
          </p:cNvPr>
          <p:cNvGrpSpPr/>
          <p:nvPr/>
        </p:nvGrpSpPr>
        <p:grpSpPr>
          <a:xfrm>
            <a:off x="5393446" y="4342234"/>
            <a:ext cx="2720880" cy="462600"/>
            <a:chOff x="5393446" y="4342234"/>
            <a:chExt cx="2720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4907BE2C-D7C7-45FA-B705-42E916025F43}"/>
                    </a:ext>
                  </a:extLst>
                </p14:cNvPr>
                <p14:cNvContentPartPr/>
                <p14:nvPr/>
              </p14:nvContentPartPr>
              <p14:xfrm>
                <a:off x="5393446" y="4516474"/>
                <a:ext cx="49320" cy="28764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4907BE2C-D7C7-45FA-B705-42E916025F4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75446" y="4498474"/>
                  <a:ext cx="849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C939958E-6830-4545-9BAB-753B52A4E321}"/>
                    </a:ext>
                  </a:extLst>
                </p14:cNvPr>
                <p14:cNvContentPartPr/>
                <p14:nvPr/>
              </p14:nvContentPartPr>
              <p14:xfrm>
                <a:off x="5536726" y="4492354"/>
                <a:ext cx="240840" cy="27540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C939958E-6830-4545-9BAB-753B52A4E32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18726" y="4474714"/>
                  <a:ext cx="276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FD20A88-B0F7-40CE-9AFF-634C76329F29}"/>
                    </a:ext>
                  </a:extLst>
                </p14:cNvPr>
                <p14:cNvContentPartPr/>
                <p14:nvPr/>
              </p14:nvContentPartPr>
              <p14:xfrm>
                <a:off x="5875126" y="4608634"/>
                <a:ext cx="150840" cy="97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FD20A88-B0F7-40CE-9AFF-634C76329F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57126" y="4590994"/>
                  <a:ext cx="186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BB8EBCC-5DDD-4AD1-A54C-66736335E6FD}"/>
                    </a:ext>
                  </a:extLst>
                </p14:cNvPr>
                <p14:cNvContentPartPr/>
                <p14:nvPr/>
              </p14:nvContentPartPr>
              <p14:xfrm>
                <a:off x="6177526" y="4436194"/>
                <a:ext cx="194400" cy="24444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BB8EBCC-5DDD-4AD1-A54C-66736335E6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59526" y="4418194"/>
                  <a:ext cx="230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2DBC7880-BCDB-4752-BABC-C83BBB5FBE35}"/>
                    </a:ext>
                  </a:extLst>
                </p14:cNvPr>
                <p14:cNvContentPartPr/>
                <p14:nvPr/>
              </p14:nvContentPartPr>
              <p14:xfrm>
                <a:off x="6438526" y="4616554"/>
                <a:ext cx="7560" cy="18828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2DBC7880-BCDB-4752-BABC-C83BBB5FBE3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20526" y="4598554"/>
                  <a:ext cx="43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2DE76642-AD14-459A-B7B2-0F0C4B040781}"/>
                    </a:ext>
                  </a:extLst>
                </p14:cNvPr>
                <p14:cNvContentPartPr/>
                <p14:nvPr/>
              </p14:nvContentPartPr>
              <p14:xfrm>
                <a:off x="6492166" y="4416394"/>
                <a:ext cx="169560" cy="2862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2DE76642-AD14-459A-B7B2-0F0C4B0407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74166" y="4398394"/>
                  <a:ext cx="205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F8DEB2A1-9343-4BC4-8520-14115316C480}"/>
                    </a:ext>
                  </a:extLst>
                </p14:cNvPr>
                <p14:cNvContentPartPr/>
                <p14:nvPr/>
              </p14:nvContentPartPr>
              <p14:xfrm>
                <a:off x="6550846" y="4569034"/>
                <a:ext cx="178200" cy="3240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F8DEB2A1-9343-4BC4-8520-14115316C48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32846" y="4551394"/>
                  <a:ext cx="213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D013030-0C42-4626-A337-F042E04F3580}"/>
                    </a:ext>
                  </a:extLst>
                </p14:cNvPr>
                <p14:cNvContentPartPr/>
                <p14:nvPr/>
              </p14:nvContentPartPr>
              <p14:xfrm>
                <a:off x="6857566" y="4537354"/>
                <a:ext cx="156960" cy="198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D013030-0C42-4626-A337-F042E04F35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39926" y="4519354"/>
                  <a:ext cx="192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833F256A-8E88-422A-8A25-BE306BCACB55}"/>
                    </a:ext>
                  </a:extLst>
                </p14:cNvPr>
                <p14:cNvContentPartPr/>
                <p14:nvPr/>
              </p14:nvContentPartPr>
              <p14:xfrm>
                <a:off x="7144846" y="4342234"/>
                <a:ext cx="221400" cy="25668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833F256A-8E88-422A-8A25-BE306BCACB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127206" y="4324234"/>
                  <a:ext cx="257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B9C4BC43-FD3E-4D3F-A338-EBCACBD9B022}"/>
                    </a:ext>
                  </a:extLst>
                </p14:cNvPr>
                <p14:cNvContentPartPr/>
                <p14:nvPr/>
              </p14:nvContentPartPr>
              <p14:xfrm>
                <a:off x="7447966" y="4512154"/>
                <a:ext cx="22320" cy="15444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B9C4BC43-FD3E-4D3F-A338-EBCACBD9B02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429966" y="4494154"/>
                  <a:ext cx="57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72F2CCB-5F82-40F2-9A78-09B6B946DE61}"/>
                    </a:ext>
                  </a:extLst>
                </p14:cNvPr>
                <p14:cNvContentPartPr/>
                <p14:nvPr/>
              </p14:nvContentPartPr>
              <p14:xfrm>
                <a:off x="7530046" y="4355914"/>
                <a:ext cx="195840" cy="21456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72F2CCB-5F82-40F2-9A78-09B6B946DE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512046" y="4337914"/>
                  <a:ext cx="231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D444F653-69CD-4715-9B56-95AD811E280A}"/>
                    </a:ext>
                  </a:extLst>
                </p14:cNvPr>
                <p14:cNvContentPartPr/>
                <p14:nvPr/>
              </p14:nvContentPartPr>
              <p14:xfrm>
                <a:off x="7901206" y="4449154"/>
                <a:ext cx="213120" cy="1296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D444F653-69CD-4715-9B56-95AD811E280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3566" y="4431514"/>
                  <a:ext cx="24876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018DCF5A-361F-4A21-A630-0C202814968A}"/>
              </a:ext>
            </a:extLst>
          </p:cNvPr>
          <p:cNvGrpSpPr/>
          <p:nvPr/>
        </p:nvGrpSpPr>
        <p:grpSpPr>
          <a:xfrm>
            <a:off x="2273326" y="3707914"/>
            <a:ext cx="1368000" cy="747000"/>
            <a:chOff x="2273326" y="3707914"/>
            <a:chExt cx="1368000" cy="74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08ECA173-77BC-4F89-B8C6-617A36FA78BB}"/>
                    </a:ext>
                  </a:extLst>
                </p14:cNvPr>
                <p14:cNvContentPartPr/>
                <p14:nvPr/>
              </p14:nvContentPartPr>
              <p14:xfrm>
                <a:off x="2273326" y="3707914"/>
                <a:ext cx="153720" cy="19728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08ECA173-77BC-4F89-B8C6-617A36FA78B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55326" y="3690274"/>
                  <a:ext cx="189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E5E8D9A-2D8B-4367-81D0-156D2C451399}"/>
                    </a:ext>
                  </a:extLst>
                </p14:cNvPr>
                <p14:cNvContentPartPr/>
                <p14:nvPr/>
              </p14:nvContentPartPr>
              <p14:xfrm>
                <a:off x="2493286" y="3825634"/>
                <a:ext cx="6480" cy="12564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E5E8D9A-2D8B-4367-81D0-156D2C45139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75286" y="3807994"/>
                  <a:ext cx="42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A86D476A-4F93-43A9-8A6E-134A58FDB35B}"/>
                    </a:ext>
                  </a:extLst>
                </p14:cNvPr>
                <p14:cNvContentPartPr/>
                <p14:nvPr/>
              </p14:nvContentPartPr>
              <p14:xfrm>
                <a:off x="2555206" y="3713674"/>
                <a:ext cx="187920" cy="18108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A86D476A-4F93-43A9-8A6E-134A58FDB35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37206" y="3696034"/>
                  <a:ext cx="223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9789D9EF-EA55-42EC-987E-A6024E730DF9}"/>
                    </a:ext>
                  </a:extLst>
                </p14:cNvPr>
                <p14:cNvContentPartPr/>
                <p14:nvPr/>
              </p14:nvContentPartPr>
              <p14:xfrm>
                <a:off x="2594806" y="4060354"/>
                <a:ext cx="1029600" cy="39456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9789D9EF-EA55-42EC-987E-A6024E730DF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76806" y="4042714"/>
                  <a:ext cx="10652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9ADDD137-876E-46CC-85B1-69CE42C9DAD7}"/>
                    </a:ext>
                  </a:extLst>
                </p14:cNvPr>
                <p14:cNvContentPartPr/>
                <p14:nvPr/>
              </p14:nvContentPartPr>
              <p14:xfrm>
                <a:off x="3188446" y="3729154"/>
                <a:ext cx="176400" cy="27252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9ADDD137-876E-46CC-85B1-69CE42C9DAD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70806" y="3711514"/>
                  <a:ext cx="21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7BC184B-B5CC-4449-A136-462E06263976}"/>
                    </a:ext>
                  </a:extLst>
                </p14:cNvPr>
                <p14:cNvContentPartPr/>
                <p14:nvPr/>
              </p14:nvContentPartPr>
              <p14:xfrm>
                <a:off x="3403726" y="3790354"/>
                <a:ext cx="237600" cy="24444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7BC184B-B5CC-4449-A136-462E0626397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85726" y="3772354"/>
                  <a:ext cx="27324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D9E48A0E-10F7-4134-930C-D3D384B06616}"/>
              </a:ext>
            </a:extLst>
          </p:cNvPr>
          <p:cNvGrpSpPr/>
          <p:nvPr/>
        </p:nvGrpSpPr>
        <p:grpSpPr>
          <a:xfrm>
            <a:off x="3000526" y="4979074"/>
            <a:ext cx="681840" cy="734400"/>
            <a:chOff x="3000526" y="4979074"/>
            <a:chExt cx="68184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7396C07F-D457-4DB4-BDAE-4D6B0B9ABECC}"/>
                    </a:ext>
                  </a:extLst>
                </p14:cNvPr>
                <p14:cNvContentPartPr/>
                <p14:nvPr/>
              </p14:nvContentPartPr>
              <p14:xfrm>
                <a:off x="3512446" y="4979074"/>
                <a:ext cx="169920" cy="73440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7396C07F-D457-4DB4-BDAE-4D6B0B9ABEC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94806" y="4961434"/>
                  <a:ext cx="20556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D2771F90-FB15-420C-9609-F441DD12DB7E}"/>
                    </a:ext>
                  </a:extLst>
                </p14:cNvPr>
                <p14:cNvContentPartPr/>
                <p14:nvPr/>
              </p14:nvContentPartPr>
              <p14:xfrm>
                <a:off x="3000526" y="5211634"/>
                <a:ext cx="120240" cy="2584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D2771F90-FB15-420C-9609-F441DD12DB7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82526" y="5193634"/>
                  <a:ext cx="155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D09E8E2D-DA66-47A3-A0A1-85880C2E16F9}"/>
                    </a:ext>
                  </a:extLst>
                </p14:cNvPr>
                <p14:cNvContentPartPr/>
                <p14:nvPr/>
              </p14:nvContentPartPr>
              <p14:xfrm>
                <a:off x="3128686" y="5311714"/>
                <a:ext cx="171360" cy="17424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D09E8E2D-DA66-47A3-A0A1-85880C2E16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11046" y="5293714"/>
                  <a:ext cx="207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593230B8-22BF-4F6E-A38B-9CB15742CF56}"/>
                    </a:ext>
                  </a:extLst>
                </p14:cNvPr>
                <p14:cNvContentPartPr/>
                <p14:nvPr/>
              </p14:nvContentPartPr>
              <p14:xfrm>
                <a:off x="3311926" y="5313514"/>
                <a:ext cx="139680" cy="9072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593230B8-22BF-4F6E-A38B-9CB15742CF5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94286" y="5295874"/>
                  <a:ext cx="17532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6A6AE164-2968-4228-9068-1F07CDABF941}"/>
              </a:ext>
            </a:extLst>
          </p:cNvPr>
          <p:cNvGrpSpPr/>
          <p:nvPr/>
        </p:nvGrpSpPr>
        <p:grpSpPr>
          <a:xfrm>
            <a:off x="8205766" y="4153594"/>
            <a:ext cx="2663640" cy="484560"/>
            <a:chOff x="8205766" y="4153594"/>
            <a:chExt cx="266364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6361C42E-BC45-45FE-B1F8-6B5A91C5B760}"/>
                    </a:ext>
                  </a:extLst>
                </p14:cNvPr>
                <p14:cNvContentPartPr/>
                <p14:nvPr/>
              </p14:nvContentPartPr>
              <p14:xfrm>
                <a:off x="8205766" y="4265554"/>
                <a:ext cx="174960" cy="37260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6361C42E-BC45-45FE-B1F8-6B5A91C5B76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87766" y="4247914"/>
                  <a:ext cx="2106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349AC89B-CD7B-44CF-9DE1-5C5FF4680285}"/>
                    </a:ext>
                  </a:extLst>
                </p14:cNvPr>
                <p14:cNvContentPartPr/>
                <p14:nvPr/>
              </p14:nvContentPartPr>
              <p14:xfrm>
                <a:off x="8468566" y="4291114"/>
                <a:ext cx="191160" cy="29736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349AC89B-CD7B-44CF-9DE1-5C5FF468028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50566" y="4273114"/>
                  <a:ext cx="226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F9C7F056-9438-4BD4-85D7-EA0E971DC330}"/>
                    </a:ext>
                  </a:extLst>
                </p14:cNvPr>
                <p14:cNvContentPartPr/>
                <p14:nvPr/>
              </p14:nvContentPartPr>
              <p14:xfrm>
                <a:off x="8687806" y="4356994"/>
                <a:ext cx="138960" cy="24876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F9C7F056-9438-4BD4-85D7-EA0E971DC33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69806" y="4338994"/>
                  <a:ext cx="174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5662BA97-348D-4F62-8410-117FEA409475}"/>
                    </a:ext>
                  </a:extLst>
                </p14:cNvPr>
                <p14:cNvContentPartPr/>
                <p14:nvPr/>
              </p14:nvContentPartPr>
              <p14:xfrm>
                <a:off x="8929006" y="4449154"/>
                <a:ext cx="185040" cy="576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5662BA97-348D-4F62-8410-117FEA40947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11366" y="4431514"/>
                  <a:ext cx="220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A9D62AC4-F813-4341-98FF-C559A7A7C57E}"/>
                    </a:ext>
                  </a:extLst>
                </p14:cNvPr>
                <p14:cNvContentPartPr/>
                <p14:nvPr/>
              </p14:nvContentPartPr>
              <p14:xfrm>
                <a:off x="9312766" y="4153594"/>
                <a:ext cx="154440" cy="3247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A9D62AC4-F813-4341-98FF-C559A7A7C57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95126" y="4135594"/>
                  <a:ext cx="190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166447A-78BC-44AE-9E58-D5A7CCCE83BA}"/>
                    </a:ext>
                  </a:extLst>
                </p14:cNvPr>
                <p14:cNvContentPartPr/>
                <p14:nvPr/>
              </p14:nvContentPartPr>
              <p14:xfrm>
                <a:off x="9568006" y="4278874"/>
                <a:ext cx="198720" cy="2059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166447A-78BC-44AE-9E58-D5A7CCCE83B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50006" y="4261234"/>
                  <a:ext cx="234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E6083CF3-F2DB-488C-B21A-64443F5F424F}"/>
                    </a:ext>
                  </a:extLst>
                </p14:cNvPr>
                <p14:cNvContentPartPr/>
                <p14:nvPr/>
              </p14:nvContentPartPr>
              <p14:xfrm>
                <a:off x="9834406" y="4322434"/>
                <a:ext cx="281880" cy="1724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E6083CF3-F2DB-488C-B21A-64443F5F42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816766" y="4304434"/>
                  <a:ext cx="317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DA2084A6-83FD-4FC1-AFCB-74409B10B8A1}"/>
                    </a:ext>
                  </a:extLst>
                </p14:cNvPr>
                <p14:cNvContentPartPr/>
                <p14:nvPr/>
              </p14:nvContentPartPr>
              <p14:xfrm>
                <a:off x="10249126" y="4412074"/>
                <a:ext cx="232920" cy="4032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DA2084A6-83FD-4FC1-AFCB-74409B10B8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31126" y="4394074"/>
                  <a:ext cx="268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9DD75503-DA80-46C3-9A83-B82DB57DE9EE}"/>
                    </a:ext>
                  </a:extLst>
                </p14:cNvPr>
                <p14:cNvContentPartPr/>
                <p14:nvPr/>
              </p14:nvContentPartPr>
              <p14:xfrm>
                <a:off x="10249126" y="4184194"/>
                <a:ext cx="620280" cy="27576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9DD75503-DA80-46C3-9A83-B82DB57DE9E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31126" y="4166194"/>
                  <a:ext cx="65592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90C349F1-474D-459A-95CF-B0AA99BF5760}"/>
              </a:ext>
            </a:extLst>
          </p:cNvPr>
          <p:cNvGrpSpPr/>
          <p:nvPr/>
        </p:nvGrpSpPr>
        <p:grpSpPr>
          <a:xfrm>
            <a:off x="6076726" y="4976914"/>
            <a:ext cx="1768680" cy="448920"/>
            <a:chOff x="6076726" y="4976914"/>
            <a:chExt cx="176868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CEF5D591-FAD9-4886-8DE7-CACC94AB38D6}"/>
                    </a:ext>
                  </a:extLst>
                </p14:cNvPr>
                <p14:cNvContentPartPr/>
                <p14:nvPr/>
              </p14:nvContentPartPr>
              <p14:xfrm>
                <a:off x="6076726" y="5064394"/>
                <a:ext cx="171360" cy="3189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CEF5D591-FAD9-4886-8DE7-CACC94AB38D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59086" y="5046394"/>
                  <a:ext cx="207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CE8F9E83-89BA-45A9-8CF9-05F0BC4418D0}"/>
                    </a:ext>
                  </a:extLst>
                </p14:cNvPr>
                <p14:cNvContentPartPr/>
                <p14:nvPr/>
              </p14:nvContentPartPr>
              <p14:xfrm>
                <a:off x="6302806" y="5068714"/>
                <a:ext cx="206640" cy="35712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CE8F9E83-89BA-45A9-8CF9-05F0BC4418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85166" y="5051074"/>
                  <a:ext cx="2422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7207A6C3-445B-4C26-BD1F-3C532C230B8A}"/>
                    </a:ext>
                  </a:extLst>
                </p14:cNvPr>
                <p14:cNvContentPartPr/>
                <p14:nvPr/>
              </p14:nvContentPartPr>
              <p14:xfrm>
                <a:off x="6570286" y="5260954"/>
                <a:ext cx="159120" cy="144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7207A6C3-445B-4C26-BD1F-3C532C230B8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52646" y="5243314"/>
                  <a:ext cx="194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BFEE9541-E576-400D-A7A7-93AA4504337B}"/>
                    </a:ext>
                  </a:extLst>
                </p14:cNvPr>
                <p14:cNvContentPartPr/>
                <p14:nvPr/>
              </p14:nvContentPartPr>
              <p14:xfrm>
                <a:off x="6909406" y="5052514"/>
                <a:ext cx="235800" cy="32256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BFEE9541-E576-400D-A7A7-93AA4504337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91766" y="5034514"/>
                  <a:ext cx="271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B329109-385C-422E-AB3C-CEDAF6F469E0}"/>
                    </a:ext>
                  </a:extLst>
                </p14:cNvPr>
                <p14:cNvContentPartPr/>
                <p14:nvPr/>
              </p14:nvContentPartPr>
              <p14:xfrm>
                <a:off x="7227286" y="4976914"/>
                <a:ext cx="197640" cy="34740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B329109-385C-422E-AB3C-CEDAF6F469E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09286" y="4958914"/>
                  <a:ext cx="233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0E6CDC3B-4713-405B-87B4-3DB80E2AD850}"/>
                    </a:ext>
                  </a:extLst>
                </p14:cNvPr>
                <p14:cNvContentPartPr/>
                <p14:nvPr/>
              </p14:nvContentPartPr>
              <p14:xfrm>
                <a:off x="7540846" y="5271034"/>
                <a:ext cx="15120" cy="900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0E6CDC3B-4713-405B-87B4-3DB80E2AD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522846" y="5253034"/>
                  <a:ext cx="50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018AC4F2-700F-465A-AE96-568F205166CB}"/>
                    </a:ext>
                  </a:extLst>
                </p14:cNvPr>
                <p14:cNvContentPartPr/>
                <p14:nvPr/>
              </p14:nvContentPartPr>
              <p14:xfrm>
                <a:off x="7590886" y="5008234"/>
                <a:ext cx="208080" cy="1116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018AC4F2-700F-465A-AE96-568F205166C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73246" y="4990234"/>
                  <a:ext cx="243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6DA2FFCF-3CEB-4D7A-8219-DD27AB263274}"/>
                    </a:ext>
                  </a:extLst>
                </p14:cNvPr>
                <p14:cNvContentPartPr/>
                <p14:nvPr/>
              </p14:nvContentPartPr>
              <p14:xfrm>
                <a:off x="7629046" y="5023354"/>
                <a:ext cx="216360" cy="27144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6DA2FFCF-3CEB-4D7A-8219-DD27AB26327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611046" y="5005714"/>
                  <a:ext cx="25200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49A3898D-F842-4B77-AEE3-BCE88693ACA9}"/>
              </a:ext>
            </a:extLst>
          </p:cNvPr>
          <p:cNvGrpSpPr/>
          <p:nvPr/>
        </p:nvGrpSpPr>
        <p:grpSpPr>
          <a:xfrm>
            <a:off x="8188486" y="4880794"/>
            <a:ext cx="2343960" cy="401760"/>
            <a:chOff x="8188486" y="4880794"/>
            <a:chExt cx="234396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8E938995-FBA3-47C0-9860-10E69FF7EAB6}"/>
                    </a:ext>
                  </a:extLst>
                </p14:cNvPr>
                <p14:cNvContentPartPr/>
                <p14:nvPr/>
              </p14:nvContentPartPr>
              <p14:xfrm>
                <a:off x="8188486" y="5121274"/>
                <a:ext cx="198720" cy="900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8E938995-FBA3-47C0-9860-10E69FF7EA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70846" y="5103634"/>
                  <a:ext cx="234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75D15FA8-5494-4984-AC14-01C1B209207B}"/>
                    </a:ext>
                  </a:extLst>
                </p14:cNvPr>
                <p14:cNvContentPartPr/>
                <p14:nvPr/>
              </p14:nvContentPartPr>
              <p14:xfrm>
                <a:off x="8500246" y="4955314"/>
                <a:ext cx="214200" cy="3272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75D15FA8-5494-4984-AC14-01C1B209207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82246" y="4937314"/>
                  <a:ext cx="2498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F966A8F9-DF25-4D9D-8F7B-E7450C5E0103}"/>
                    </a:ext>
                  </a:extLst>
                </p14:cNvPr>
                <p14:cNvContentPartPr/>
                <p14:nvPr/>
              </p14:nvContentPartPr>
              <p14:xfrm>
                <a:off x="8733166" y="4991314"/>
                <a:ext cx="224640" cy="24804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F966A8F9-DF25-4D9D-8F7B-E7450C5E010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15166" y="4973314"/>
                  <a:ext cx="260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6CE92FE9-3ED1-469E-AAD0-5AB3C2D3B37C}"/>
                    </a:ext>
                  </a:extLst>
                </p14:cNvPr>
                <p14:cNvContentPartPr/>
                <p14:nvPr/>
              </p14:nvContentPartPr>
              <p14:xfrm>
                <a:off x="8984446" y="4884754"/>
                <a:ext cx="221400" cy="33264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6CE92FE9-3ED1-469E-AAD0-5AB3C2D3B37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66806" y="4867114"/>
                  <a:ext cx="2570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19E43875-51B0-4243-8D31-FCD981DD6B2E}"/>
                    </a:ext>
                  </a:extLst>
                </p14:cNvPr>
                <p14:cNvContentPartPr/>
                <p14:nvPr/>
              </p14:nvContentPartPr>
              <p14:xfrm>
                <a:off x="9363166" y="5193994"/>
                <a:ext cx="38160" cy="2016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19E43875-51B0-4243-8D31-FCD981DD6B2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45166" y="5175994"/>
                  <a:ext cx="73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6C20AD14-4878-40DA-B5A7-06326B4E436C}"/>
                    </a:ext>
                  </a:extLst>
                </p14:cNvPr>
                <p14:cNvContentPartPr/>
                <p14:nvPr/>
              </p14:nvContentPartPr>
              <p14:xfrm>
                <a:off x="9432646" y="4936594"/>
                <a:ext cx="231480" cy="1476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6C20AD14-4878-40DA-B5A7-06326B4E436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15006" y="4918594"/>
                  <a:ext cx="267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84147C71-261D-4650-8712-DC694E5F2550}"/>
                    </a:ext>
                  </a:extLst>
                </p14:cNvPr>
                <p14:cNvContentPartPr/>
                <p14:nvPr/>
              </p14:nvContentPartPr>
              <p14:xfrm>
                <a:off x="9506086" y="4966114"/>
                <a:ext cx="320760" cy="2973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84147C71-261D-4650-8712-DC694E5F25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88086" y="4948474"/>
                  <a:ext cx="3564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DA400AB1-8AD8-428E-B206-503A6305E735}"/>
                    </a:ext>
                  </a:extLst>
                </p14:cNvPr>
                <p14:cNvContentPartPr/>
                <p14:nvPr/>
              </p14:nvContentPartPr>
              <p14:xfrm>
                <a:off x="9970486" y="5152954"/>
                <a:ext cx="211320" cy="4248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DA400AB1-8AD8-428E-B206-503A6305E73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52486" y="5135314"/>
                  <a:ext cx="246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D102DCBB-7C7A-4574-997A-102EC28F5B29}"/>
                    </a:ext>
                  </a:extLst>
                </p14:cNvPr>
                <p14:cNvContentPartPr/>
                <p14:nvPr/>
              </p14:nvContentPartPr>
              <p14:xfrm>
                <a:off x="9929086" y="4880794"/>
                <a:ext cx="603360" cy="2188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D102DCBB-7C7A-4574-997A-102EC28F5B2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911086" y="4862794"/>
                  <a:ext cx="63900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2ABC5B1B-086A-4662-AC7A-F0E7230121C1}"/>
              </a:ext>
            </a:extLst>
          </p:cNvPr>
          <p:cNvGrpSpPr/>
          <p:nvPr/>
        </p:nvGrpSpPr>
        <p:grpSpPr>
          <a:xfrm>
            <a:off x="6927406" y="5848474"/>
            <a:ext cx="479160" cy="306000"/>
            <a:chOff x="6927406" y="5848474"/>
            <a:chExt cx="47916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4ECBE2E9-4E45-4C53-91B6-0B8868D15DB5}"/>
                    </a:ext>
                  </a:extLst>
                </p14:cNvPr>
                <p14:cNvContentPartPr/>
                <p14:nvPr/>
              </p14:nvContentPartPr>
              <p14:xfrm>
                <a:off x="6927406" y="5848474"/>
                <a:ext cx="366480" cy="1908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4ECBE2E9-4E45-4C53-91B6-0B8868D15DB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909406" y="5830474"/>
                  <a:ext cx="402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795429F4-FABF-4F53-ACF4-E02136F6D22E}"/>
                    </a:ext>
                  </a:extLst>
                </p14:cNvPr>
                <p14:cNvContentPartPr/>
                <p14:nvPr/>
              </p14:nvContentPartPr>
              <p14:xfrm>
                <a:off x="7065286" y="5876914"/>
                <a:ext cx="341280" cy="27756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795429F4-FABF-4F53-ACF4-E02136F6D22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47646" y="5859274"/>
                  <a:ext cx="37692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95C15D41-B0F8-48DE-B67B-A68810AE5784}"/>
              </a:ext>
            </a:extLst>
          </p:cNvPr>
          <p:cNvGrpSpPr/>
          <p:nvPr/>
        </p:nvGrpSpPr>
        <p:grpSpPr>
          <a:xfrm>
            <a:off x="7792486" y="5988154"/>
            <a:ext cx="319680" cy="99000"/>
            <a:chOff x="7792486" y="5988154"/>
            <a:chExt cx="31968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43BE8AF-DDC7-4E8D-BBE5-0AE6E7F53C80}"/>
                    </a:ext>
                  </a:extLst>
                </p14:cNvPr>
                <p14:cNvContentPartPr/>
                <p14:nvPr/>
              </p14:nvContentPartPr>
              <p14:xfrm>
                <a:off x="7815886" y="6052954"/>
                <a:ext cx="296280" cy="3420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43BE8AF-DDC7-4E8D-BBE5-0AE6E7F53C8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97886" y="6035314"/>
                  <a:ext cx="331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19C5EF65-8621-4AB2-9621-EC8F80CA107F}"/>
                    </a:ext>
                  </a:extLst>
                </p14:cNvPr>
                <p14:cNvContentPartPr/>
                <p14:nvPr/>
              </p14:nvContentPartPr>
              <p14:xfrm>
                <a:off x="7792486" y="5988154"/>
                <a:ext cx="269280" cy="1260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19C5EF65-8621-4AB2-9621-EC8F80CA107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74846" y="5970154"/>
                  <a:ext cx="304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9BA18D30-ED7F-4CD4-9B17-23C656208A33}"/>
              </a:ext>
            </a:extLst>
          </p:cNvPr>
          <p:cNvGrpSpPr/>
          <p:nvPr/>
        </p:nvGrpSpPr>
        <p:grpSpPr>
          <a:xfrm>
            <a:off x="8444086" y="5602954"/>
            <a:ext cx="2706480" cy="1019520"/>
            <a:chOff x="8444086" y="5602954"/>
            <a:chExt cx="2706480" cy="10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A3180AB0-00D8-447D-A1C1-79BB80B72867}"/>
                    </a:ext>
                  </a:extLst>
                </p14:cNvPr>
                <p14:cNvContentPartPr/>
                <p14:nvPr/>
              </p14:nvContentPartPr>
              <p14:xfrm>
                <a:off x="8460646" y="6335554"/>
                <a:ext cx="27720" cy="23400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A3180AB0-00D8-447D-A1C1-79BB80B728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42646" y="6317914"/>
                  <a:ext cx="63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A5112E63-5BD9-48A2-B1B9-EE1BCB22AB71}"/>
                    </a:ext>
                  </a:extLst>
                </p14:cNvPr>
                <p14:cNvContentPartPr/>
                <p14:nvPr/>
              </p14:nvContentPartPr>
              <p14:xfrm>
                <a:off x="8578006" y="6355354"/>
                <a:ext cx="219600" cy="26712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A5112E63-5BD9-48A2-B1B9-EE1BCB22AB7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60006" y="6337714"/>
                  <a:ext cx="255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B07FE1B5-DE2C-44EC-BBEA-EF6FFB123862}"/>
                    </a:ext>
                  </a:extLst>
                </p14:cNvPr>
                <p14:cNvContentPartPr/>
                <p14:nvPr/>
              </p14:nvContentPartPr>
              <p14:xfrm>
                <a:off x="8850886" y="6257434"/>
                <a:ext cx="238680" cy="34056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B07FE1B5-DE2C-44EC-BBEA-EF6FFB12386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33246" y="6239434"/>
                  <a:ext cx="2743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96B5B12D-2AC5-4D1A-866C-B992FC07D109}"/>
                    </a:ext>
                  </a:extLst>
                </p14:cNvPr>
                <p14:cNvContentPartPr/>
                <p14:nvPr/>
              </p14:nvContentPartPr>
              <p14:xfrm>
                <a:off x="8591686" y="5665954"/>
                <a:ext cx="11520" cy="28512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96B5B12D-2AC5-4D1A-866C-B992FC07D10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574046" y="5647954"/>
                  <a:ext cx="47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851EE50D-7321-460E-A94B-E69ACDCAB0D2}"/>
                    </a:ext>
                  </a:extLst>
                </p14:cNvPr>
                <p14:cNvContentPartPr/>
                <p14:nvPr/>
              </p14:nvContentPartPr>
              <p14:xfrm>
                <a:off x="8776366" y="5645074"/>
                <a:ext cx="11160" cy="31140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851EE50D-7321-460E-A94B-E69ACDCAB0D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758726" y="5627434"/>
                  <a:ext cx="46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7A0DD50E-BF8E-4041-BD7C-E58CDA94B4A6}"/>
                    </a:ext>
                  </a:extLst>
                </p14:cNvPr>
                <p14:cNvContentPartPr/>
                <p14:nvPr/>
              </p14:nvContentPartPr>
              <p14:xfrm>
                <a:off x="8444086" y="6101914"/>
                <a:ext cx="557640" cy="295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7A0DD50E-BF8E-4041-BD7C-E58CDA94B4A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26086" y="6084274"/>
                  <a:ext cx="593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D92EDFCC-1213-4B6B-98D5-C05B3B380207}"/>
                    </a:ext>
                  </a:extLst>
                </p14:cNvPr>
                <p14:cNvContentPartPr/>
                <p14:nvPr/>
              </p14:nvContentPartPr>
              <p14:xfrm>
                <a:off x="9177766" y="6054034"/>
                <a:ext cx="273960" cy="370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D92EDFCC-1213-4B6B-98D5-C05B3B38020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59766" y="6036394"/>
                  <a:ext cx="309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9FF07657-6A66-415C-A3A3-9A48AC8B06F3}"/>
                    </a:ext>
                  </a:extLst>
                </p14:cNvPr>
                <p14:cNvContentPartPr/>
                <p14:nvPr/>
              </p14:nvContentPartPr>
              <p14:xfrm>
                <a:off x="9201886" y="6010474"/>
                <a:ext cx="227880" cy="2088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9FF07657-6A66-415C-A3A3-9A48AC8B06F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83886" y="5992474"/>
                  <a:ext cx="263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ACB086B7-12B6-4407-9436-1AE0D649C05E}"/>
                    </a:ext>
                  </a:extLst>
                </p14:cNvPr>
                <p14:cNvContentPartPr/>
                <p14:nvPr/>
              </p14:nvContentPartPr>
              <p14:xfrm>
                <a:off x="9534166" y="5788714"/>
                <a:ext cx="208440" cy="33192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ACB086B7-12B6-4407-9436-1AE0D649C05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16166" y="5771074"/>
                  <a:ext cx="2440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4ACA01F4-6E59-4FB0-8DF2-9C5ED0FF314E}"/>
                    </a:ext>
                  </a:extLst>
                </p14:cNvPr>
                <p14:cNvContentPartPr/>
                <p14:nvPr/>
              </p14:nvContentPartPr>
              <p14:xfrm>
                <a:off x="9827566" y="6034234"/>
                <a:ext cx="7560" cy="13464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4ACA01F4-6E59-4FB0-8DF2-9C5ED0FF314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09566" y="6016594"/>
                  <a:ext cx="4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DA2C209E-9D4A-41FB-82D0-36F893934FC3}"/>
                    </a:ext>
                  </a:extLst>
                </p14:cNvPr>
                <p14:cNvContentPartPr/>
                <p14:nvPr/>
              </p14:nvContentPartPr>
              <p14:xfrm>
                <a:off x="9842686" y="5737594"/>
                <a:ext cx="201600" cy="36504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DA2C209E-9D4A-41FB-82D0-36F893934FC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24686" y="5719954"/>
                  <a:ext cx="237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F72DD08F-6A63-4B1F-8ACB-8F8CD1647D89}"/>
                    </a:ext>
                  </a:extLst>
                </p14:cNvPr>
                <p14:cNvContentPartPr/>
                <p14:nvPr/>
              </p14:nvContentPartPr>
              <p14:xfrm>
                <a:off x="10123126" y="5830474"/>
                <a:ext cx="365040" cy="2505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F72DD08F-6A63-4B1F-8ACB-8F8CD1647D8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05486" y="5812474"/>
                  <a:ext cx="4006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F9299D46-2FF5-4477-BFF1-81DA934CCB71}"/>
                    </a:ext>
                  </a:extLst>
                </p14:cNvPr>
                <p14:cNvContentPartPr/>
                <p14:nvPr/>
              </p14:nvContentPartPr>
              <p14:xfrm>
                <a:off x="10528846" y="5668474"/>
                <a:ext cx="285120" cy="37728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F9299D46-2FF5-4477-BFF1-81DA934CCB7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11206" y="5650474"/>
                  <a:ext cx="320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55C21405-8EE1-4A84-B30D-8C97B295F967}"/>
                    </a:ext>
                  </a:extLst>
                </p14:cNvPr>
                <p14:cNvContentPartPr/>
                <p14:nvPr/>
              </p14:nvContentPartPr>
              <p14:xfrm>
                <a:off x="10574926" y="5602954"/>
                <a:ext cx="575640" cy="78444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55C21405-8EE1-4A84-B30D-8C97B295F96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57286" y="5585314"/>
                  <a:ext cx="611280" cy="82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Agrupar 213">
            <a:extLst>
              <a:ext uri="{FF2B5EF4-FFF2-40B4-BE49-F238E27FC236}">
                <a16:creationId xmlns:a16="http://schemas.microsoft.com/office/drawing/2014/main" id="{D4964318-8F27-4473-BBCC-CD6EDD7FB271}"/>
              </a:ext>
            </a:extLst>
          </p:cNvPr>
          <p:cNvGrpSpPr/>
          <p:nvPr/>
        </p:nvGrpSpPr>
        <p:grpSpPr>
          <a:xfrm>
            <a:off x="645406" y="6029914"/>
            <a:ext cx="1678320" cy="486360"/>
            <a:chOff x="645406" y="6029914"/>
            <a:chExt cx="167832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91796A7A-A2C8-46E8-88E4-37A6810E0E6F}"/>
                    </a:ext>
                  </a:extLst>
                </p14:cNvPr>
                <p14:cNvContentPartPr/>
                <p14:nvPr/>
              </p14:nvContentPartPr>
              <p14:xfrm>
                <a:off x="645406" y="6029914"/>
                <a:ext cx="272880" cy="47484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91796A7A-A2C8-46E8-88E4-37A6810E0E6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27406" y="6011914"/>
                  <a:ext cx="3085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C50191A8-470E-43C1-8CEB-D0E9A618CB6D}"/>
                    </a:ext>
                  </a:extLst>
                </p14:cNvPr>
                <p14:cNvContentPartPr/>
                <p14:nvPr/>
              </p14:nvContentPartPr>
              <p14:xfrm>
                <a:off x="1030606" y="6265354"/>
                <a:ext cx="205560" cy="25092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C50191A8-470E-43C1-8CEB-D0E9A618CB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2966" y="6247354"/>
                  <a:ext cx="241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949B9572-3C5C-481A-A952-ADCAD1CFAA00}"/>
                    </a:ext>
                  </a:extLst>
                </p14:cNvPr>
                <p14:cNvContentPartPr/>
                <p14:nvPr/>
              </p14:nvContentPartPr>
              <p14:xfrm>
                <a:off x="1317526" y="6419434"/>
                <a:ext cx="167760" cy="3564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949B9572-3C5C-481A-A952-ADCAD1CFAA0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299526" y="6401434"/>
                  <a:ext cx="203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73F61A88-EAC7-461F-BB6A-1064587AD175}"/>
                    </a:ext>
                  </a:extLst>
                </p14:cNvPr>
                <p14:cNvContentPartPr/>
                <p14:nvPr/>
              </p14:nvContentPartPr>
              <p14:xfrm>
                <a:off x="1299166" y="6345634"/>
                <a:ext cx="263160" cy="792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73F61A88-EAC7-461F-BB6A-1064587AD17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281166" y="6327634"/>
                  <a:ext cx="298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1CCA3665-292D-4144-96DF-4F758E73833D}"/>
                    </a:ext>
                  </a:extLst>
                </p14:cNvPr>
                <p14:cNvContentPartPr/>
                <p14:nvPr/>
              </p14:nvContentPartPr>
              <p14:xfrm>
                <a:off x="1574206" y="6095794"/>
                <a:ext cx="163080" cy="34128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1CCA3665-292D-4144-96DF-4F758E73833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56206" y="6078154"/>
                  <a:ext cx="1987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0D1779FA-0686-4892-8826-89EA51DCC2FB}"/>
                    </a:ext>
                  </a:extLst>
                </p14:cNvPr>
                <p14:cNvContentPartPr/>
                <p14:nvPr/>
              </p14:nvContentPartPr>
              <p14:xfrm>
                <a:off x="1814326" y="6192634"/>
                <a:ext cx="189360" cy="27324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0D1779FA-0686-4892-8826-89EA51DCC2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796326" y="6174634"/>
                  <a:ext cx="225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A768A8CD-2386-4A78-9C4B-7A7130A48FCF}"/>
                    </a:ext>
                  </a:extLst>
                </p14:cNvPr>
                <p14:cNvContentPartPr/>
                <p14:nvPr/>
              </p14:nvContentPartPr>
              <p14:xfrm>
                <a:off x="2074246" y="6215674"/>
                <a:ext cx="249480" cy="22140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A768A8CD-2386-4A78-9C4B-7A7130A48FC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56606" y="6198034"/>
                  <a:ext cx="28512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0E53E4E9-8AE6-4E66-85D4-DF51BE9A736D}"/>
                  </a:ext>
                </a:extLst>
              </p14:cNvPr>
              <p14:cNvContentPartPr/>
              <p14:nvPr/>
            </p14:nvContentPartPr>
            <p14:xfrm>
              <a:off x="4228846" y="4799074"/>
              <a:ext cx="319320" cy="1231200"/>
            </p14:xfrm>
          </p:contentPart>
        </mc:Choice>
        <mc:Fallback xmlns=""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0E53E4E9-8AE6-4E66-85D4-DF51BE9A736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4210846" y="4781434"/>
                <a:ext cx="354960" cy="126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6361C3F1-4BD3-41F2-BEA4-7809C2EEA31B}"/>
              </a:ext>
            </a:extLst>
          </p:cNvPr>
          <p:cNvGrpSpPr/>
          <p:nvPr/>
        </p:nvGrpSpPr>
        <p:grpSpPr>
          <a:xfrm>
            <a:off x="2568886" y="6441394"/>
            <a:ext cx="205560" cy="97920"/>
            <a:chOff x="2568886" y="6441394"/>
            <a:chExt cx="20556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855805B0-3223-43D7-9FF0-C5060C4A87CA}"/>
                    </a:ext>
                  </a:extLst>
                </p14:cNvPr>
                <p14:cNvContentPartPr/>
                <p14:nvPr/>
              </p14:nvContentPartPr>
              <p14:xfrm>
                <a:off x="2568886" y="6509434"/>
                <a:ext cx="192240" cy="2988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855805B0-3223-43D7-9FF0-C5060C4A87C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551246" y="6491794"/>
                  <a:ext cx="227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B7FE66E9-9946-4CA5-A572-5BA0DE4BC9C9}"/>
                    </a:ext>
                  </a:extLst>
                </p14:cNvPr>
                <p14:cNvContentPartPr/>
                <p14:nvPr/>
              </p14:nvContentPartPr>
              <p14:xfrm>
                <a:off x="2590846" y="6441394"/>
                <a:ext cx="183600" cy="1296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B7FE66E9-9946-4CA5-A572-5BA0DE4BC9C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73206" y="6423394"/>
                  <a:ext cx="2192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885E61D6-FF0E-49FC-84E8-3D121C6556E3}"/>
              </a:ext>
            </a:extLst>
          </p:cNvPr>
          <p:cNvGrpSpPr/>
          <p:nvPr/>
        </p:nvGrpSpPr>
        <p:grpSpPr>
          <a:xfrm>
            <a:off x="3161806" y="6035314"/>
            <a:ext cx="3143880" cy="671760"/>
            <a:chOff x="3161806" y="6035314"/>
            <a:chExt cx="314388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88062776-9AD9-4BAE-8EDA-D2088D43FC31}"/>
                    </a:ext>
                  </a:extLst>
                </p14:cNvPr>
                <p14:cNvContentPartPr/>
                <p14:nvPr/>
              </p14:nvContentPartPr>
              <p14:xfrm>
                <a:off x="3161806" y="6115594"/>
                <a:ext cx="181080" cy="33084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88062776-9AD9-4BAE-8EDA-D2088D43FC3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144166" y="6097594"/>
                  <a:ext cx="2167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E3D7B6E1-D2D6-498A-B3A6-2F9873E5BDAC}"/>
                    </a:ext>
                  </a:extLst>
                </p14:cNvPr>
                <p14:cNvContentPartPr/>
                <p14:nvPr/>
              </p14:nvContentPartPr>
              <p14:xfrm>
                <a:off x="3343966" y="6217114"/>
                <a:ext cx="254520" cy="22140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E3D7B6E1-D2D6-498A-B3A6-2F9873E5BDA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325966" y="6199474"/>
                  <a:ext cx="290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A4A61B04-EE7D-4868-B4E7-1FF968341D44}"/>
                    </a:ext>
                  </a:extLst>
                </p14:cNvPr>
                <p14:cNvContentPartPr/>
                <p14:nvPr/>
              </p14:nvContentPartPr>
              <p14:xfrm>
                <a:off x="3516046" y="6083914"/>
                <a:ext cx="297360" cy="36756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A4A61B04-EE7D-4868-B4E7-1FF968341D4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98406" y="6065914"/>
                  <a:ext cx="3330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D1B36D0D-592A-4ABC-ABFA-6637C38A823D}"/>
                    </a:ext>
                  </a:extLst>
                </p14:cNvPr>
                <p14:cNvContentPartPr/>
                <p14:nvPr/>
              </p14:nvContentPartPr>
              <p14:xfrm>
                <a:off x="3940846" y="6364354"/>
                <a:ext cx="45000" cy="3996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D1B36D0D-592A-4ABC-ABFA-6637C38A823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922846" y="6346354"/>
                  <a:ext cx="80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D0D9FB1D-4018-4C0B-BEC1-A94187B8F21E}"/>
                    </a:ext>
                  </a:extLst>
                </p14:cNvPr>
                <p14:cNvContentPartPr/>
                <p14:nvPr/>
              </p14:nvContentPartPr>
              <p14:xfrm>
                <a:off x="4014286" y="6170674"/>
                <a:ext cx="221040" cy="26784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D0D9FB1D-4018-4C0B-BEC1-A94187B8F21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96286" y="6152674"/>
                  <a:ext cx="256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1F21C988-3543-444B-8ECD-DF0F6ECB9BC2}"/>
                    </a:ext>
                  </a:extLst>
                </p14:cNvPr>
                <p14:cNvContentPartPr/>
                <p14:nvPr/>
              </p14:nvContentPartPr>
              <p14:xfrm>
                <a:off x="4279966" y="6315754"/>
                <a:ext cx="360" cy="17424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1F21C988-3543-444B-8ECD-DF0F6ECB9BC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262326" y="6298114"/>
                  <a:ext cx="36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9830B54D-4B3E-4BA8-8ED5-B602BD06B35C}"/>
                    </a:ext>
                  </a:extLst>
                </p14:cNvPr>
                <p14:cNvContentPartPr/>
                <p14:nvPr/>
              </p14:nvContentPartPr>
              <p14:xfrm>
                <a:off x="4304446" y="6134314"/>
                <a:ext cx="182520" cy="27756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9830B54D-4B3E-4BA8-8ED5-B602BD06B35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286806" y="6116314"/>
                  <a:ext cx="2181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8939E165-DC8D-42C9-BC7F-1F92C16F9D0A}"/>
                    </a:ext>
                  </a:extLst>
                </p14:cNvPr>
                <p14:cNvContentPartPr/>
                <p14:nvPr/>
              </p14:nvContentPartPr>
              <p14:xfrm>
                <a:off x="4548886" y="6234034"/>
                <a:ext cx="274320" cy="20304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8939E165-DC8D-42C9-BC7F-1F92C16F9D0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30886" y="6216394"/>
                  <a:ext cx="309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91E40355-25C2-4FF0-BFFF-2707B53766DC}"/>
                    </a:ext>
                  </a:extLst>
                </p14:cNvPr>
                <p14:cNvContentPartPr/>
                <p14:nvPr/>
              </p14:nvContentPartPr>
              <p14:xfrm>
                <a:off x="5036686" y="6509434"/>
                <a:ext cx="160560" cy="1584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91E40355-25C2-4FF0-BFFF-2707B53766D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018686" y="6491794"/>
                  <a:ext cx="196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B84C18CA-073B-4C01-81DB-EE9A844B8EFA}"/>
                    </a:ext>
                  </a:extLst>
                </p14:cNvPr>
                <p14:cNvContentPartPr/>
                <p14:nvPr/>
              </p14:nvContentPartPr>
              <p14:xfrm>
                <a:off x="5026606" y="6447874"/>
                <a:ext cx="162000" cy="237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B84C18CA-073B-4C01-81DB-EE9A844B8EF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008966" y="6429874"/>
                  <a:ext cx="197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598447D1-CB3C-45D0-9AD2-A518E2ED8858}"/>
                    </a:ext>
                  </a:extLst>
                </p14:cNvPr>
                <p14:cNvContentPartPr/>
                <p14:nvPr/>
              </p14:nvContentPartPr>
              <p14:xfrm>
                <a:off x="5283646" y="6172834"/>
                <a:ext cx="311040" cy="39096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598447D1-CB3C-45D0-9AD2-A518E2ED885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265646" y="6154834"/>
                  <a:ext cx="3466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868D27B9-4137-46EB-8934-88709357E670}"/>
                    </a:ext>
                  </a:extLst>
                </p14:cNvPr>
                <p14:cNvContentPartPr/>
                <p14:nvPr/>
              </p14:nvContentPartPr>
              <p14:xfrm>
                <a:off x="5578126" y="6156274"/>
                <a:ext cx="195840" cy="35316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868D27B9-4137-46EB-8934-88709357E67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560126" y="6138634"/>
                  <a:ext cx="2314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C890D80F-8A7B-4023-8877-C53F47B40481}"/>
                    </a:ext>
                  </a:extLst>
                </p14:cNvPr>
                <p14:cNvContentPartPr/>
                <p14:nvPr/>
              </p14:nvContentPartPr>
              <p14:xfrm>
                <a:off x="5856766" y="6035314"/>
                <a:ext cx="333720" cy="61632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C890D80F-8A7B-4023-8877-C53F47B4048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38766" y="6017674"/>
                  <a:ext cx="36936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27F3CDAF-1B65-4BE4-B647-CEEC2FE96269}"/>
                    </a:ext>
                  </a:extLst>
                </p14:cNvPr>
                <p14:cNvContentPartPr/>
                <p14:nvPr/>
              </p14:nvContentPartPr>
              <p14:xfrm>
                <a:off x="5961886" y="6467674"/>
                <a:ext cx="343800" cy="23940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27F3CDAF-1B65-4BE4-B647-CEEC2FE9626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943886" y="6449674"/>
                  <a:ext cx="379440" cy="2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353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Imagem 19">
            <a:extLst>
              <a:ext uri="{FF2B5EF4-FFF2-40B4-BE49-F238E27FC236}">
                <a16:creationId xmlns:a16="http://schemas.microsoft.com/office/drawing/2014/main" id="{A726542D-825A-419C-8677-640405D53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41" t="48924" r="15710" b="28261"/>
          <a:stretch>
            <a:fillRect/>
          </a:stretch>
        </p:blipFill>
        <p:spPr bwMode="auto">
          <a:xfrm>
            <a:off x="316812" y="478972"/>
            <a:ext cx="5024226" cy="231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9C49388-B93F-4816-9F64-2650E56114FF}"/>
                  </a:ext>
                </a:extLst>
              </p14:cNvPr>
              <p14:cNvContentPartPr/>
              <p14:nvPr/>
            </p14:nvContentPartPr>
            <p14:xfrm>
              <a:off x="1613086" y="-60069"/>
              <a:ext cx="30960" cy="126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9C49388-B93F-4816-9F64-2650E56114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5446" y="-77709"/>
                <a:ext cx="666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08591C58-C70A-483B-9E58-79DA686A4EE4}"/>
                  </a:ext>
                </a:extLst>
              </p14:cNvPr>
              <p14:cNvContentPartPr/>
              <p14:nvPr/>
            </p14:nvContentPartPr>
            <p14:xfrm>
              <a:off x="928726" y="3479451"/>
              <a:ext cx="1665720" cy="3765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08591C58-C70A-483B-9E58-79DA686A4E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1086" y="3461811"/>
                <a:ext cx="1701360" cy="4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7" name="Agrupar 3086">
            <a:extLst>
              <a:ext uri="{FF2B5EF4-FFF2-40B4-BE49-F238E27FC236}">
                <a16:creationId xmlns:a16="http://schemas.microsoft.com/office/drawing/2014/main" id="{13F11260-D601-49ED-A87A-5B5046F2F45E}"/>
              </a:ext>
            </a:extLst>
          </p:cNvPr>
          <p:cNvGrpSpPr/>
          <p:nvPr/>
        </p:nvGrpSpPr>
        <p:grpSpPr>
          <a:xfrm>
            <a:off x="94606" y="3091731"/>
            <a:ext cx="4251240" cy="2961720"/>
            <a:chOff x="94606" y="3091731"/>
            <a:chExt cx="4251240" cy="29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3E00DD84-CBB1-4174-8BB6-DD1DCC5D9470}"/>
                    </a:ext>
                  </a:extLst>
                </p14:cNvPr>
                <p14:cNvContentPartPr/>
                <p14:nvPr/>
              </p14:nvContentPartPr>
              <p14:xfrm>
                <a:off x="910366" y="3709851"/>
                <a:ext cx="46800" cy="6433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3E00DD84-CBB1-4174-8BB6-DD1DCC5D94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2726" y="3692211"/>
                  <a:ext cx="8244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6A927AB4-6459-4B29-B499-F630C43D5A3E}"/>
                    </a:ext>
                  </a:extLst>
                </p14:cNvPr>
                <p14:cNvContentPartPr/>
                <p14:nvPr/>
              </p14:nvContentPartPr>
              <p14:xfrm>
                <a:off x="542446" y="4370451"/>
                <a:ext cx="480240" cy="1548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6A927AB4-6459-4B29-B499-F630C43D5A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4806" y="4352811"/>
                  <a:ext cx="515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5A870FF6-E6C7-4D6B-92F2-61BE564BB408}"/>
                    </a:ext>
                  </a:extLst>
                </p14:cNvPr>
                <p14:cNvContentPartPr/>
                <p14:nvPr/>
              </p14:nvContentPartPr>
              <p14:xfrm>
                <a:off x="828646" y="4494651"/>
                <a:ext cx="98280" cy="684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5A870FF6-E6C7-4D6B-92F2-61BE564BB4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646" y="4477011"/>
                  <a:ext cx="133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996C6089-4255-4EB1-AC4E-E7F93AE72C08}"/>
                    </a:ext>
                  </a:extLst>
                </p14:cNvPr>
                <p14:cNvContentPartPr/>
                <p14:nvPr/>
              </p14:nvContentPartPr>
              <p14:xfrm>
                <a:off x="580246" y="4600491"/>
                <a:ext cx="400320" cy="1764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996C6089-4255-4EB1-AC4E-E7F93AE72C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2606" y="4582491"/>
                  <a:ext cx="435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27B94FFC-2688-421F-9683-70EFC2841664}"/>
                    </a:ext>
                  </a:extLst>
                </p14:cNvPr>
                <p14:cNvContentPartPr/>
                <p14:nvPr/>
              </p14:nvContentPartPr>
              <p14:xfrm>
                <a:off x="764926" y="4689411"/>
                <a:ext cx="138600" cy="3117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27B94FFC-2688-421F-9683-70EFC28416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7286" y="4671771"/>
                  <a:ext cx="174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3E298401-50F6-429B-9D7C-AFC915358924}"/>
                    </a:ext>
                  </a:extLst>
                </p14:cNvPr>
                <p14:cNvContentPartPr/>
                <p14:nvPr/>
              </p14:nvContentPartPr>
              <p14:xfrm>
                <a:off x="950686" y="4368291"/>
                <a:ext cx="153000" cy="144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3E298401-50F6-429B-9D7C-AFC9153589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3046" y="4350291"/>
                  <a:ext cx="188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27F5072-C5BE-4284-A3A3-9188B956ACDD}"/>
                    </a:ext>
                  </a:extLst>
                </p14:cNvPr>
                <p14:cNvContentPartPr/>
                <p14:nvPr/>
              </p14:nvContentPartPr>
              <p14:xfrm>
                <a:off x="2573926" y="3520491"/>
                <a:ext cx="1203840" cy="136944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27F5072-C5BE-4284-A3A3-9188B956ACD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55926" y="3502851"/>
                  <a:ext cx="1239480" cy="14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E51938F-C7D0-4730-8885-0C5578FDD89E}"/>
                    </a:ext>
                  </a:extLst>
                </p14:cNvPr>
                <p14:cNvContentPartPr/>
                <p14:nvPr/>
              </p14:nvContentPartPr>
              <p14:xfrm>
                <a:off x="3417046" y="4951131"/>
                <a:ext cx="190440" cy="324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E51938F-C7D0-4730-8885-0C5578FDD89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99406" y="4933491"/>
                  <a:ext cx="226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3CCEDFB-747D-46EB-88D3-CC2DFE4CCE81}"/>
                    </a:ext>
                  </a:extLst>
                </p14:cNvPr>
                <p14:cNvContentPartPr/>
                <p14:nvPr/>
              </p14:nvContentPartPr>
              <p14:xfrm>
                <a:off x="3164326" y="5068851"/>
                <a:ext cx="516240" cy="2700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3CCEDFB-747D-46EB-88D3-CC2DFE4CCE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46326" y="5051211"/>
                  <a:ext cx="551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11E8698-B01A-4D85-85FC-42E2B133614E}"/>
                    </a:ext>
                  </a:extLst>
                </p14:cNvPr>
                <p14:cNvContentPartPr/>
                <p14:nvPr/>
              </p14:nvContentPartPr>
              <p14:xfrm>
                <a:off x="3415246" y="5176851"/>
                <a:ext cx="226800" cy="288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11E8698-B01A-4D85-85FC-42E2B13361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97606" y="5158851"/>
                  <a:ext cx="262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40713419-AEEC-4465-9D63-1B63E23F7C6A}"/>
                    </a:ext>
                  </a:extLst>
                </p14:cNvPr>
                <p14:cNvContentPartPr/>
                <p14:nvPr/>
              </p14:nvContentPartPr>
              <p14:xfrm>
                <a:off x="949606" y="5220771"/>
                <a:ext cx="2570760" cy="4204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40713419-AEEC-4465-9D63-1B63E23F7C6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1606" y="5202771"/>
                  <a:ext cx="2606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4D8AD7D-E925-4CF3-9312-368EE18DDA93}"/>
                    </a:ext>
                  </a:extLst>
                </p14:cNvPr>
                <p14:cNvContentPartPr/>
                <p14:nvPr/>
              </p14:nvContentPartPr>
              <p14:xfrm>
                <a:off x="834766" y="4848891"/>
                <a:ext cx="360" cy="3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4D8AD7D-E925-4CF3-9312-368EE18DDA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6766" y="483125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2689F542-F112-4FEF-86E9-E08E7BBBB93F}"/>
                    </a:ext>
                  </a:extLst>
                </p14:cNvPr>
                <p14:cNvContentPartPr/>
                <p14:nvPr/>
              </p14:nvContentPartPr>
              <p14:xfrm>
                <a:off x="834766" y="4838091"/>
                <a:ext cx="131040" cy="8132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2689F542-F112-4FEF-86E9-E08E7BBBB9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6766" y="4820091"/>
                  <a:ext cx="16668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67236F6-86E1-43F8-A7F2-D4EFB2B461A9}"/>
                    </a:ext>
                  </a:extLst>
                </p14:cNvPr>
                <p14:cNvContentPartPr/>
                <p14:nvPr/>
              </p14:nvContentPartPr>
              <p14:xfrm>
                <a:off x="94606" y="4468371"/>
                <a:ext cx="129600" cy="3236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67236F6-86E1-43F8-A7F2-D4EFB2B461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606" y="4450371"/>
                  <a:ext cx="165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C72097D1-741C-442E-919B-82E0A95F07D1}"/>
                    </a:ext>
                  </a:extLst>
                </p14:cNvPr>
                <p14:cNvContentPartPr/>
                <p14:nvPr/>
              </p14:nvContentPartPr>
              <p14:xfrm>
                <a:off x="210166" y="4564131"/>
                <a:ext cx="135000" cy="1890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C72097D1-741C-442E-919B-82E0A95F07D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2526" y="4546491"/>
                  <a:ext cx="170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AFE9705-FAD4-44EA-A780-618582729F36}"/>
                    </a:ext>
                  </a:extLst>
                </p14:cNvPr>
                <p14:cNvContentPartPr/>
                <p14:nvPr/>
              </p14:nvContentPartPr>
              <p14:xfrm>
                <a:off x="340846" y="4490331"/>
                <a:ext cx="77400" cy="2304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AFE9705-FAD4-44EA-A780-618582729F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3206" y="4472691"/>
                  <a:ext cx="113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699D5E1-7623-4607-916E-7AC2F5DCA6CE}"/>
                    </a:ext>
                  </a:extLst>
                </p14:cNvPr>
                <p14:cNvContentPartPr/>
                <p14:nvPr/>
              </p14:nvContentPartPr>
              <p14:xfrm>
                <a:off x="1339486" y="3213051"/>
                <a:ext cx="150840" cy="24408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699D5E1-7623-4607-916E-7AC2F5DCA6C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21486" y="3195051"/>
                  <a:ext cx="186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93CBC7E-00B4-491D-8149-87167336F875}"/>
                    </a:ext>
                  </a:extLst>
                </p14:cNvPr>
                <p14:cNvContentPartPr/>
                <p14:nvPr/>
              </p14:nvContentPartPr>
              <p14:xfrm>
                <a:off x="1495726" y="3380451"/>
                <a:ext cx="21240" cy="1256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93CBC7E-00B4-491D-8149-87167336F8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78086" y="3362811"/>
                  <a:ext cx="56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E5F9517-3238-40C6-9D10-64986118C05E}"/>
                    </a:ext>
                  </a:extLst>
                </p14:cNvPr>
                <p14:cNvContentPartPr/>
                <p14:nvPr/>
              </p14:nvContentPartPr>
              <p14:xfrm>
                <a:off x="1556926" y="3227811"/>
                <a:ext cx="188640" cy="1915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E5F9517-3238-40C6-9D10-64986118C05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39286" y="3209811"/>
                  <a:ext cx="224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799485E-9585-4CB9-9503-B3C06FA2192D}"/>
                    </a:ext>
                  </a:extLst>
                </p14:cNvPr>
                <p14:cNvContentPartPr/>
                <p14:nvPr/>
              </p14:nvContentPartPr>
              <p14:xfrm>
                <a:off x="1748806" y="3091731"/>
                <a:ext cx="272880" cy="2944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799485E-9585-4CB9-9503-B3C06FA2192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31166" y="3074091"/>
                  <a:ext cx="3085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111B1CD6-D44F-4591-B2AC-8453C22CC2AB}"/>
                    </a:ext>
                  </a:extLst>
                </p14:cNvPr>
                <p14:cNvContentPartPr/>
                <p14:nvPr/>
              </p14:nvContentPartPr>
              <p14:xfrm>
                <a:off x="2318326" y="3161211"/>
                <a:ext cx="431640" cy="2466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111B1CD6-D44F-4591-B2AC-8453C22CC2A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00686" y="3143571"/>
                  <a:ext cx="467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BE6FB99-7444-4CFE-9491-291B1D9F50ED}"/>
                    </a:ext>
                  </a:extLst>
                </p14:cNvPr>
                <p14:cNvContentPartPr/>
                <p14:nvPr/>
              </p14:nvContentPartPr>
              <p14:xfrm>
                <a:off x="2559166" y="3123051"/>
                <a:ext cx="28440" cy="3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BE6FB99-7444-4CFE-9491-291B1D9F50E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41526" y="3105411"/>
                  <a:ext cx="64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1BEF5F41-FBC5-4BB9-A367-BABBCA81338E}"/>
                    </a:ext>
                  </a:extLst>
                </p14:cNvPr>
                <p14:cNvContentPartPr/>
                <p14:nvPr/>
              </p14:nvContentPartPr>
              <p14:xfrm>
                <a:off x="3678766" y="4026291"/>
                <a:ext cx="137160" cy="3369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1BEF5F41-FBC5-4BB9-A367-BABBCA81338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61126" y="4008291"/>
                  <a:ext cx="1728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72" name="Tinta 3071">
                  <a:extLst>
                    <a:ext uri="{FF2B5EF4-FFF2-40B4-BE49-F238E27FC236}">
                      <a16:creationId xmlns:a16="http://schemas.microsoft.com/office/drawing/2014/main" id="{6527E7E1-E02F-4884-A439-7A220A41A9D6}"/>
                    </a:ext>
                  </a:extLst>
                </p14:cNvPr>
                <p14:cNvContentPartPr/>
                <p14:nvPr/>
              </p14:nvContentPartPr>
              <p14:xfrm>
                <a:off x="3876766" y="4263891"/>
                <a:ext cx="32040" cy="96120"/>
              </p14:xfrm>
            </p:contentPart>
          </mc:Choice>
          <mc:Fallback xmlns="">
            <p:pic>
              <p:nvPicPr>
                <p:cNvPr id="3072" name="Tinta 3071">
                  <a:extLst>
                    <a:ext uri="{FF2B5EF4-FFF2-40B4-BE49-F238E27FC236}">
                      <a16:creationId xmlns:a16="http://schemas.microsoft.com/office/drawing/2014/main" id="{6527E7E1-E02F-4884-A439-7A220A41A9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8766" y="4245891"/>
                  <a:ext cx="67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75" name="Tinta 3074">
                  <a:extLst>
                    <a:ext uri="{FF2B5EF4-FFF2-40B4-BE49-F238E27FC236}">
                      <a16:creationId xmlns:a16="http://schemas.microsoft.com/office/drawing/2014/main" id="{C0187254-E310-4D57-9C59-4A9072024758}"/>
                    </a:ext>
                  </a:extLst>
                </p14:cNvPr>
                <p14:cNvContentPartPr/>
                <p14:nvPr/>
              </p14:nvContentPartPr>
              <p14:xfrm>
                <a:off x="3912046" y="4096491"/>
                <a:ext cx="144000" cy="272880"/>
              </p14:xfrm>
            </p:contentPart>
          </mc:Choice>
          <mc:Fallback xmlns="">
            <p:pic>
              <p:nvPicPr>
                <p:cNvPr id="3075" name="Tinta 3074">
                  <a:extLst>
                    <a:ext uri="{FF2B5EF4-FFF2-40B4-BE49-F238E27FC236}">
                      <a16:creationId xmlns:a16="http://schemas.microsoft.com/office/drawing/2014/main" id="{C0187254-E310-4D57-9C59-4A90720247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94406" y="4078851"/>
                  <a:ext cx="1796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076" name="Tinta 3075">
                  <a:extLst>
                    <a:ext uri="{FF2B5EF4-FFF2-40B4-BE49-F238E27FC236}">
                      <a16:creationId xmlns:a16="http://schemas.microsoft.com/office/drawing/2014/main" id="{AAF82A6D-386B-4EDB-8E81-8F09B96C237B}"/>
                    </a:ext>
                  </a:extLst>
                </p14:cNvPr>
                <p14:cNvContentPartPr/>
                <p14:nvPr/>
              </p14:nvContentPartPr>
              <p14:xfrm>
                <a:off x="3946246" y="4204491"/>
                <a:ext cx="165240" cy="51120"/>
              </p14:xfrm>
            </p:contentPart>
          </mc:Choice>
          <mc:Fallback xmlns="">
            <p:pic>
              <p:nvPicPr>
                <p:cNvPr id="3076" name="Tinta 3075">
                  <a:extLst>
                    <a:ext uri="{FF2B5EF4-FFF2-40B4-BE49-F238E27FC236}">
                      <a16:creationId xmlns:a16="http://schemas.microsoft.com/office/drawing/2014/main" id="{AAF82A6D-386B-4EDB-8E81-8F09B96C237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28606" y="4186491"/>
                  <a:ext cx="200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077" name="Tinta 3076">
                  <a:extLst>
                    <a:ext uri="{FF2B5EF4-FFF2-40B4-BE49-F238E27FC236}">
                      <a16:creationId xmlns:a16="http://schemas.microsoft.com/office/drawing/2014/main" id="{41A202B1-0835-4A8E-AF96-0BD2D3BF9EE4}"/>
                    </a:ext>
                  </a:extLst>
                </p14:cNvPr>
                <p14:cNvContentPartPr/>
                <p14:nvPr/>
              </p14:nvContentPartPr>
              <p14:xfrm>
                <a:off x="4100326" y="3986691"/>
                <a:ext cx="216720" cy="370440"/>
              </p14:xfrm>
            </p:contentPart>
          </mc:Choice>
          <mc:Fallback xmlns="">
            <p:pic>
              <p:nvPicPr>
                <p:cNvPr id="3077" name="Tinta 3076">
                  <a:extLst>
                    <a:ext uri="{FF2B5EF4-FFF2-40B4-BE49-F238E27FC236}">
                      <a16:creationId xmlns:a16="http://schemas.microsoft.com/office/drawing/2014/main" id="{41A202B1-0835-4A8E-AF96-0BD2D3BF9E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82686" y="3968691"/>
                  <a:ext cx="2523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079" name="Tinta 3078">
                  <a:extLst>
                    <a:ext uri="{FF2B5EF4-FFF2-40B4-BE49-F238E27FC236}">
                      <a16:creationId xmlns:a16="http://schemas.microsoft.com/office/drawing/2014/main" id="{A3301CDC-9874-4F5D-ABA9-0FEA5E728028}"/>
                    </a:ext>
                  </a:extLst>
                </p14:cNvPr>
                <p14:cNvContentPartPr/>
                <p14:nvPr/>
              </p14:nvContentPartPr>
              <p14:xfrm>
                <a:off x="3859126" y="4967691"/>
                <a:ext cx="175680" cy="263160"/>
              </p14:xfrm>
            </p:contentPart>
          </mc:Choice>
          <mc:Fallback xmlns="">
            <p:pic>
              <p:nvPicPr>
                <p:cNvPr id="3079" name="Tinta 3078">
                  <a:extLst>
                    <a:ext uri="{FF2B5EF4-FFF2-40B4-BE49-F238E27FC236}">
                      <a16:creationId xmlns:a16="http://schemas.microsoft.com/office/drawing/2014/main" id="{A3301CDC-9874-4F5D-ABA9-0FEA5E7280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41126" y="4950051"/>
                  <a:ext cx="2113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080" name="Tinta 3079">
                  <a:extLst>
                    <a:ext uri="{FF2B5EF4-FFF2-40B4-BE49-F238E27FC236}">
                      <a16:creationId xmlns:a16="http://schemas.microsoft.com/office/drawing/2014/main" id="{7D1E0921-B583-42DE-90D6-707B23F80E35}"/>
                    </a:ext>
                  </a:extLst>
                </p14:cNvPr>
                <p14:cNvContentPartPr/>
                <p14:nvPr/>
              </p14:nvContentPartPr>
              <p14:xfrm>
                <a:off x="4021486" y="5034651"/>
                <a:ext cx="159840" cy="188640"/>
              </p14:xfrm>
            </p:contentPart>
          </mc:Choice>
          <mc:Fallback xmlns="">
            <p:pic>
              <p:nvPicPr>
                <p:cNvPr id="3080" name="Tinta 3079">
                  <a:extLst>
                    <a:ext uri="{FF2B5EF4-FFF2-40B4-BE49-F238E27FC236}">
                      <a16:creationId xmlns:a16="http://schemas.microsoft.com/office/drawing/2014/main" id="{7D1E0921-B583-42DE-90D6-707B23F80E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03846" y="5016651"/>
                  <a:ext cx="195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081" name="Tinta 3080">
                  <a:extLst>
                    <a:ext uri="{FF2B5EF4-FFF2-40B4-BE49-F238E27FC236}">
                      <a16:creationId xmlns:a16="http://schemas.microsoft.com/office/drawing/2014/main" id="{549637C5-0401-4B22-97CF-297F1082D212}"/>
                    </a:ext>
                  </a:extLst>
                </p14:cNvPr>
                <p14:cNvContentPartPr/>
                <p14:nvPr/>
              </p14:nvContentPartPr>
              <p14:xfrm>
                <a:off x="4196446" y="5008011"/>
                <a:ext cx="149400" cy="189720"/>
              </p14:xfrm>
            </p:contentPart>
          </mc:Choice>
          <mc:Fallback xmlns="">
            <p:pic>
              <p:nvPicPr>
                <p:cNvPr id="3081" name="Tinta 3080">
                  <a:extLst>
                    <a:ext uri="{FF2B5EF4-FFF2-40B4-BE49-F238E27FC236}">
                      <a16:creationId xmlns:a16="http://schemas.microsoft.com/office/drawing/2014/main" id="{549637C5-0401-4B22-97CF-297F1082D21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78446" y="4990371"/>
                  <a:ext cx="1850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083" name="Tinta 3082">
                  <a:extLst>
                    <a:ext uri="{FF2B5EF4-FFF2-40B4-BE49-F238E27FC236}">
                      <a16:creationId xmlns:a16="http://schemas.microsoft.com/office/drawing/2014/main" id="{7499A4A3-790D-4A18-BAFE-43B452D41A1D}"/>
                    </a:ext>
                  </a:extLst>
                </p14:cNvPr>
                <p14:cNvContentPartPr/>
                <p14:nvPr/>
              </p14:nvContentPartPr>
              <p14:xfrm>
                <a:off x="873646" y="5661051"/>
                <a:ext cx="19800" cy="213480"/>
              </p14:xfrm>
            </p:contentPart>
          </mc:Choice>
          <mc:Fallback xmlns="">
            <p:pic>
              <p:nvPicPr>
                <p:cNvPr id="3083" name="Tinta 3082">
                  <a:extLst>
                    <a:ext uri="{FF2B5EF4-FFF2-40B4-BE49-F238E27FC236}">
                      <a16:creationId xmlns:a16="http://schemas.microsoft.com/office/drawing/2014/main" id="{7499A4A3-790D-4A18-BAFE-43B452D41A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6006" y="5643051"/>
                  <a:ext cx="55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84" name="Tinta 3083">
                  <a:extLst>
                    <a:ext uri="{FF2B5EF4-FFF2-40B4-BE49-F238E27FC236}">
                      <a16:creationId xmlns:a16="http://schemas.microsoft.com/office/drawing/2014/main" id="{A9BB9656-B000-4C2E-8743-FDB36BD15352}"/>
                    </a:ext>
                  </a:extLst>
                </p14:cNvPr>
                <p14:cNvContentPartPr/>
                <p14:nvPr/>
              </p14:nvContentPartPr>
              <p14:xfrm>
                <a:off x="639286" y="5856531"/>
                <a:ext cx="513720" cy="67320"/>
              </p14:xfrm>
            </p:contentPart>
          </mc:Choice>
          <mc:Fallback xmlns="">
            <p:pic>
              <p:nvPicPr>
                <p:cNvPr id="3084" name="Tinta 3083">
                  <a:extLst>
                    <a:ext uri="{FF2B5EF4-FFF2-40B4-BE49-F238E27FC236}">
                      <a16:creationId xmlns:a16="http://schemas.microsoft.com/office/drawing/2014/main" id="{A9BB9656-B000-4C2E-8743-FDB36BD1535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21286" y="5838531"/>
                  <a:ext cx="549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085" name="Tinta 3084">
                  <a:extLst>
                    <a:ext uri="{FF2B5EF4-FFF2-40B4-BE49-F238E27FC236}">
                      <a16:creationId xmlns:a16="http://schemas.microsoft.com/office/drawing/2014/main" id="{20B9963D-B6BC-4A8F-9027-4DFA2B7EB579}"/>
                    </a:ext>
                  </a:extLst>
                </p14:cNvPr>
                <p14:cNvContentPartPr/>
                <p14:nvPr/>
              </p14:nvContentPartPr>
              <p14:xfrm>
                <a:off x="894526" y="5982891"/>
                <a:ext cx="128520" cy="7560"/>
              </p14:xfrm>
            </p:contentPart>
          </mc:Choice>
          <mc:Fallback xmlns="">
            <p:pic>
              <p:nvPicPr>
                <p:cNvPr id="3085" name="Tinta 3084">
                  <a:extLst>
                    <a:ext uri="{FF2B5EF4-FFF2-40B4-BE49-F238E27FC236}">
                      <a16:creationId xmlns:a16="http://schemas.microsoft.com/office/drawing/2014/main" id="{20B9963D-B6BC-4A8F-9027-4DFA2B7EB5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6886" y="5964891"/>
                  <a:ext cx="164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086" name="Tinta 3085">
                  <a:extLst>
                    <a:ext uri="{FF2B5EF4-FFF2-40B4-BE49-F238E27FC236}">
                      <a16:creationId xmlns:a16="http://schemas.microsoft.com/office/drawing/2014/main" id="{56AF4D60-66AD-46E4-BEFE-6E448351F429}"/>
                    </a:ext>
                  </a:extLst>
                </p14:cNvPr>
                <p14:cNvContentPartPr/>
                <p14:nvPr/>
              </p14:nvContentPartPr>
              <p14:xfrm>
                <a:off x="890926" y="5987211"/>
                <a:ext cx="116640" cy="66240"/>
              </p14:xfrm>
            </p:contentPart>
          </mc:Choice>
          <mc:Fallback xmlns="">
            <p:pic>
              <p:nvPicPr>
                <p:cNvPr id="3086" name="Tinta 3085">
                  <a:extLst>
                    <a:ext uri="{FF2B5EF4-FFF2-40B4-BE49-F238E27FC236}">
                      <a16:creationId xmlns:a16="http://schemas.microsoft.com/office/drawing/2014/main" id="{56AF4D60-66AD-46E4-BEFE-6E448351F42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3286" y="5969571"/>
                  <a:ext cx="15228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1" name="Agrupar 3090">
            <a:extLst>
              <a:ext uri="{FF2B5EF4-FFF2-40B4-BE49-F238E27FC236}">
                <a16:creationId xmlns:a16="http://schemas.microsoft.com/office/drawing/2014/main" id="{BE295990-102A-4DB3-BA5C-01E756B68741}"/>
              </a:ext>
            </a:extLst>
          </p:cNvPr>
          <p:cNvGrpSpPr/>
          <p:nvPr/>
        </p:nvGrpSpPr>
        <p:grpSpPr>
          <a:xfrm>
            <a:off x="3935446" y="3740091"/>
            <a:ext cx="1094040" cy="1862640"/>
            <a:chOff x="3935446" y="3740091"/>
            <a:chExt cx="1094040" cy="18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088" name="Tinta 3087">
                  <a:extLst>
                    <a:ext uri="{FF2B5EF4-FFF2-40B4-BE49-F238E27FC236}">
                      <a16:creationId xmlns:a16="http://schemas.microsoft.com/office/drawing/2014/main" id="{8EFC48AF-A2C5-485B-AAC2-94FDF598E784}"/>
                    </a:ext>
                  </a:extLst>
                </p14:cNvPr>
                <p14:cNvContentPartPr/>
                <p14:nvPr/>
              </p14:nvContentPartPr>
              <p14:xfrm>
                <a:off x="3935446" y="3740091"/>
                <a:ext cx="613800" cy="1862640"/>
              </p14:xfrm>
            </p:contentPart>
          </mc:Choice>
          <mc:Fallback xmlns="">
            <p:pic>
              <p:nvPicPr>
                <p:cNvPr id="3088" name="Tinta 3087">
                  <a:extLst>
                    <a:ext uri="{FF2B5EF4-FFF2-40B4-BE49-F238E27FC236}">
                      <a16:creationId xmlns:a16="http://schemas.microsoft.com/office/drawing/2014/main" id="{8EFC48AF-A2C5-485B-AAC2-94FDF598E78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17446" y="3722451"/>
                  <a:ext cx="649440" cy="18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089" name="Tinta 3088">
                  <a:extLst>
                    <a:ext uri="{FF2B5EF4-FFF2-40B4-BE49-F238E27FC236}">
                      <a16:creationId xmlns:a16="http://schemas.microsoft.com/office/drawing/2014/main" id="{F36C13B6-BD4E-436B-81DC-1C6F40909F9F}"/>
                    </a:ext>
                  </a:extLst>
                </p14:cNvPr>
                <p14:cNvContentPartPr/>
                <p14:nvPr/>
              </p14:nvContentPartPr>
              <p14:xfrm>
                <a:off x="4606846" y="3753411"/>
                <a:ext cx="216000" cy="312840"/>
              </p14:xfrm>
            </p:contentPart>
          </mc:Choice>
          <mc:Fallback xmlns="">
            <p:pic>
              <p:nvPicPr>
                <p:cNvPr id="3089" name="Tinta 3088">
                  <a:extLst>
                    <a:ext uri="{FF2B5EF4-FFF2-40B4-BE49-F238E27FC236}">
                      <a16:creationId xmlns:a16="http://schemas.microsoft.com/office/drawing/2014/main" id="{F36C13B6-BD4E-436B-81DC-1C6F40909F9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589206" y="3735771"/>
                  <a:ext cx="2516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090" name="Tinta 3089">
                  <a:extLst>
                    <a:ext uri="{FF2B5EF4-FFF2-40B4-BE49-F238E27FC236}">
                      <a16:creationId xmlns:a16="http://schemas.microsoft.com/office/drawing/2014/main" id="{E27916BA-98A8-4C75-B862-522B7ACDFF5F}"/>
                    </a:ext>
                  </a:extLst>
                </p14:cNvPr>
                <p14:cNvContentPartPr/>
                <p14:nvPr/>
              </p14:nvContentPartPr>
              <p14:xfrm>
                <a:off x="4885126" y="3872211"/>
                <a:ext cx="144360" cy="141480"/>
              </p14:xfrm>
            </p:contentPart>
          </mc:Choice>
          <mc:Fallback xmlns="">
            <p:pic>
              <p:nvPicPr>
                <p:cNvPr id="3090" name="Tinta 3089">
                  <a:extLst>
                    <a:ext uri="{FF2B5EF4-FFF2-40B4-BE49-F238E27FC236}">
                      <a16:creationId xmlns:a16="http://schemas.microsoft.com/office/drawing/2014/main" id="{E27916BA-98A8-4C75-B862-522B7ACDFF5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67126" y="3854211"/>
                  <a:ext cx="18000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095" name="Tinta 3094">
                <a:extLst>
                  <a:ext uri="{FF2B5EF4-FFF2-40B4-BE49-F238E27FC236}">
                    <a16:creationId xmlns:a16="http://schemas.microsoft.com/office/drawing/2014/main" id="{73DE0C42-2EB9-4E68-9987-1534E58CD099}"/>
                  </a:ext>
                </a:extLst>
              </p14:cNvPr>
              <p14:cNvContentPartPr/>
              <p14:nvPr/>
            </p14:nvContentPartPr>
            <p14:xfrm>
              <a:off x="6458686" y="1857291"/>
              <a:ext cx="360" cy="360"/>
            </p14:xfrm>
          </p:contentPart>
        </mc:Choice>
        <mc:Fallback xmlns="">
          <p:pic>
            <p:nvPicPr>
              <p:cNvPr id="3095" name="Tinta 3094">
                <a:extLst>
                  <a:ext uri="{FF2B5EF4-FFF2-40B4-BE49-F238E27FC236}">
                    <a16:creationId xmlns:a16="http://schemas.microsoft.com/office/drawing/2014/main" id="{73DE0C42-2EB9-4E68-9987-1534E58CD09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440686" y="183965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9" name="Agrupar 3098">
            <a:extLst>
              <a:ext uri="{FF2B5EF4-FFF2-40B4-BE49-F238E27FC236}">
                <a16:creationId xmlns:a16="http://schemas.microsoft.com/office/drawing/2014/main" id="{8B2A6C44-7A69-4121-B3EA-D6FDA33E1727}"/>
              </a:ext>
            </a:extLst>
          </p:cNvPr>
          <p:cNvGrpSpPr/>
          <p:nvPr/>
        </p:nvGrpSpPr>
        <p:grpSpPr>
          <a:xfrm>
            <a:off x="1264606" y="4109811"/>
            <a:ext cx="632880" cy="730800"/>
            <a:chOff x="1264606" y="4109811"/>
            <a:chExt cx="632880" cy="73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096" name="Tinta 3095">
                  <a:extLst>
                    <a:ext uri="{FF2B5EF4-FFF2-40B4-BE49-F238E27FC236}">
                      <a16:creationId xmlns:a16="http://schemas.microsoft.com/office/drawing/2014/main" id="{F770A94B-12D7-4B1E-8A7A-731C4A58F3C0}"/>
                    </a:ext>
                  </a:extLst>
                </p14:cNvPr>
                <p14:cNvContentPartPr/>
                <p14:nvPr/>
              </p14:nvContentPartPr>
              <p14:xfrm>
                <a:off x="1264606" y="4109811"/>
                <a:ext cx="632880" cy="730800"/>
              </p14:xfrm>
            </p:contentPart>
          </mc:Choice>
          <mc:Fallback xmlns="">
            <p:pic>
              <p:nvPicPr>
                <p:cNvPr id="3096" name="Tinta 3095">
                  <a:extLst>
                    <a:ext uri="{FF2B5EF4-FFF2-40B4-BE49-F238E27FC236}">
                      <a16:creationId xmlns:a16="http://schemas.microsoft.com/office/drawing/2014/main" id="{F770A94B-12D7-4B1E-8A7A-731C4A58F3C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46966" y="4091811"/>
                  <a:ext cx="6685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097" name="Tinta 3096">
                  <a:extLst>
                    <a:ext uri="{FF2B5EF4-FFF2-40B4-BE49-F238E27FC236}">
                      <a16:creationId xmlns:a16="http://schemas.microsoft.com/office/drawing/2014/main" id="{64E07412-EE9C-45DC-8DAD-7A7C8AF26FAC}"/>
                    </a:ext>
                  </a:extLst>
                </p14:cNvPr>
                <p14:cNvContentPartPr/>
                <p14:nvPr/>
              </p14:nvContentPartPr>
              <p14:xfrm>
                <a:off x="1586446" y="4443171"/>
                <a:ext cx="231120" cy="34200"/>
              </p14:xfrm>
            </p:contentPart>
          </mc:Choice>
          <mc:Fallback xmlns="">
            <p:pic>
              <p:nvPicPr>
                <p:cNvPr id="3097" name="Tinta 3096">
                  <a:extLst>
                    <a:ext uri="{FF2B5EF4-FFF2-40B4-BE49-F238E27FC236}">
                      <a16:creationId xmlns:a16="http://schemas.microsoft.com/office/drawing/2014/main" id="{64E07412-EE9C-45DC-8DAD-7A7C8AF26FA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68446" y="4425531"/>
                  <a:ext cx="266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098" name="Tinta 3097">
                  <a:extLst>
                    <a:ext uri="{FF2B5EF4-FFF2-40B4-BE49-F238E27FC236}">
                      <a16:creationId xmlns:a16="http://schemas.microsoft.com/office/drawing/2014/main" id="{DB4E4BBA-8DC5-43FA-8912-132A267B95FA}"/>
                    </a:ext>
                  </a:extLst>
                </p14:cNvPr>
                <p14:cNvContentPartPr/>
                <p14:nvPr/>
              </p14:nvContentPartPr>
              <p14:xfrm>
                <a:off x="1686526" y="4459371"/>
                <a:ext cx="180000" cy="233640"/>
              </p14:xfrm>
            </p:contentPart>
          </mc:Choice>
          <mc:Fallback xmlns="">
            <p:pic>
              <p:nvPicPr>
                <p:cNvPr id="3098" name="Tinta 3097">
                  <a:extLst>
                    <a:ext uri="{FF2B5EF4-FFF2-40B4-BE49-F238E27FC236}">
                      <a16:creationId xmlns:a16="http://schemas.microsoft.com/office/drawing/2014/main" id="{DB4E4BBA-8DC5-43FA-8912-132A267B95F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668886" y="4441731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100" name="Tinta 3099">
                <a:extLst>
                  <a:ext uri="{FF2B5EF4-FFF2-40B4-BE49-F238E27FC236}">
                    <a16:creationId xmlns:a16="http://schemas.microsoft.com/office/drawing/2014/main" id="{D2C5441C-76A2-4428-A35D-62AD37974100}"/>
                  </a:ext>
                </a:extLst>
              </p14:cNvPr>
              <p14:cNvContentPartPr/>
              <p14:nvPr/>
            </p14:nvContentPartPr>
            <p14:xfrm>
              <a:off x="4702966" y="1042251"/>
              <a:ext cx="1289880" cy="2321280"/>
            </p14:xfrm>
          </p:contentPart>
        </mc:Choice>
        <mc:Fallback xmlns="">
          <p:pic>
            <p:nvPicPr>
              <p:cNvPr id="3100" name="Tinta 3099">
                <a:extLst>
                  <a:ext uri="{FF2B5EF4-FFF2-40B4-BE49-F238E27FC236}">
                    <a16:creationId xmlns:a16="http://schemas.microsoft.com/office/drawing/2014/main" id="{D2C5441C-76A2-4428-A35D-62AD3797410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684966" y="1024251"/>
                <a:ext cx="1325520" cy="235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09" name="Agrupar 3108">
            <a:extLst>
              <a:ext uri="{FF2B5EF4-FFF2-40B4-BE49-F238E27FC236}">
                <a16:creationId xmlns:a16="http://schemas.microsoft.com/office/drawing/2014/main" id="{A51E6595-C3DC-474A-9D38-6B600A433A45}"/>
              </a:ext>
            </a:extLst>
          </p:cNvPr>
          <p:cNvGrpSpPr/>
          <p:nvPr/>
        </p:nvGrpSpPr>
        <p:grpSpPr>
          <a:xfrm>
            <a:off x="6060886" y="360051"/>
            <a:ext cx="601920" cy="371880"/>
            <a:chOff x="6060886" y="360051"/>
            <a:chExt cx="60192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101" name="Tinta 3100">
                  <a:extLst>
                    <a:ext uri="{FF2B5EF4-FFF2-40B4-BE49-F238E27FC236}">
                      <a16:creationId xmlns:a16="http://schemas.microsoft.com/office/drawing/2014/main" id="{25BF77A7-191E-4EA5-B741-40ACD56EDE52}"/>
                    </a:ext>
                  </a:extLst>
                </p14:cNvPr>
                <p14:cNvContentPartPr/>
                <p14:nvPr/>
              </p14:nvContentPartPr>
              <p14:xfrm>
                <a:off x="6060886" y="490371"/>
                <a:ext cx="196200" cy="241560"/>
              </p14:xfrm>
            </p:contentPart>
          </mc:Choice>
          <mc:Fallback xmlns="">
            <p:pic>
              <p:nvPicPr>
                <p:cNvPr id="3101" name="Tinta 3100">
                  <a:extLst>
                    <a:ext uri="{FF2B5EF4-FFF2-40B4-BE49-F238E27FC236}">
                      <a16:creationId xmlns:a16="http://schemas.microsoft.com/office/drawing/2014/main" id="{25BF77A7-191E-4EA5-B741-40ACD56EDE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042886" y="472371"/>
                  <a:ext cx="231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102" name="Tinta 3101">
                  <a:extLst>
                    <a:ext uri="{FF2B5EF4-FFF2-40B4-BE49-F238E27FC236}">
                      <a16:creationId xmlns:a16="http://schemas.microsoft.com/office/drawing/2014/main" id="{BDA01641-7F89-4096-96B2-6A94AF61926A}"/>
                    </a:ext>
                  </a:extLst>
                </p14:cNvPr>
                <p14:cNvContentPartPr/>
                <p14:nvPr/>
              </p14:nvContentPartPr>
              <p14:xfrm>
                <a:off x="6250246" y="370131"/>
                <a:ext cx="264240" cy="281880"/>
              </p14:xfrm>
            </p:contentPart>
          </mc:Choice>
          <mc:Fallback xmlns="">
            <p:pic>
              <p:nvPicPr>
                <p:cNvPr id="3102" name="Tinta 3101">
                  <a:extLst>
                    <a:ext uri="{FF2B5EF4-FFF2-40B4-BE49-F238E27FC236}">
                      <a16:creationId xmlns:a16="http://schemas.microsoft.com/office/drawing/2014/main" id="{BDA01641-7F89-4096-96B2-6A94AF61926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32246" y="352131"/>
                  <a:ext cx="299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103" name="Tinta 3102">
                  <a:extLst>
                    <a:ext uri="{FF2B5EF4-FFF2-40B4-BE49-F238E27FC236}">
                      <a16:creationId xmlns:a16="http://schemas.microsoft.com/office/drawing/2014/main" id="{1ADAA224-89B4-4CF8-8AC1-425429237133}"/>
                    </a:ext>
                  </a:extLst>
                </p14:cNvPr>
                <p14:cNvContentPartPr/>
                <p14:nvPr/>
              </p14:nvContentPartPr>
              <p14:xfrm>
                <a:off x="6495766" y="360051"/>
                <a:ext cx="167040" cy="209520"/>
              </p14:xfrm>
            </p:contentPart>
          </mc:Choice>
          <mc:Fallback xmlns="">
            <p:pic>
              <p:nvPicPr>
                <p:cNvPr id="3103" name="Tinta 3102">
                  <a:extLst>
                    <a:ext uri="{FF2B5EF4-FFF2-40B4-BE49-F238E27FC236}">
                      <a16:creationId xmlns:a16="http://schemas.microsoft.com/office/drawing/2014/main" id="{1ADAA224-89B4-4CF8-8AC1-42542923713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78126" y="342411"/>
                  <a:ext cx="2026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8" name="Agrupar 3107">
            <a:extLst>
              <a:ext uri="{FF2B5EF4-FFF2-40B4-BE49-F238E27FC236}">
                <a16:creationId xmlns:a16="http://schemas.microsoft.com/office/drawing/2014/main" id="{F2B607B8-748B-423B-8A26-B4291D6F28D4}"/>
              </a:ext>
            </a:extLst>
          </p:cNvPr>
          <p:cNvGrpSpPr/>
          <p:nvPr/>
        </p:nvGrpSpPr>
        <p:grpSpPr>
          <a:xfrm>
            <a:off x="7220446" y="263931"/>
            <a:ext cx="1231920" cy="455400"/>
            <a:chOff x="7220446" y="263931"/>
            <a:chExt cx="123192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104" name="Tinta 3103">
                  <a:extLst>
                    <a:ext uri="{FF2B5EF4-FFF2-40B4-BE49-F238E27FC236}">
                      <a16:creationId xmlns:a16="http://schemas.microsoft.com/office/drawing/2014/main" id="{4622F44F-3B37-4658-9A90-CDFDACC0559F}"/>
                    </a:ext>
                  </a:extLst>
                </p14:cNvPr>
                <p14:cNvContentPartPr/>
                <p14:nvPr/>
              </p14:nvContentPartPr>
              <p14:xfrm>
                <a:off x="7220446" y="263931"/>
                <a:ext cx="271080" cy="455400"/>
              </p14:xfrm>
            </p:contentPart>
          </mc:Choice>
          <mc:Fallback xmlns="">
            <p:pic>
              <p:nvPicPr>
                <p:cNvPr id="3104" name="Tinta 3103">
                  <a:extLst>
                    <a:ext uri="{FF2B5EF4-FFF2-40B4-BE49-F238E27FC236}">
                      <a16:creationId xmlns:a16="http://schemas.microsoft.com/office/drawing/2014/main" id="{4622F44F-3B37-4658-9A90-CDFDACC0559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2806" y="245931"/>
                  <a:ext cx="306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105" name="Tinta 3104">
                  <a:extLst>
                    <a:ext uri="{FF2B5EF4-FFF2-40B4-BE49-F238E27FC236}">
                      <a16:creationId xmlns:a16="http://schemas.microsoft.com/office/drawing/2014/main" id="{073A048A-96F0-4EFD-8A9C-96BC7F0FA01A}"/>
                    </a:ext>
                  </a:extLst>
                </p14:cNvPr>
                <p14:cNvContentPartPr/>
                <p14:nvPr/>
              </p14:nvContentPartPr>
              <p14:xfrm>
                <a:off x="7654606" y="373011"/>
                <a:ext cx="132480" cy="260640"/>
              </p14:xfrm>
            </p:contentPart>
          </mc:Choice>
          <mc:Fallback xmlns="">
            <p:pic>
              <p:nvPicPr>
                <p:cNvPr id="3105" name="Tinta 3104">
                  <a:extLst>
                    <a:ext uri="{FF2B5EF4-FFF2-40B4-BE49-F238E27FC236}">
                      <a16:creationId xmlns:a16="http://schemas.microsoft.com/office/drawing/2014/main" id="{073A048A-96F0-4EFD-8A9C-96BC7F0FA01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636606" y="355011"/>
                  <a:ext cx="168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06" name="Tinta 3105">
                  <a:extLst>
                    <a:ext uri="{FF2B5EF4-FFF2-40B4-BE49-F238E27FC236}">
                      <a16:creationId xmlns:a16="http://schemas.microsoft.com/office/drawing/2014/main" id="{A611A9D2-9761-4D5D-8CE6-E256A4A2A1DC}"/>
                    </a:ext>
                  </a:extLst>
                </p14:cNvPr>
                <p14:cNvContentPartPr/>
                <p14:nvPr/>
              </p14:nvContentPartPr>
              <p14:xfrm>
                <a:off x="7947646" y="551571"/>
                <a:ext cx="198360" cy="51120"/>
              </p14:xfrm>
            </p:contentPart>
          </mc:Choice>
          <mc:Fallback xmlns="">
            <p:pic>
              <p:nvPicPr>
                <p:cNvPr id="3106" name="Tinta 3105">
                  <a:extLst>
                    <a:ext uri="{FF2B5EF4-FFF2-40B4-BE49-F238E27FC236}">
                      <a16:creationId xmlns:a16="http://schemas.microsoft.com/office/drawing/2014/main" id="{A611A9D2-9761-4D5D-8CE6-E256A4A2A1D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30006" y="533571"/>
                  <a:ext cx="234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107" name="Tinta 3106">
                  <a:extLst>
                    <a:ext uri="{FF2B5EF4-FFF2-40B4-BE49-F238E27FC236}">
                      <a16:creationId xmlns:a16="http://schemas.microsoft.com/office/drawing/2014/main" id="{58F953E1-4865-482B-9E0F-2288D761C8C6}"/>
                    </a:ext>
                  </a:extLst>
                </p14:cNvPr>
                <p14:cNvContentPartPr/>
                <p14:nvPr/>
              </p14:nvContentPartPr>
              <p14:xfrm>
                <a:off x="7935406" y="338811"/>
                <a:ext cx="516960" cy="221400"/>
              </p14:xfrm>
            </p:contentPart>
          </mc:Choice>
          <mc:Fallback xmlns="">
            <p:pic>
              <p:nvPicPr>
                <p:cNvPr id="3107" name="Tinta 3106">
                  <a:extLst>
                    <a:ext uri="{FF2B5EF4-FFF2-40B4-BE49-F238E27FC236}">
                      <a16:creationId xmlns:a16="http://schemas.microsoft.com/office/drawing/2014/main" id="{58F953E1-4865-482B-9E0F-2288D761C8C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17766" y="321171"/>
                  <a:ext cx="55260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118" name="Tinta 3117">
                <a:extLst>
                  <a:ext uri="{FF2B5EF4-FFF2-40B4-BE49-F238E27FC236}">
                    <a16:creationId xmlns:a16="http://schemas.microsoft.com/office/drawing/2014/main" id="{51B370F6-C833-4D96-A62D-AF5A7F243F01}"/>
                  </a:ext>
                </a:extLst>
              </p14:cNvPr>
              <p14:cNvContentPartPr/>
              <p14:nvPr/>
            </p14:nvContentPartPr>
            <p14:xfrm>
              <a:off x="1087538" y="3002991"/>
              <a:ext cx="959760" cy="619560"/>
            </p14:xfrm>
          </p:contentPart>
        </mc:Choice>
        <mc:Fallback xmlns="">
          <p:pic>
            <p:nvPicPr>
              <p:cNvPr id="3118" name="Tinta 3117">
                <a:extLst>
                  <a:ext uri="{FF2B5EF4-FFF2-40B4-BE49-F238E27FC236}">
                    <a16:creationId xmlns:a16="http://schemas.microsoft.com/office/drawing/2014/main" id="{51B370F6-C833-4D96-A62D-AF5A7F243F0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69898" y="2985351"/>
                <a:ext cx="9954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119" name="Tinta 3118">
                <a:extLst>
                  <a:ext uri="{FF2B5EF4-FFF2-40B4-BE49-F238E27FC236}">
                    <a16:creationId xmlns:a16="http://schemas.microsoft.com/office/drawing/2014/main" id="{79273EBA-88A7-4EF3-ACA5-D83544CA5F55}"/>
                  </a:ext>
                </a:extLst>
              </p14:cNvPr>
              <p14:cNvContentPartPr/>
              <p14:nvPr/>
            </p14:nvContentPartPr>
            <p14:xfrm>
              <a:off x="2166766" y="2952051"/>
              <a:ext cx="1011240" cy="562320"/>
            </p14:xfrm>
          </p:contentPart>
        </mc:Choice>
        <mc:Fallback xmlns="">
          <p:pic>
            <p:nvPicPr>
              <p:cNvPr id="3119" name="Tinta 3118">
                <a:extLst>
                  <a:ext uri="{FF2B5EF4-FFF2-40B4-BE49-F238E27FC236}">
                    <a16:creationId xmlns:a16="http://schemas.microsoft.com/office/drawing/2014/main" id="{79273EBA-88A7-4EF3-ACA5-D83544CA5F5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149126" y="2934411"/>
                <a:ext cx="1046880" cy="59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42" name="Agrupar 3141">
            <a:extLst>
              <a:ext uri="{FF2B5EF4-FFF2-40B4-BE49-F238E27FC236}">
                <a16:creationId xmlns:a16="http://schemas.microsoft.com/office/drawing/2014/main" id="{C4025C6D-6AC8-493E-BAC0-8A7D46005666}"/>
              </a:ext>
            </a:extLst>
          </p:cNvPr>
          <p:cNvGrpSpPr/>
          <p:nvPr/>
        </p:nvGrpSpPr>
        <p:grpSpPr>
          <a:xfrm>
            <a:off x="2981806" y="3888411"/>
            <a:ext cx="295200" cy="658080"/>
            <a:chOff x="2981806" y="3888411"/>
            <a:chExt cx="29520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40" name="Tinta 3139">
                  <a:extLst>
                    <a:ext uri="{FF2B5EF4-FFF2-40B4-BE49-F238E27FC236}">
                      <a16:creationId xmlns:a16="http://schemas.microsoft.com/office/drawing/2014/main" id="{F9472548-E395-4CB5-BD19-86C9EC9F47B7}"/>
                    </a:ext>
                  </a:extLst>
                </p14:cNvPr>
                <p14:cNvContentPartPr/>
                <p14:nvPr/>
              </p14:nvContentPartPr>
              <p14:xfrm>
                <a:off x="3193846" y="3888411"/>
                <a:ext cx="83160" cy="398880"/>
              </p14:xfrm>
            </p:contentPart>
          </mc:Choice>
          <mc:Fallback xmlns="">
            <p:pic>
              <p:nvPicPr>
                <p:cNvPr id="3140" name="Tinta 3139">
                  <a:extLst>
                    <a:ext uri="{FF2B5EF4-FFF2-40B4-BE49-F238E27FC236}">
                      <a16:creationId xmlns:a16="http://schemas.microsoft.com/office/drawing/2014/main" id="{F9472548-E395-4CB5-BD19-86C9EC9F47B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176206" y="3870411"/>
                  <a:ext cx="1188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141" name="Tinta 3140">
                  <a:extLst>
                    <a:ext uri="{FF2B5EF4-FFF2-40B4-BE49-F238E27FC236}">
                      <a16:creationId xmlns:a16="http://schemas.microsoft.com/office/drawing/2014/main" id="{489EC71B-B710-4336-AA6A-F74494680743}"/>
                    </a:ext>
                  </a:extLst>
                </p14:cNvPr>
                <p14:cNvContentPartPr/>
                <p14:nvPr/>
              </p14:nvContentPartPr>
              <p14:xfrm>
                <a:off x="2981806" y="3940251"/>
                <a:ext cx="193680" cy="606240"/>
              </p14:xfrm>
            </p:contentPart>
          </mc:Choice>
          <mc:Fallback xmlns="">
            <p:pic>
              <p:nvPicPr>
                <p:cNvPr id="3141" name="Tinta 3140">
                  <a:extLst>
                    <a:ext uri="{FF2B5EF4-FFF2-40B4-BE49-F238E27FC236}">
                      <a16:creationId xmlns:a16="http://schemas.microsoft.com/office/drawing/2014/main" id="{489EC71B-B710-4336-AA6A-F744946807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963806" y="3922611"/>
                  <a:ext cx="229320" cy="64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3151" name="Tinta 3150">
                <a:extLst>
                  <a:ext uri="{FF2B5EF4-FFF2-40B4-BE49-F238E27FC236}">
                    <a16:creationId xmlns:a16="http://schemas.microsoft.com/office/drawing/2014/main" id="{DB2C5DAC-98D7-4ACA-BFF9-3588E7312BC5}"/>
                  </a:ext>
                </a:extLst>
              </p14:cNvPr>
              <p14:cNvContentPartPr/>
              <p14:nvPr/>
            </p14:nvContentPartPr>
            <p14:xfrm>
              <a:off x="3086206" y="4750971"/>
              <a:ext cx="179640" cy="640440"/>
            </p14:xfrm>
          </p:contentPart>
        </mc:Choice>
        <mc:Fallback xmlns="">
          <p:pic>
            <p:nvPicPr>
              <p:cNvPr id="3151" name="Tinta 3150">
                <a:extLst>
                  <a:ext uri="{FF2B5EF4-FFF2-40B4-BE49-F238E27FC236}">
                    <a16:creationId xmlns:a16="http://schemas.microsoft.com/office/drawing/2014/main" id="{DB2C5DAC-98D7-4ACA-BFF9-3588E7312BC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068566" y="4733331"/>
                <a:ext cx="215280" cy="67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86" name="Agrupar 3185">
            <a:extLst>
              <a:ext uri="{FF2B5EF4-FFF2-40B4-BE49-F238E27FC236}">
                <a16:creationId xmlns:a16="http://schemas.microsoft.com/office/drawing/2014/main" id="{1FC9E9D2-19FB-41D3-A637-2CBC171D1005}"/>
              </a:ext>
            </a:extLst>
          </p:cNvPr>
          <p:cNvGrpSpPr/>
          <p:nvPr/>
        </p:nvGrpSpPr>
        <p:grpSpPr>
          <a:xfrm>
            <a:off x="6125326" y="1065651"/>
            <a:ext cx="6797160" cy="1603800"/>
            <a:chOff x="6125326" y="1065651"/>
            <a:chExt cx="6797160" cy="16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143" name="Tinta 3142">
                  <a:extLst>
                    <a:ext uri="{FF2B5EF4-FFF2-40B4-BE49-F238E27FC236}">
                      <a16:creationId xmlns:a16="http://schemas.microsoft.com/office/drawing/2014/main" id="{93C92D85-3C35-47DC-81E6-D8DFB3839FBE}"/>
                    </a:ext>
                  </a:extLst>
                </p14:cNvPr>
                <p14:cNvContentPartPr/>
                <p14:nvPr/>
              </p14:nvContentPartPr>
              <p14:xfrm>
                <a:off x="10114486" y="1164291"/>
                <a:ext cx="139320" cy="484200"/>
              </p14:xfrm>
            </p:contentPart>
          </mc:Choice>
          <mc:Fallback xmlns="">
            <p:pic>
              <p:nvPicPr>
                <p:cNvPr id="3143" name="Tinta 3142">
                  <a:extLst>
                    <a:ext uri="{FF2B5EF4-FFF2-40B4-BE49-F238E27FC236}">
                      <a16:creationId xmlns:a16="http://schemas.microsoft.com/office/drawing/2014/main" id="{93C92D85-3C35-47DC-81E6-D8DFB3839FB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096846" y="1146291"/>
                  <a:ext cx="1749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144" name="Tinta 3143">
                  <a:extLst>
                    <a:ext uri="{FF2B5EF4-FFF2-40B4-BE49-F238E27FC236}">
                      <a16:creationId xmlns:a16="http://schemas.microsoft.com/office/drawing/2014/main" id="{3D63293E-BBC3-4D56-9728-BD6EF8B078F6}"/>
                    </a:ext>
                  </a:extLst>
                </p14:cNvPr>
                <p14:cNvContentPartPr/>
                <p14:nvPr/>
              </p14:nvContentPartPr>
              <p14:xfrm>
                <a:off x="10343086" y="1521771"/>
                <a:ext cx="7560" cy="169920"/>
              </p14:xfrm>
            </p:contentPart>
          </mc:Choice>
          <mc:Fallback xmlns="">
            <p:pic>
              <p:nvPicPr>
                <p:cNvPr id="3144" name="Tinta 3143">
                  <a:extLst>
                    <a:ext uri="{FF2B5EF4-FFF2-40B4-BE49-F238E27FC236}">
                      <a16:creationId xmlns:a16="http://schemas.microsoft.com/office/drawing/2014/main" id="{3D63293E-BBC3-4D56-9728-BD6EF8B078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25446" y="1503771"/>
                  <a:ext cx="43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145" name="Tinta 3144">
                  <a:extLst>
                    <a:ext uri="{FF2B5EF4-FFF2-40B4-BE49-F238E27FC236}">
                      <a16:creationId xmlns:a16="http://schemas.microsoft.com/office/drawing/2014/main" id="{80202ECA-D642-4BFC-B386-EE21888E4C1F}"/>
                    </a:ext>
                  </a:extLst>
                </p14:cNvPr>
                <p14:cNvContentPartPr/>
                <p14:nvPr/>
              </p14:nvContentPartPr>
              <p14:xfrm>
                <a:off x="10395646" y="1286331"/>
                <a:ext cx="125640" cy="334080"/>
              </p14:xfrm>
            </p:contentPart>
          </mc:Choice>
          <mc:Fallback xmlns="">
            <p:pic>
              <p:nvPicPr>
                <p:cNvPr id="3145" name="Tinta 3144">
                  <a:extLst>
                    <a:ext uri="{FF2B5EF4-FFF2-40B4-BE49-F238E27FC236}">
                      <a16:creationId xmlns:a16="http://schemas.microsoft.com/office/drawing/2014/main" id="{80202ECA-D642-4BFC-B386-EE21888E4C1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78006" y="1268331"/>
                  <a:ext cx="1612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146" name="Tinta 3145">
                  <a:extLst>
                    <a:ext uri="{FF2B5EF4-FFF2-40B4-BE49-F238E27FC236}">
                      <a16:creationId xmlns:a16="http://schemas.microsoft.com/office/drawing/2014/main" id="{37C69837-F3BD-41A2-A23E-7126BD7E27A5}"/>
                    </a:ext>
                  </a:extLst>
                </p14:cNvPr>
                <p14:cNvContentPartPr/>
                <p14:nvPr/>
              </p14:nvContentPartPr>
              <p14:xfrm>
                <a:off x="10416526" y="1419531"/>
                <a:ext cx="198360" cy="89280"/>
              </p14:xfrm>
            </p:contentPart>
          </mc:Choice>
          <mc:Fallback xmlns="">
            <p:pic>
              <p:nvPicPr>
                <p:cNvPr id="3146" name="Tinta 3145">
                  <a:extLst>
                    <a:ext uri="{FF2B5EF4-FFF2-40B4-BE49-F238E27FC236}">
                      <a16:creationId xmlns:a16="http://schemas.microsoft.com/office/drawing/2014/main" id="{37C69837-F3BD-41A2-A23E-7126BD7E27A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398886" y="1401531"/>
                  <a:ext cx="234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147" name="Tinta 3146">
                  <a:extLst>
                    <a:ext uri="{FF2B5EF4-FFF2-40B4-BE49-F238E27FC236}">
                      <a16:creationId xmlns:a16="http://schemas.microsoft.com/office/drawing/2014/main" id="{921959FC-BAA2-4374-9B84-BC984862CD07}"/>
                    </a:ext>
                  </a:extLst>
                </p14:cNvPr>
                <p14:cNvContentPartPr/>
                <p14:nvPr/>
              </p14:nvContentPartPr>
              <p14:xfrm>
                <a:off x="10620646" y="1158531"/>
                <a:ext cx="217800" cy="493200"/>
              </p14:xfrm>
            </p:contentPart>
          </mc:Choice>
          <mc:Fallback xmlns="">
            <p:pic>
              <p:nvPicPr>
                <p:cNvPr id="3147" name="Tinta 3146">
                  <a:extLst>
                    <a:ext uri="{FF2B5EF4-FFF2-40B4-BE49-F238E27FC236}">
                      <a16:creationId xmlns:a16="http://schemas.microsoft.com/office/drawing/2014/main" id="{921959FC-BAA2-4374-9B84-BC984862CD0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03006" y="1140891"/>
                  <a:ext cx="2534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148" name="Tinta 3147">
                  <a:extLst>
                    <a:ext uri="{FF2B5EF4-FFF2-40B4-BE49-F238E27FC236}">
                      <a16:creationId xmlns:a16="http://schemas.microsoft.com/office/drawing/2014/main" id="{D1BBC172-FF68-4F07-879F-3CFAC4FCB5C6}"/>
                    </a:ext>
                  </a:extLst>
                </p14:cNvPr>
                <p14:cNvContentPartPr/>
                <p14:nvPr/>
              </p14:nvContentPartPr>
              <p14:xfrm>
                <a:off x="10879846" y="1567851"/>
                <a:ext cx="24840" cy="16920"/>
              </p14:xfrm>
            </p:contentPart>
          </mc:Choice>
          <mc:Fallback xmlns="">
            <p:pic>
              <p:nvPicPr>
                <p:cNvPr id="3148" name="Tinta 3147">
                  <a:extLst>
                    <a:ext uri="{FF2B5EF4-FFF2-40B4-BE49-F238E27FC236}">
                      <a16:creationId xmlns:a16="http://schemas.microsoft.com/office/drawing/2014/main" id="{D1BBC172-FF68-4F07-879F-3CFAC4FCB5C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61846" y="1550211"/>
                  <a:ext cx="60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149" name="Tinta 3148">
                  <a:extLst>
                    <a:ext uri="{FF2B5EF4-FFF2-40B4-BE49-F238E27FC236}">
                      <a16:creationId xmlns:a16="http://schemas.microsoft.com/office/drawing/2014/main" id="{3233296E-7DAE-4BD2-B816-B41F656C9DEC}"/>
                    </a:ext>
                  </a:extLst>
                </p14:cNvPr>
                <p14:cNvContentPartPr/>
                <p14:nvPr/>
              </p14:nvContentPartPr>
              <p14:xfrm>
                <a:off x="10959046" y="1243491"/>
                <a:ext cx="284400" cy="342000"/>
              </p14:xfrm>
            </p:contentPart>
          </mc:Choice>
          <mc:Fallback xmlns="">
            <p:pic>
              <p:nvPicPr>
                <p:cNvPr id="3149" name="Tinta 3148">
                  <a:extLst>
                    <a:ext uri="{FF2B5EF4-FFF2-40B4-BE49-F238E27FC236}">
                      <a16:creationId xmlns:a16="http://schemas.microsoft.com/office/drawing/2014/main" id="{3233296E-7DAE-4BD2-B816-B41F656C9DE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941406" y="1225491"/>
                  <a:ext cx="3200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110" name="Tinta 3109">
                  <a:extLst>
                    <a:ext uri="{FF2B5EF4-FFF2-40B4-BE49-F238E27FC236}">
                      <a16:creationId xmlns:a16="http://schemas.microsoft.com/office/drawing/2014/main" id="{1012F165-F314-4350-87B2-75D75D76AAF7}"/>
                    </a:ext>
                  </a:extLst>
                </p14:cNvPr>
                <p14:cNvContentPartPr/>
                <p14:nvPr/>
              </p14:nvContentPartPr>
              <p14:xfrm>
                <a:off x="6125326" y="1384251"/>
                <a:ext cx="435960" cy="408960"/>
              </p14:xfrm>
            </p:contentPart>
          </mc:Choice>
          <mc:Fallback xmlns="">
            <p:pic>
              <p:nvPicPr>
                <p:cNvPr id="3110" name="Tinta 3109">
                  <a:extLst>
                    <a:ext uri="{FF2B5EF4-FFF2-40B4-BE49-F238E27FC236}">
                      <a16:creationId xmlns:a16="http://schemas.microsoft.com/office/drawing/2014/main" id="{1012F165-F314-4350-87B2-75D75D76AAF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07686" y="1366251"/>
                  <a:ext cx="471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111" name="Tinta 3110">
                  <a:extLst>
                    <a:ext uri="{FF2B5EF4-FFF2-40B4-BE49-F238E27FC236}">
                      <a16:creationId xmlns:a16="http://schemas.microsoft.com/office/drawing/2014/main" id="{EA9EDE3F-B334-4F73-BAC5-D34082FD4341}"/>
                    </a:ext>
                  </a:extLst>
                </p14:cNvPr>
                <p14:cNvContentPartPr/>
                <p14:nvPr/>
              </p14:nvContentPartPr>
              <p14:xfrm>
                <a:off x="6716806" y="1599891"/>
                <a:ext cx="146160" cy="8280"/>
              </p14:xfrm>
            </p:contentPart>
          </mc:Choice>
          <mc:Fallback xmlns="">
            <p:pic>
              <p:nvPicPr>
                <p:cNvPr id="3111" name="Tinta 3110">
                  <a:extLst>
                    <a:ext uri="{FF2B5EF4-FFF2-40B4-BE49-F238E27FC236}">
                      <a16:creationId xmlns:a16="http://schemas.microsoft.com/office/drawing/2014/main" id="{EA9EDE3F-B334-4F73-BAC5-D34082FD434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98806" y="1581891"/>
                  <a:ext cx="181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113" name="Tinta 3112">
                  <a:extLst>
                    <a:ext uri="{FF2B5EF4-FFF2-40B4-BE49-F238E27FC236}">
                      <a16:creationId xmlns:a16="http://schemas.microsoft.com/office/drawing/2014/main" id="{781616FE-0644-4C29-B7D6-FA04D1DD324B}"/>
                    </a:ext>
                  </a:extLst>
                </p14:cNvPr>
                <p14:cNvContentPartPr/>
                <p14:nvPr/>
              </p14:nvContentPartPr>
              <p14:xfrm>
                <a:off x="7043326" y="1401171"/>
                <a:ext cx="216720" cy="338400"/>
              </p14:xfrm>
            </p:contentPart>
          </mc:Choice>
          <mc:Fallback xmlns="">
            <p:pic>
              <p:nvPicPr>
                <p:cNvPr id="3113" name="Tinta 3112">
                  <a:extLst>
                    <a:ext uri="{FF2B5EF4-FFF2-40B4-BE49-F238E27FC236}">
                      <a16:creationId xmlns:a16="http://schemas.microsoft.com/office/drawing/2014/main" id="{781616FE-0644-4C29-B7D6-FA04D1DD324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25686" y="1383171"/>
                  <a:ext cx="2523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114" name="Tinta 3113">
                  <a:extLst>
                    <a:ext uri="{FF2B5EF4-FFF2-40B4-BE49-F238E27FC236}">
                      <a16:creationId xmlns:a16="http://schemas.microsoft.com/office/drawing/2014/main" id="{6C9B10E4-2DC0-40D3-A685-A4BE0AABC10D}"/>
                    </a:ext>
                  </a:extLst>
                </p14:cNvPr>
                <p14:cNvContentPartPr/>
                <p14:nvPr/>
              </p14:nvContentPartPr>
              <p14:xfrm>
                <a:off x="7324486" y="1616451"/>
                <a:ext cx="360" cy="122400"/>
              </p14:xfrm>
            </p:contentPart>
          </mc:Choice>
          <mc:Fallback xmlns="">
            <p:pic>
              <p:nvPicPr>
                <p:cNvPr id="3114" name="Tinta 3113">
                  <a:extLst>
                    <a:ext uri="{FF2B5EF4-FFF2-40B4-BE49-F238E27FC236}">
                      <a16:creationId xmlns:a16="http://schemas.microsoft.com/office/drawing/2014/main" id="{6C9B10E4-2DC0-40D3-A685-A4BE0AABC10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06486" y="1598451"/>
                  <a:ext cx="36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115" name="Tinta 3114">
                  <a:extLst>
                    <a:ext uri="{FF2B5EF4-FFF2-40B4-BE49-F238E27FC236}">
                      <a16:creationId xmlns:a16="http://schemas.microsoft.com/office/drawing/2014/main" id="{E05954E1-4D31-46FF-BE94-82C6AAB35496}"/>
                    </a:ext>
                  </a:extLst>
                </p14:cNvPr>
                <p14:cNvContentPartPr/>
                <p14:nvPr/>
              </p14:nvContentPartPr>
              <p14:xfrm>
                <a:off x="7341406" y="1386411"/>
                <a:ext cx="270360" cy="273960"/>
              </p14:xfrm>
            </p:contentPart>
          </mc:Choice>
          <mc:Fallback xmlns="">
            <p:pic>
              <p:nvPicPr>
                <p:cNvPr id="3115" name="Tinta 3114">
                  <a:extLst>
                    <a:ext uri="{FF2B5EF4-FFF2-40B4-BE49-F238E27FC236}">
                      <a16:creationId xmlns:a16="http://schemas.microsoft.com/office/drawing/2014/main" id="{E05954E1-4D31-46FF-BE94-82C6AAB3549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23766" y="1368411"/>
                  <a:ext cx="306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116" name="Tinta 3115">
                  <a:extLst>
                    <a:ext uri="{FF2B5EF4-FFF2-40B4-BE49-F238E27FC236}">
                      <a16:creationId xmlns:a16="http://schemas.microsoft.com/office/drawing/2014/main" id="{4BC7A97B-2A96-4E6E-888D-16441C90BB15}"/>
                    </a:ext>
                  </a:extLst>
                </p14:cNvPr>
                <p14:cNvContentPartPr/>
                <p14:nvPr/>
              </p14:nvContentPartPr>
              <p14:xfrm>
                <a:off x="7638046" y="1264731"/>
                <a:ext cx="293400" cy="371880"/>
              </p14:xfrm>
            </p:contentPart>
          </mc:Choice>
          <mc:Fallback xmlns="">
            <p:pic>
              <p:nvPicPr>
                <p:cNvPr id="3116" name="Tinta 3115">
                  <a:extLst>
                    <a:ext uri="{FF2B5EF4-FFF2-40B4-BE49-F238E27FC236}">
                      <a16:creationId xmlns:a16="http://schemas.microsoft.com/office/drawing/2014/main" id="{4BC7A97B-2A96-4E6E-888D-16441C90BB1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20406" y="1246731"/>
                  <a:ext cx="3290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129" name="Tinta 3128">
                  <a:extLst>
                    <a:ext uri="{FF2B5EF4-FFF2-40B4-BE49-F238E27FC236}">
                      <a16:creationId xmlns:a16="http://schemas.microsoft.com/office/drawing/2014/main" id="{71C2FF34-E38D-4C39-93C5-6968F780996A}"/>
                    </a:ext>
                  </a:extLst>
                </p14:cNvPr>
                <p14:cNvContentPartPr/>
                <p14:nvPr/>
              </p14:nvContentPartPr>
              <p14:xfrm>
                <a:off x="8038366" y="1640571"/>
                <a:ext cx="7560" cy="360"/>
              </p14:xfrm>
            </p:contentPart>
          </mc:Choice>
          <mc:Fallback xmlns="">
            <p:pic>
              <p:nvPicPr>
                <p:cNvPr id="3129" name="Tinta 3128">
                  <a:extLst>
                    <a:ext uri="{FF2B5EF4-FFF2-40B4-BE49-F238E27FC236}">
                      <a16:creationId xmlns:a16="http://schemas.microsoft.com/office/drawing/2014/main" id="{71C2FF34-E38D-4C39-93C5-6968F78099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020366" y="1622571"/>
                  <a:ext cx="4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130" name="Tinta 3129">
                  <a:extLst>
                    <a:ext uri="{FF2B5EF4-FFF2-40B4-BE49-F238E27FC236}">
                      <a16:creationId xmlns:a16="http://schemas.microsoft.com/office/drawing/2014/main" id="{8EB153CB-30DC-4940-9E95-554799A7A72D}"/>
                    </a:ext>
                  </a:extLst>
                </p14:cNvPr>
                <p14:cNvContentPartPr/>
                <p14:nvPr/>
              </p14:nvContentPartPr>
              <p14:xfrm>
                <a:off x="8044486" y="1254291"/>
                <a:ext cx="335880" cy="60840"/>
              </p14:xfrm>
            </p:contentPart>
          </mc:Choice>
          <mc:Fallback xmlns="">
            <p:pic>
              <p:nvPicPr>
                <p:cNvPr id="3130" name="Tinta 3129">
                  <a:extLst>
                    <a:ext uri="{FF2B5EF4-FFF2-40B4-BE49-F238E27FC236}">
                      <a16:creationId xmlns:a16="http://schemas.microsoft.com/office/drawing/2014/main" id="{8EB153CB-30DC-4940-9E95-554799A7A72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26486" y="1236651"/>
                  <a:ext cx="371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131" name="Tinta 3130">
                  <a:extLst>
                    <a:ext uri="{FF2B5EF4-FFF2-40B4-BE49-F238E27FC236}">
                      <a16:creationId xmlns:a16="http://schemas.microsoft.com/office/drawing/2014/main" id="{F54D2606-BA98-466B-BE6E-71B110FAF737}"/>
                    </a:ext>
                  </a:extLst>
                </p14:cNvPr>
                <p14:cNvContentPartPr/>
                <p14:nvPr/>
              </p14:nvContentPartPr>
              <p14:xfrm>
                <a:off x="8100646" y="1314771"/>
                <a:ext cx="291240" cy="313920"/>
              </p14:xfrm>
            </p:contentPart>
          </mc:Choice>
          <mc:Fallback xmlns="">
            <p:pic>
              <p:nvPicPr>
                <p:cNvPr id="3131" name="Tinta 3130">
                  <a:extLst>
                    <a:ext uri="{FF2B5EF4-FFF2-40B4-BE49-F238E27FC236}">
                      <a16:creationId xmlns:a16="http://schemas.microsoft.com/office/drawing/2014/main" id="{F54D2606-BA98-466B-BE6E-71B110FAF73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082646" y="1297131"/>
                  <a:ext cx="326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132" name="Tinta 3131">
                  <a:extLst>
                    <a:ext uri="{FF2B5EF4-FFF2-40B4-BE49-F238E27FC236}">
                      <a16:creationId xmlns:a16="http://schemas.microsoft.com/office/drawing/2014/main" id="{A4A831D6-E37B-4B9D-B886-8DBA3F348282}"/>
                    </a:ext>
                  </a:extLst>
                </p14:cNvPr>
                <p14:cNvContentPartPr/>
                <p14:nvPr/>
              </p14:nvContentPartPr>
              <p14:xfrm>
                <a:off x="8485486" y="1495491"/>
                <a:ext cx="217800" cy="10080"/>
              </p14:xfrm>
            </p:contentPart>
          </mc:Choice>
          <mc:Fallback xmlns="">
            <p:pic>
              <p:nvPicPr>
                <p:cNvPr id="3132" name="Tinta 3131">
                  <a:extLst>
                    <a:ext uri="{FF2B5EF4-FFF2-40B4-BE49-F238E27FC236}">
                      <a16:creationId xmlns:a16="http://schemas.microsoft.com/office/drawing/2014/main" id="{A4A831D6-E37B-4B9D-B886-8DBA3F3482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67846" y="1477851"/>
                  <a:ext cx="253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134" name="Tinta 3133">
                  <a:extLst>
                    <a:ext uri="{FF2B5EF4-FFF2-40B4-BE49-F238E27FC236}">
                      <a16:creationId xmlns:a16="http://schemas.microsoft.com/office/drawing/2014/main" id="{B722B9F2-1674-477F-B626-1E33949ABE30}"/>
                    </a:ext>
                  </a:extLst>
                </p14:cNvPr>
                <p14:cNvContentPartPr/>
                <p14:nvPr/>
              </p14:nvContentPartPr>
              <p14:xfrm>
                <a:off x="8961406" y="1269051"/>
                <a:ext cx="277200" cy="319320"/>
              </p14:xfrm>
            </p:contentPart>
          </mc:Choice>
          <mc:Fallback xmlns="">
            <p:pic>
              <p:nvPicPr>
                <p:cNvPr id="3134" name="Tinta 3133">
                  <a:extLst>
                    <a:ext uri="{FF2B5EF4-FFF2-40B4-BE49-F238E27FC236}">
                      <a16:creationId xmlns:a16="http://schemas.microsoft.com/office/drawing/2014/main" id="{B722B9F2-1674-477F-B626-1E33949ABE3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43766" y="1251411"/>
                  <a:ext cx="3128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135" name="Tinta 3134">
                  <a:extLst>
                    <a:ext uri="{FF2B5EF4-FFF2-40B4-BE49-F238E27FC236}">
                      <a16:creationId xmlns:a16="http://schemas.microsoft.com/office/drawing/2014/main" id="{EC6F68BE-BFC6-4FCD-99BE-DE976D4F634B}"/>
                    </a:ext>
                  </a:extLst>
                </p14:cNvPr>
                <p14:cNvContentPartPr/>
                <p14:nvPr/>
              </p14:nvContentPartPr>
              <p14:xfrm>
                <a:off x="9323926" y="1429251"/>
                <a:ext cx="67680" cy="190440"/>
              </p14:xfrm>
            </p:contentPart>
          </mc:Choice>
          <mc:Fallback xmlns="">
            <p:pic>
              <p:nvPicPr>
                <p:cNvPr id="3135" name="Tinta 3134">
                  <a:extLst>
                    <a:ext uri="{FF2B5EF4-FFF2-40B4-BE49-F238E27FC236}">
                      <a16:creationId xmlns:a16="http://schemas.microsoft.com/office/drawing/2014/main" id="{EC6F68BE-BFC6-4FCD-99BE-DE976D4F634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306286" y="1411611"/>
                  <a:ext cx="103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136" name="Tinta 3135">
                  <a:extLst>
                    <a:ext uri="{FF2B5EF4-FFF2-40B4-BE49-F238E27FC236}">
                      <a16:creationId xmlns:a16="http://schemas.microsoft.com/office/drawing/2014/main" id="{A118587B-B503-41AB-88C0-D944ED376F16}"/>
                    </a:ext>
                  </a:extLst>
                </p14:cNvPr>
                <p14:cNvContentPartPr/>
                <p14:nvPr/>
              </p14:nvContentPartPr>
              <p14:xfrm>
                <a:off x="9372886" y="1214691"/>
                <a:ext cx="167040" cy="346680"/>
              </p14:xfrm>
            </p:contentPart>
          </mc:Choice>
          <mc:Fallback xmlns="">
            <p:pic>
              <p:nvPicPr>
                <p:cNvPr id="3136" name="Tinta 3135">
                  <a:extLst>
                    <a:ext uri="{FF2B5EF4-FFF2-40B4-BE49-F238E27FC236}">
                      <a16:creationId xmlns:a16="http://schemas.microsoft.com/office/drawing/2014/main" id="{A118587B-B503-41AB-88C0-D944ED376F1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354886" y="1197051"/>
                  <a:ext cx="2026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137" name="Tinta 3136">
                  <a:extLst>
                    <a:ext uri="{FF2B5EF4-FFF2-40B4-BE49-F238E27FC236}">
                      <a16:creationId xmlns:a16="http://schemas.microsoft.com/office/drawing/2014/main" id="{485F2DFA-5B45-47AA-9A9C-36DE0460BEAE}"/>
                    </a:ext>
                  </a:extLst>
                </p14:cNvPr>
                <p14:cNvContentPartPr/>
                <p14:nvPr/>
              </p14:nvContentPartPr>
              <p14:xfrm>
                <a:off x="9417886" y="1423851"/>
                <a:ext cx="199440" cy="16200"/>
              </p14:xfrm>
            </p:contentPart>
          </mc:Choice>
          <mc:Fallback xmlns="">
            <p:pic>
              <p:nvPicPr>
                <p:cNvPr id="3137" name="Tinta 3136">
                  <a:extLst>
                    <a:ext uri="{FF2B5EF4-FFF2-40B4-BE49-F238E27FC236}">
                      <a16:creationId xmlns:a16="http://schemas.microsoft.com/office/drawing/2014/main" id="{485F2DFA-5B45-47AA-9A9C-36DE0460BEA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00246" y="1405851"/>
                  <a:ext cx="235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138" name="Tinta 3137">
                  <a:extLst>
                    <a:ext uri="{FF2B5EF4-FFF2-40B4-BE49-F238E27FC236}">
                      <a16:creationId xmlns:a16="http://schemas.microsoft.com/office/drawing/2014/main" id="{564CDED8-D911-4BAD-AC27-1A0BD88BA990}"/>
                    </a:ext>
                  </a:extLst>
                </p14:cNvPr>
                <p14:cNvContentPartPr/>
                <p14:nvPr/>
              </p14:nvContentPartPr>
              <p14:xfrm>
                <a:off x="9804166" y="1455531"/>
                <a:ext cx="173160" cy="7920"/>
              </p14:xfrm>
            </p:contentPart>
          </mc:Choice>
          <mc:Fallback xmlns="">
            <p:pic>
              <p:nvPicPr>
                <p:cNvPr id="3138" name="Tinta 3137">
                  <a:extLst>
                    <a:ext uri="{FF2B5EF4-FFF2-40B4-BE49-F238E27FC236}">
                      <a16:creationId xmlns:a16="http://schemas.microsoft.com/office/drawing/2014/main" id="{564CDED8-D911-4BAD-AC27-1A0BD88BA99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786526" y="1437891"/>
                  <a:ext cx="208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3159" name="Tinta 3158">
                  <a:extLst>
                    <a:ext uri="{FF2B5EF4-FFF2-40B4-BE49-F238E27FC236}">
                      <a16:creationId xmlns:a16="http://schemas.microsoft.com/office/drawing/2014/main" id="{7F09BF4B-A4A0-4CB1-B253-8FEE6FC0F983}"/>
                    </a:ext>
                  </a:extLst>
                </p14:cNvPr>
                <p14:cNvContentPartPr/>
                <p14:nvPr/>
              </p14:nvContentPartPr>
              <p14:xfrm>
                <a:off x="6203806" y="1147011"/>
                <a:ext cx="660600" cy="912600"/>
              </p14:xfrm>
            </p:contentPart>
          </mc:Choice>
          <mc:Fallback xmlns="">
            <p:pic>
              <p:nvPicPr>
                <p:cNvPr id="3159" name="Tinta 3158">
                  <a:extLst>
                    <a:ext uri="{FF2B5EF4-FFF2-40B4-BE49-F238E27FC236}">
                      <a16:creationId xmlns:a16="http://schemas.microsoft.com/office/drawing/2014/main" id="{7F09BF4B-A4A0-4CB1-B253-8FEE6FC0F9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85806" y="1129371"/>
                  <a:ext cx="69624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152" name="Tinta 3151">
                  <a:extLst>
                    <a:ext uri="{FF2B5EF4-FFF2-40B4-BE49-F238E27FC236}">
                      <a16:creationId xmlns:a16="http://schemas.microsoft.com/office/drawing/2014/main" id="{9CA5D92E-F7E7-48C7-9F96-42ACAE2CC0E2}"/>
                    </a:ext>
                  </a:extLst>
                </p14:cNvPr>
                <p14:cNvContentPartPr/>
                <p14:nvPr/>
              </p14:nvContentPartPr>
              <p14:xfrm>
                <a:off x="11397886" y="1452291"/>
                <a:ext cx="165240" cy="11520"/>
              </p14:xfrm>
            </p:contentPart>
          </mc:Choice>
          <mc:Fallback xmlns="">
            <p:pic>
              <p:nvPicPr>
                <p:cNvPr id="3152" name="Tinta 3151">
                  <a:extLst>
                    <a:ext uri="{FF2B5EF4-FFF2-40B4-BE49-F238E27FC236}">
                      <a16:creationId xmlns:a16="http://schemas.microsoft.com/office/drawing/2014/main" id="{9CA5D92E-F7E7-48C7-9F96-42ACAE2CC0E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80246" y="1434651"/>
                  <a:ext cx="200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153" name="Tinta 3152">
                  <a:extLst>
                    <a:ext uri="{FF2B5EF4-FFF2-40B4-BE49-F238E27FC236}">
                      <a16:creationId xmlns:a16="http://schemas.microsoft.com/office/drawing/2014/main" id="{724F76C5-3357-4F2E-81AC-C4351EE78A36}"/>
                    </a:ext>
                  </a:extLst>
                </p14:cNvPr>
                <p14:cNvContentPartPr/>
                <p14:nvPr/>
              </p14:nvContentPartPr>
              <p14:xfrm>
                <a:off x="11649526" y="1288491"/>
                <a:ext cx="247320" cy="326520"/>
              </p14:xfrm>
            </p:contentPart>
          </mc:Choice>
          <mc:Fallback xmlns="">
            <p:pic>
              <p:nvPicPr>
                <p:cNvPr id="3153" name="Tinta 3152">
                  <a:extLst>
                    <a:ext uri="{FF2B5EF4-FFF2-40B4-BE49-F238E27FC236}">
                      <a16:creationId xmlns:a16="http://schemas.microsoft.com/office/drawing/2014/main" id="{724F76C5-3357-4F2E-81AC-C4351EE78A3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631886" y="1270851"/>
                  <a:ext cx="2829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154" name="Tinta 3153">
                  <a:extLst>
                    <a:ext uri="{FF2B5EF4-FFF2-40B4-BE49-F238E27FC236}">
                      <a16:creationId xmlns:a16="http://schemas.microsoft.com/office/drawing/2014/main" id="{F1D5D442-4F8A-4D00-96C7-3C2A8A5E2702}"/>
                    </a:ext>
                  </a:extLst>
                </p14:cNvPr>
                <p14:cNvContentPartPr/>
                <p14:nvPr/>
              </p14:nvContentPartPr>
              <p14:xfrm>
                <a:off x="11885686" y="1321251"/>
                <a:ext cx="249840" cy="296640"/>
              </p14:xfrm>
            </p:contentPart>
          </mc:Choice>
          <mc:Fallback xmlns="">
            <p:pic>
              <p:nvPicPr>
                <p:cNvPr id="3154" name="Tinta 3153">
                  <a:extLst>
                    <a:ext uri="{FF2B5EF4-FFF2-40B4-BE49-F238E27FC236}">
                      <a16:creationId xmlns:a16="http://schemas.microsoft.com/office/drawing/2014/main" id="{F1D5D442-4F8A-4D00-96C7-3C2A8A5E270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867686" y="1303251"/>
                  <a:ext cx="2854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155" name="Tinta 3154">
                  <a:extLst>
                    <a:ext uri="{FF2B5EF4-FFF2-40B4-BE49-F238E27FC236}">
                      <a16:creationId xmlns:a16="http://schemas.microsoft.com/office/drawing/2014/main" id="{5561ABF7-A8F2-40F9-9612-64AAF80F7994}"/>
                    </a:ext>
                  </a:extLst>
                </p14:cNvPr>
                <p14:cNvContentPartPr/>
                <p14:nvPr/>
              </p14:nvContentPartPr>
              <p14:xfrm>
                <a:off x="12296446" y="1542651"/>
                <a:ext cx="252000" cy="16560"/>
              </p14:xfrm>
            </p:contentPart>
          </mc:Choice>
          <mc:Fallback xmlns="">
            <p:pic>
              <p:nvPicPr>
                <p:cNvPr id="3155" name="Tinta 3154">
                  <a:extLst>
                    <a:ext uri="{FF2B5EF4-FFF2-40B4-BE49-F238E27FC236}">
                      <a16:creationId xmlns:a16="http://schemas.microsoft.com/office/drawing/2014/main" id="{5561ABF7-A8F2-40F9-9612-64AAF80F799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278446" y="1524651"/>
                  <a:ext cx="287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156" name="Tinta 3155">
                  <a:extLst>
                    <a:ext uri="{FF2B5EF4-FFF2-40B4-BE49-F238E27FC236}">
                      <a16:creationId xmlns:a16="http://schemas.microsoft.com/office/drawing/2014/main" id="{07953784-CF8E-4A6D-8822-A0B3F02D4D54}"/>
                    </a:ext>
                  </a:extLst>
                </p14:cNvPr>
                <p14:cNvContentPartPr/>
                <p14:nvPr/>
              </p14:nvContentPartPr>
              <p14:xfrm>
                <a:off x="12292126" y="1461291"/>
                <a:ext cx="286560" cy="7920"/>
              </p14:xfrm>
            </p:contentPart>
          </mc:Choice>
          <mc:Fallback xmlns="">
            <p:pic>
              <p:nvPicPr>
                <p:cNvPr id="3156" name="Tinta 3155">
                  <a:extLst>
                    <a:ext uri="{FF2B5EF4-FFF2-40B4-BE49-F238E27FC236}">
                      <a16:creationId xmlns:a16="http://schemas.microsoft.com/office/drawing/2014/main" id="{07953784-CF8E-4A6D-8822-A0B3F02D4D5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274486" y="1443291"/>
                  <a:ext cx="322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157" name="Tinta 3156">
                  <a:extLst>
                    <a:ext uri="{FF2B5EF4-FFF2-40B4-BE49-F238E27FC236}">
                      <a16:creationId xmlns:a16="http://schemas.microsoft.com/office/drawing/2014/main" id="{E78242F7-CE0D-4B61-97DC-E7D7F774BA8E}"/>
                    </a:ext>
                  </a:extLst>
                </p14:cNvPr>
                <p14:cNvContentPartPr/>
                <p14:nvPr/>
              </p14:nvContentPartPr>
              <p14:xfrm>
                <a:off x="12575806" y="1224771"/>
                <a:ext cx="346680" cy="321840"/>
              </p14:xfrm>
            </p:contentPart>
          </mc:Choice>
          <mc:Fallback xmlns="">
            <p:pic>
              <p:nvPicPr>
                <p:cNvPr id="3157" name="Tinta 3156">
                  <a:extLst>
                    <a:ext uri="{FF2B5EF4-FFF2-40B4-BE49-F238E27FC236}">
                      <a16:creationId xmlns:a16="http://schemas.microsoft.com/office/drawing/2014/main" id="{E78242F7-CE0D-4B61-97DC-E7D7F774BA8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558166" y="1206771"/>
                  <a:ext cx="3823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161" name="Tinta 3160">
                  <a:extLst>
                    <a:ext uri="{FF2B5EF4-FFF2-40B4-BE49-F238E27FC236}">
                      <a16:creationId xmlns:a16="http://schemas.microsoft.com/office/drawing/2014/main" id="{CDA0CA6F-904C-420E-B7DE-C3BF1FA20D11}"/>
                    </a:ext>
                  </a:extLst>
                </p14:cNvPr>
                <p14:cNvContentPartPr/>
                <p14:nvPr/>
              </p14:nvContentPartPr>
              <p14:xfrm>
                <a:off x="11455486" y="1065651"/>
                <a:ext cx="681120" cy="971280"/>
              </p14:xfrm>
            </p:contentPart>
          </mc:Choice>
          <mc:Fallback xmlns="">
            <p:pic>
              <p:nvPicPr>
                <p:cNvPr id="3161" name="Tinta 3160">
                  <a:extLst>
                    <a:ext uri="{FF2B5EF4-FFF2-40B4-BE49-F238E27FC236}">
                      <a16:creationId xmlns:a16="http://schemas.microsoft.com/office/drawing/2014/main" id="{CDA0CA6F-904C-420E-B7DE-C3BF1FA20D1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437486" y="1047651"/>
                  <a:ext cx="71676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163" name="Tinta 3162">
                  <a:extLst>
                    <a:ext uri="{FF2B5EF4-FFF2-40B4-BE49-F238E27FC236}">
                      <a16:creationId xmlns:a16="http://schemas.microsoft.com/office/drawing/2014/main" id="{5BE339D6-7CD3-45A7-BB58-2CB01DA6E42A}"/>
                    </a:ext>
                  </a:extLst>
                </p14:cNvPr>
                <p14:cNvContentPartPr/>
                <p14:nvPr/>
              </p14:nvContentPartPr>
              <p14:xfrm>
                <a:off x="6708526" y="2432571"/>
                <a:ext cx="221400" cy="42120"/>
              </p14:xfrm>
            </p:contentPart>
          </mc:Choice>
          <mc:Fallback xmlns="">
            <p:pic>
              <p:nvPicPr>
                <p:cNvPr id="3163" name="Tinta 3162">
                  <a:extLst>
                    <a:ext uri="{FF2B5EF4-FFF2-40B4-BE49-F238E27FC236}">
                      <a16:creationId xmlns:a16="http://schemas.microsoft.com/office/drawing/2014/main" id="{5BE339D6-7CD3-45A7-BB58-2CB01DA6E42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90526" y="2414571"/>
                  <a:ext cx="257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164" name="Tinta 3163">
                  <a:extLst>
                    <a:ext uri="{FF2B5EF4-FFF2-40B4-BE49-F238E27FC236}">
                      <a16:creationId xmlns:a16="http://schemas.microsoft.com/office/drawing/2014/main" id="{DC907471-956B-4B16-8795-A7E622358C91}"/>
                    </a:ext>
                  </a:extLst>
                </p14:cNvPr>
                <p14:cNvContentPartPr/>
                <p14:nvPr/>
              </p14:nvContentPartPr>
              <p14:xfrm>
                <a:off x="6979246" y="2237091"/>
                <a:ext cx="203760" cy="366120"/>
              </p14:xfrm>
            </p:contentPart>
          </mc:Choice>
          <mc:Fallback xmlns="">
            <p:pic>
              <p:nvPicPr>
                <p:cNvPr id="3164" name="Tinta 3163">
                  <a:extLst>
                    <a:ext uri="{FF2B5EF4-FFF2-40B4-BE49-F238E27FC236}">
                      <a16:creationId xmlns:a16="http://schemas.microsoft.com/office/drawing/2014/main" id="{DC907471-956B-4B16-8795-A7E622358C9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961246" y="2219091"/>
                  <a:ext cx="2394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165" name="Tinta 3164">
                  <a:extLst>
                    <a:ext uri="{FF2B5EF4-FFF2-40B4-BE49-F238E27FC236}">
                      <a16:creationId xmlns:a16="http://schemas.microsoft.com/office/drawing/2014/main" id="{633C0876-A6EE-475F-8324-F12ECDA84412}"/>
                    </a:ext>
                  </a:extLst>
                </p14:cNvPr>
                <p14:cNvContentPartPr/>
                <p14:nvPr/>
              </p14:nvContentPartPr>
              <p14:xfrm>
                <a:off x="7229086" y="2519331"/>
                <a:ext cx="22320" cy="150120"/>
              </p14:xfrm>
            </p:contentPart>
          </mc:Choice>
          <mc:Fallback xmlns="">
            <p:pic>
              <p:nvPicPr>
                <p:cNvPr id="3165" name="Tinta 3164">
                  <a:extLst>
                    <a:ext uri="{FF2B5EF4-FFF2-40B4-BE49-F238E27FC236}">
                      <a16:creationId xmlns:a16="http://schemas.microsoft.com/office/drawing/2014/main" id="{633C0876-A6EE-475F-8324-F12ECDA8441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211446" y="2501331"/>
                  <a:ext cx="57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167" name="Tinta 3166">
                  <a:extLst>
                    <a:ext uri="{FF2B5EF4-FFF2-40B4-BE49-F238E27FC236}">
                      <a16:creationId xmlns:a16="http://schemas.microsoft.com/office/drawing/2014/main" id="{4AD383C8-6956-4A9F-B522-DD74F32F75D7}"/>
                    </a:ext>
                  </a:extLst>
                </p14:cNvPr>
                <p14:cNvContentPartPr/>
                <p14:nvPr/>
              </p14:nvContentPartPr>
              <p14:xfrm>
                <a:off x="7332766" y="2242851"/>
                <a:ext cx="258480" cy="366120"/>
              </p14:xfrm>
            </p:contentPart>
          </mc:Choice>
          <mc:Fallback xmlns="">
            <p:pic>
              <p:nvPicPr>
                <p:cNvPr id="3167" name="Tinta 3166">
                  <a:extLst>
                    <a:ext uri="{FF2B5EF4-FFF2-40B4-BE49-F238E27FC236}">
                      <a16:creationId xmlns:a16="http://schemas.microsoft.com/office/drawing/2014/main" id="{4AD383C8-6956-4A9F-B522-DD74F32F75D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314766" y="2225211"/>
                  <a:ext cx="2941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168" name="Tinta 3167">
                  <a:extLst>
                    <a:ext uri="{FF2B5EF4-FFF2-40B4-BE49-F238E27FC236}">
                      <a16:creationId xmlns:a16="http://schemas.microsoft.com/office/drawing/2014/main" id="{75AAD9C6-0DB9-463B-A22B-588B99CB1A9B}"/>
                    </a:ext>
                  </a:extLst>
                </p14:cNvPr>
                <p14:cNvContentPartPr/>
                <p14:nvPr/>
              </p14:nvContentPartPr>
              <p14:xfrm>
                <a:off x="7619686" y="2137731"/>
                <a:ext cx="274680" cy="407160"/>
              </p14:xfrm>
            </p:contentPart>
          </mc:Choice>
          <mc:Fallback xmlns="">
            <p:pic>
              <p:nvPicPr>
                <p:cNvPr id="3168" name="Tinta 3167">
                  <a:extLst>
                    <a:ext uri="{FF2B5EF4-FFF2-40B4-BE49-F238E27FC236}">
                      <a16:creationId xmlns:a16="http://schemas.microsoft.com/office/drawing/2014/main" id="{75AAD9C6-0DB9-463B-A22B-588B99CB1A9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01686" y="2119731"/>
                  <a:ext cx="3103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169" name="Tinta 3168">
                  <a:extLst>
                    <a:ext uri="{FF2B5EF4-FFF2-40B4-BE49-F238E27FC236}">
                      <a16:creationId xmlns:a16="http://schemas.microsoft.com/office/drawing/2014/main" id="{903ED6E3-07C4-4833-8C03-A55258CB8193}"/>
                    </a:ext>
                  </a:extLst>
                </p14:cNvPr>
                <p14:cNvContentPartPr/>
                <p14:nvPr/>
              </p14:nvContentPartPr>
              <p14:xfrm>
                <a:off x="8050606" y="2486211"/>
                <a:ext cx="6480" cy="360"/>
              </p14:xfrm>
            </p:contentPart>
          </mc:Choice>
          <mc:Fallback xmlns="">
            <p:pic>
              <p:nvPicPr>
                <p:cNvPr id="3169" name="Tinta 3168">
                  <a:extLst>
                    <a:ext uri="{FF2B5EF4-FFF2-40B4-BE49-F238E27FC236}">
                      <a16:creationId xmlns:a16="http://schemas.microsoft.com/office/drawing/2014/main" id="{903ED6E3-07C4-4833-8C03-A55258CB819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32606" y="2468571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170" name="Tinta 3169">
                  <a:extLst>
                    <a:ext uri="{FF2B5EF4-FFF2-40B4-BE49-F238E27FC236}">
                      <a16:creationId xmlns:a16="http://schemas.microsoft.com/office/drawing/2014/main" id="{4D1FFE31-286E-4925-8F38-C2FED2272D46}"/>
                    </a:ext>
                  </a:extLst>
                </p14:cNvPr>
                <p14:cNvContentPartPr/>
                <p14:nvPr/>
              </p14:nvContentPartPr>
              <p14:xfrm>
                <a:off x="8140966" y="2166171"/>
                <a:ext cx="346320" cy="347040"/>
              </p14:xfrm>
            </p:contentPart>
          </mc:Choice>
          <mc:Fallback xmlns="">
            <p:pic>
              <p:nvPicPr>
                <p:cNvPr id="3170" name="Tinta 3169">
                  <a:extLst>
                    <a:ext uri="{FF2B5EF4-FFF2-40B4-BE49-F238E27FC236}">
                      <a16:creationId xmlns:a16="http://schemas.microsoft.com/office/drawing/2014/main" id="{4D1FFE31-286E-4925-8F38-C2FED2272D4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122966" y="2148531"/>
                  <a:ext cx="3819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171" name="Tinta 3170">
                  <a:extLst>
                    <a:ext uri="{FF2B5EF4-FFF2-40B4-BE49-F238E27FC236}">
                      <a16:creationId xmlns:a16="http://schemas.microsoft.com/office/drawing/2014/main" id="{EE5CA595-1951-415A-B7D8-B587AC59C651}"/>
                    </a:ext>
                  </a:extLst>
                </p14:cNvPr>
                <p14:cNvContentPartPr/>
                <p14:nvPr/>
              </p14:nvContentPartPr>
              <p14:xfrm>
                <a:off x="8575846" y="2290371"/>
                <a:ext cx="239760" cy="58680"/>
              </p14:xfrm>
            </p:contentPart>
          </mc:Choice>
          <mc:Fallback xmlns="">
            <p:pic>
              <p:nvPicPr>
                <p:cNvPr id="3171" name="Tinta 3170">
                  <a:extLst>
                    <a:ext uri="{FF2B5EF4-FFF2-40B4-BE49-F238E27FC236}">
                      <a16:creationId xmlns:a16="http://schemas.microsoft.com/office/drawing/2014/main" id="{EE5CA595-1951-415A-B7D8-B587AC59C65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58206" y="2272731"/>
                  <a:ext cx="275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3172" name="Tinta 3171">
                  <a:extLst>
                    <a:ext uri="{FF2B5EF4-FFF2-40B4-BE49-F238E27FC236}">
                      <a16:creationId xmlns:a16="http://schemas.microsoft.com/office/drawing/2014/main" id="{992338BD-F627-44A2-A68D-F7874E902D2F}"/>
                    </a:ext>
                  </a:extLst>
                </p14:cNvPr>
                <p14:cNvContentPartPr/>
                <p14:nvPr/>
              </p14:nvContentPartPr>
              <p14:xfrm>
                <a:off x="8843686" y="2099211"/>
                <a:ext cx="228960" cy="426960"/>
              </p14:xfrm>
            </p:contentPart>
          </mc:Choice>
          <mc:Fallback xmlns="">
            <p:pic>
              <p:nvPicPr>
                <p:cNvPr id="3172" name="Tinta 3171">
                  <a:extLst>
                    <a:ext uri="{FF2B5EF4-FFF2-40B4-BE49-F238E27FC236}">
                      <a16:creationId xmlns:a16="http://schemas.microsoft.com/office/drawing/2014/main" id="{992338BD-F627-44A2-A68D-F7874E902D2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825686" y="2081211"/>
                  <a:ext cx="26460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3173" name="Tinta 3172">
                  <a:extLst>
                    <a:ext uri="{FF2B5EF4-FFF2-40B4-BE49-F238E27FC236}">
                      <a16:creationId xmlns:a16="http://schemas.microsoft.com/office/drawing/2014/main" id="{CB1225D3-8159-4ACC-876A-481BA5F25672}"/>
                    </a:ext>
                  </a:extLst>
                </p14:cNvPr>
                <p14:cNvContentPartPr/>
                <p14:nvPr/>
              </p14:nvContentPartPr>
              <p14:xfrm>
                <a:off x="9141766" y="2369571"/>
                <a:ext cx="10080" cy="163080"/>
              </p14:xfrm>
            </p:contentPart>
          </mc:Choice>
          <mc:Fallback xmlns="">
            <p:pic>
              <p:nvPicPr>
                <p:cNvPr id="3173" name="Tinta 3172">
                  <a:extLst>
                    <a:ext uri="{FF2B5EF4-FFF2-40B4-BE49-F238E27FC236}">
                      <a16:creationId xmlns:a16="http://schemas.microsoft.com/office/drawing/2014/main" id="{CB1225D3-8159-4ACC-876A-481BA5F2567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24126" y="2351931"/>
                  <a:ext cx="45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3174" name="Tinta 3173">
                  <a:extLst>
                    <a:ext uri="{FF2B5EF4-FFF2-40B4-BE49-F238E27FC236}">
                      <a16:creationId xmlns:a16="http://schemas.microsoft.com/office/drawing/2014/main" id="{400E7931-3259-4784-9136-CA5613B4A9E3}"/>
                    </a:ext>
                  </a:extLst>
                </p14:cNvPr>
                <p14:cNvContentPartPr/>
                <p14:nvPr/>
              </p14:nvContentPartPr>
              <p14:xfrm>
                <a:off x="9212686" y="2188131"/>
                <a:ext cx="143280" cy="317160"/>
              </p14:xfrm>
            </p:contentPart>
          </mc:Choice>
          <mc:Fallback xmlns="">
            <p:pic>
              <p:nvPicPr>
                <p:cNvPr id="3174" name="Tinta 3173">
                  <a:extLst>
                    <a:ext uri="{FF2B5EF4-FFF2-40B4-BE49-F238E27FC236}">
                      <a16:creationId xmlns:a16="http://schemas.microsoft.com/office/drawing/2014/main" id="{400E7931-3259-4784-9136-CA5613B4A9E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195046" y="2170491"/>
                  <a:ext cx="178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3175" name="Tinta 3174">
                  <a:extLst>
                    <a:ext uri="{FF2B5EF4-FFF2-40B4-BE49-F238E27FC236}">
                      <a16:creationId xmlns:a16="http://schemas.microsoft.com/office/drawing/2014/main" id="{B7954A34-AE77-4437-9859-38B037FA8544}"/>
                    </a:ext>
                  </a:extLst>
                </p14:cNvPr>
                <p14:cNvContentPartPr/>
                <p14:nvPr/>
              </p14:nvContentPartPr>
              <p14:xfrm>
                <a:off x="9242206" y="2342211"/>
                <a:ext cx="211680" cy="69480"/>
              </p14:xfrm>
            </p:contentPart>
          </mc:Choice>
          <mc:Fallback xmlns="">
            <p:pic>
              <p:nvPicPr>
                <p:cNvPr id="3175" name="Tinta 3174">
                  <a:extLst>
                    <a:ext uri="{FF2B5EF4-FFF2-40B4-BE49-F238E27FC236}">
                      <a16:creationId xmlns:a16="http://schemas.microsoft.com/office/drawing/2014/main" id="{B7954A34-AE77-4437-9859-38B037FA854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224206" y="2324571"/>
                  <a:ext cx="247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176" name="Tinta 3175">
                  <a:extLst>
                    <a:ext uri="{FF2B5EF4-FFF2-40B4-BE49-F238E27FC236}">
                      <a16:creationId xmlns:a16="http://schemas.microsoft.com/office/drawing/2014/main" id="{2EC4B0F6-4CCC-4135-AF49-7D29C6A2BF16}"/>
                    </a:ext>
                  </a:extLst>
                </p14:cNvPr>
                <p14:cNvContentPartPr/>
                <p14:nvPr/>
              </p14:nvContentPartPr>
              <p14:xfrm>
                <a:off x="9516166" y="2072571"/>
                <a:ext cx="293400" cy="397800"/>
              </p14:xfrm>
            </p:contentPart>
          </mc:Choice>
          <mc:Fallback xmlns="">
            <p:pic>
              <p:nvPicPr>
                <p:cNvPr id="3176" name="Tinta 3175">
                  <a:extLst>
                    <a:ext uri="{FF2B5EF4-FFF2-40B4-BE49-F238E27FC236}">
                      <a16:creationId xmlns:a16="http://schemas.microsoft.com/office/drawing/2014/main" id="{2EC4B0F6-4CCC-4135-AF49-7D29C6A2BF1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98166" y="2054931"/>
                  <a:ext cx="3290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177" name="Tinta 3176">
                  <a:extLst>
                    <a:ext uri="{FF2B5EF4-FFF2-40B4-BE49-F238E27FC236}">
                      <a16:creationId xmlns:a16="http://schemas.microsoft.com/office/drawing/2014/main" id="{B0FF4BF4-BA46-4369-B3B2-9D2CE66C75DF}"/>
                    </a:ext>
                  </a:extLst>
                </p14:cNvPr>
                <p14:cNvContentPartPr/>
                <p14:nvPr/>
              </p14:nvContentPartPr>
              <p14:xfrm>
                <a:off x="9951046" y="2392971"/>
                <a:ext cx="11520" cy="14760"/>
              </p14:xfrm>
            </p:contentPart>
          </mc:Choice>
          <mc:Fallback xmlns="">
            <p:pic>
              <p:nvPicPr>
                <p:cNvPr id="3177" name="Tinta 3176">
                  <a:extLst>
                    <a:ext uri="{FF2B5EF4-FFF2-40B4-BE49-F238E27FC236}">
                      <a16:creationId xmlns:a16="http://schemas.microsoft.com/office/drawing/2014/main" id="{B0FF4BF4-BA46-4369-B3B2-9D2CE66C75D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933046" y="2374971"/>
                  <a:ext cx="47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178" name="Tinta 3177">
                  <a:extLst>
                    <a:ext uri="{FF2B5EF4-FFF2-40B4-BE49-F238E27FC236}">
                      <a16:creationId xmlns:a16="http://schemas.microsoft.com/office/drawing/2014/main" id="{FE99A96C-AA4B-4216-A00E-50FC180B4CAA}"/>
                    </a:ext>
                  </a:extLst>
                </p14:cNvPr>
                <p14:cNvContentPartPr/>
                <p14:nvPr/>
              </p14:nvContentPartPr>
              <p14:xfrm>
                <a:off x="10001086" y="2069331"/>
                <a:ext cx="411120" cy="345600"/>
              </p14:xfrm>
            </p:contentPart>
          </mc:Choice>
          <mc:Fallback xmlns="">
            <p:pic>
              <p:nvPicPr>
                <p:cNvPr id="3178" name="Tinta 3177">
                  <a:extLst>
                    <a:ext uri="{FF2B5EF4-FFF2-40B4-BE49-F238E27FC236}">
                      <a16:creationId xmlns:a16="http://schemas.microsoft.com/office/drawing/2014/main" id="{FE99A96C-AA4B-4216-A00E-50FC180B4CA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983086" y="2051691"/>
                  <a:ext cx="4467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179" name="Tinta 3178">
                  <a:extLst>
                    <a:ext uri="{FF2B5EF4-FFF2-40B4-BE49-F238E27FC236}">
                      <a16:creationId xmlns:a16="http://schemas.microsoft.com/office/drawing/2014/main" id="{5538070D-9F88-4705-9DDF-D6422E7EEDCB}"/>
                    </a:ext>
                  </a:extLst>
                </p14:cNvPr>
                <p14:cNvContentPartPr/>
                <p14:nvPr/>
              </p14:nvContentPartPr>
              <p14:xfrm>
                <a:off x="10640086" y="2372091"/>
                <a:ext cx="207720" cy="37440"/>
              </p14:xfrm>
            </p:contentPart>
          </mc:Choice>
          <mc:Fallback xmlns="">
            <p:pic>
              <p:nvPicPr>
                <p:cNvPr id="3179" name="Tinta 3178">
                  <a:extLst>
                    <a:ext uri="{FF2B5EF4-FFF2-40B4-BE49-F238E27FC236}">
                      <a16:creationId xmlns:a16="http://schemas.microsoft.com/office/drawing/2014/main" id="{5538070D-9F88-4705-9DDF-D6422E7EEDC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22446" y="2354091"/>
                  <a:ext cx="243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180" name="Tinta 3179">
                  <a:extLst>
                    <a:ext uri="{FF2B5EF4-FFF2-40B4-BE49-F238E27FC236}">
                      <a16:creationId xmlns:a16="http://schemas.microsoft.com/office/drawing/2014/main" id="{4AD0E4B1-1D85-4E17-BC22-0CC2823673CD}"/>
                    </a:ext>
                  </a:extLst>
                </p14:cNvPr>
                <p14:cNvContentPartPr/>
                <p14:nvPr/>
              </p14:nvContentPartPr>
              <p14:xfrm>
                <a:off x="10563046" y="2300091"/>
                <a:ext cx="244800" cy="6120"/>
              </p14:xfrm>
            </p:contentPart>
          </mc:Choice>
          <mc:Fallback xmlns="">
            <p:pic>
              <p:nvPicPr>
                <p:cNvPr id="3180" name="Tinta 3179">
                  <a:extLst>
                    <a:ext uri="{FF2B5EF4-FFF2-40B4-BE49-F238E27FC236}">
                      <a16:creationId xmlns:a16="http://schemas.microsoft.com/office/drawing/2014/main" id="{4AD0E4B1-1D85-4E17-BC22-0CC2823673C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545406" y="2282451"/>
                  <a:ext cx="280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182" name="Tinta 3181">
                  <a:extLst>
                    <a:ext uri="{FF2B5EF4-FFF2-40B4-BE49-F238E27FC236}">
                      <a16:creationId xmlns:a16="http://schemas.microsoft.com/office/drawing/2014/main" id="{DD5A6217-D09E-4B32-A5D2-1C32F40BF958}"/>
                    </a:ext>
                  </a:extLst>
                </p14:cNvPr>
                <p14:cNvContentPartPr/>
                <p14:nvPr/>
              </p14:nvContentPartPr>
              <p14:xfrm>
                <a:off x="10973806" y="2212251"/>
                <a:ext cx="306000" cy="191880"/>
              </p14:xfrm>
            </p:contentPart>
          </mc:Choice>
          <mc:Fallback xmlns="">
            <p:pic>
              <p:nvPicPr>
                <p:cNvPr id="3182" name="Tinta 3181">
                  <a:extLst>
                    <a:ext uri="{FF2B5EF4-FFF2-40B4-BE49-F238E27FC236}">
                      <a16:creationId xmlns:a16="http://schemas.microsoft.com/office/drawing/2014/main" id="{DD5A6217-D09E-4B32-A5D2-1C32F40BF95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56166" y="2194611"/>
                  <a:ext cx="341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183" name="Tinta 3182">
                  <a:extLst>
                    <a:ext uri="{FF2B5EF4-FFF2-40B4-BE49-F238E27FC236}">
                      <a16:creationId xmlns:a16="http://schemas.microsoft.com/office/drawing/2014/main" id="{9E43D096-AB99-4EAA-BF2A-AE11D09C481A}"/>
                    </a:ext>
                  </a:extLst>
                </p14:cNvPr>
                <p14:cNvContentPartPr/>
                <p14:nvPr/>
              </p14:nvContentPartPr>
              <p14:xfrm>
                <a:off x="11356486" y="2329971"/>
                <a:ext cx="16200" cy="160920"/>
              </p14:xfrm>
            </p:contentPart>
          </mc:Choice>
          <mc:Fallback xmlns="">
            <p:pic>
              <p:nvPicPr>
                <p:cNvPr id="3183" name="Tinta 3182">
                  <a:extLst>
                    <a:ext uri="{FF2B5EF4-FFF2-40B4-BE49-F238E27FC236}">
                      <a16:creationId xmlns:a16="http://schemas.microsoft.com/office/drawing/2014/main" id="{9E43D096-AB99-4EAA-BF2A-AE11D09C481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38486" y="2312331"/>
                  <a:ext cx="51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184" name="Tinta 3183">
                  <a:extLst>
                    <a:ext uri="{FF2B5EF4-FFF2-40B4-BE49-F238E27FC236}">
                      <a16:creationId xmlns:a16="http://schemas.microsoft.com/office/drawing/2014/main" id="{AEC516E3-676D-4C80-894F-C7ED6298DC79}"/>
                    </a:ext>
                  </a:extLst>
                </p14:cNvPr>
                <p14:cNvContentPartPr/>
                <p14:nvPr/>
              </p14:nvContentPartPr>
              <p14:xfrm>
                <a:off x="11514166" y="2144211"/>
                <a:ext cx="158760" cy="309600"/>
              </p14:xfrm>
            </p:contentPart>
          </mc:Choice>
          <mc:Fallback xmlns="">
            <p:pic>
              <p:nvPicPr>
                <p:cNvPr id="3184" name="Tinta 3183">
                  <a:extLst>
                    <a:ext uri="{FF2B5EF4-FFF2-40B4-BE49-F238E27FC236}">
                      <a16:creationId xmlns:a16="http://schemas.microsoft.com/office/drawing/2014/main" id="{AEC516E3-676D-4C80-894F-C7ED6298DC7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96166" y="2126571"/>
                  <a:ext cx="194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185" name="Tinta 3184">
                  <a:extLst>
                    <a:ext uri="{FF2B5EF4-FFF2-40B4-BE49-F238E27FC236}">
                      <a16:creationId xmlns:a16="http://schemas.microsoft.com/office/drawing/2014/main" id="{DDCA1536-2FB1-4EEA-AFEF-8E3A064AECB8}"/>
                    </a:ext>
                  </a:extLst>
                </p14:cNvPr>
                <p14:cNvContentPartPr/>
                <p14:nvPr/>
              </p14:nvContentPartPr>
              <p14:xfrm>
                <a:off x="11520286" y="2347611"/>
                <a:ext cx="207000" cy="25560"/>
              </p14:xfrm>
            </p:contentPart>
          </mc:Choice>
          <mc:Fallback xmlns="">
            <p:pic>
              <p:nvPicPr>
                <p:cNvPr id="3185" name="Tinta 3184">
                  <a:extLst>
                    <a:ext uri="{FF2B5EF4-FFF2-40B4-BE49-F238E27FC236}">
                      <a16:creationId xmlns:a16="http://schemas.microsoft.com/office/drawing/2014/main" id="{DDCA1536-2FB1-4EEA-AFEF-8E3A064AECB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502286" y="2329971"/>
                  <a:ext cx="2426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3" name="Agrupar 3202">
            <a:extLst>
              <a:ext uri="{FF2B5EF4-FFF2-40B4-BE49-F238E27FC236}">
                <a16:creationId xmlns:a16="http://schemas.microsoft.com/office/drawing/2014/main" id="{C8BE0C84-E147-480C-81FA-3A1F2104AC62}"/>
              </a:ext>
            </a:extLst>
          </p:cNvPr>
          <p:cNvGrpSpPr/>
          <p:nvPr/>
        </p:nvGrpSpPr>
        <p:grpSpPr>
          <a:xfrm>
            <a:off x="8725606" y="2912091"/>
            <a:ext cx="1070280" cy="1184760"/>
            <a:chOff x="8725606" y="2912091"/>
            <a:chExt cx="1070280" cy="11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3192" name="Tinta 3191">
                  <a:extLst>
                    <a:ext uri="{FF2B5EF4-FFF2-40B4-BE49-F238E27FC236}">
                      <a16:creationId xmlns:a16="http://schemas.microsoft.com/office/drawing/2014/main" id="{AAEB294F-B98A-4834-B9AC-BE50E4CCCB4A}"/>
                    </a:ext>
                  </a:extLst>
                </p14:cNvPr>
                <p14:cNvContentPartPr/>
                <p14:nvPr/>
              </p14:nvContentPartPr>
              <p14:xfrm>
                <a:off x="8966086" y="2933691"/>
                <a:ext cx="243000" cy="372240"/>
              </p14:xfrm>
            </p:contentPart>
          </mc:Choice>
          <mc:Fallback xmlns="">
            <p:pic>
              <p:nvPicPr>
                <p:cNvPr id="3192" name="Tinta 3191">
                  <a:extLst>
                    <a:ext uri="{FF2B5EF4-FFF2-40B4-BE49-F238E27FC236}">
                      <a16:creationId xmlns:a16="http://schemas.microsoft.com/office/drawing/2014/main" id="{AAEB294F-B98A-4834-B9AC-BE50E4CCCB4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948086" y="2916051"/>
                  <a:ext cx="2786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193" name="Tinta 3192">
                  <a:extLst>
                    <a:ext uri="{FF2B5EF4-FFF2-40B4-BE49-F238E27FC236}">
                      <a16:creationId xmlns:a16="http://schemas.microsoft.com/office/drawing/2014/main" id="{AE835281-54AE-44EF-A611-EF7CE4466C0F}"/>
                    </a:ext>
                  </a:extLst>
                </p14:cNvPr>
                <p14:cNvContentPartPr/>
                <p14:nvPr/>
              </p14:nvContentPartPr>
              <p14:xfrm>
                <a:off x="9314206" y="3165891"/>
                <a:ext cx="21240" cy="200520"/>
              </p14:xfrm>
            </p:contentPart>
          </mc:Choice>
          <mc:Fallback xmlns="">
            <p:pic>
              <p:nvPicPr>
                <p:cNvPr id="3193" name="Tinta 3192">
                  <a:extLst>
                    <a:ext uri="{FF2B5EF4-FFF2-40B4-BE49-F238E27FC236}">
                      <a16:creationId xmlns:a16="http://schemas.microsoft.com/office/drawing/2014/main" id="{AE835281-54AE-44EF-A611-EF7CE4466C0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296206" y="3148251"/>
                  <a:ext cx="56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194" name="Tinta 3193">
                  <a:extLst>
                    <a:ext uri="{FF2B5EF4-FFF2-40B4-BE49-F238E27FC236}">
                      <a16:creationId xmlns:a16="http://schemas.microsoft.com/office/drawing/2014/main" id="{AB23236B-CCB5-49D3-9090-6550E8E5E972}"/>
                    </a:ext>
                  </a:extLst>
                </p14:cNvPr>
                <p14:cNvContentPartPr/>
                <p14:nvPr/>
              </p14:nvContentPartPr>
              <p14:xfrm>
                <a:off x="9400966" y="2912091"/>
                <a:ext cx="159120" cy="358920"/>
              </p14:xfrm>
            </p:contentPart>
          </mc:Choice>
          <mc:Fallback xmlns="">
            <p:pic>
              <p:nvPicPr>
                <p:cNvPr id="3194" name="Tinta 3193">
                  <a:extLst>
                    <a:ext uri="{FF2B5EF4-FFF2-40B4-BE49-F238E27FC236}">
                      <a16:creationId xmlns:a16="http://schemas.microsoft.com/office/drawing/2014/main" id="{AB23236B-CCB5-49D3-9090-6550E8E5E97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83326" y="2894091"/>
                  <a:ext cx="1947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195" name="Tinta 3194">
                  <a:extLst>
                    <a:ext uri="{FF2B5EF4-FFF2-40B4-BE49-F238E27FC236}">
                      <a16:creationId xmlns:a16="http://schemas.microsoft.com/office/drawing/2014/main" id="{109CC159-3F1C-4EF4-B663-6883655CEFC7}"/>
                    </a:ext>
                  </a:extLst>
                </p14:cNvPr>
                <p14:cNvContentPartPr/>
                <p14:nvPr/>
              </p14:nvContentPartPr>
              <p14:xfrm>
                <a:off x="9443806" y="3124131"/>
                <a:ext cx="211680" cy="20160"/>
              </p14:xfrm>
            </p:contentPart>
          </mc:Choice>
          <mc:Fallback xmlns="">
            <p:pic>
              <p:nvPicPr>
                <p:cNvPr id="3195" name="Tinta 3194">
                  <a:extLst>
                    <a:ext uri="{FF2B5EF4-FFF2-40B4-BE49-F238E27FC236}">
                      <a16:creationId xmlns:a16="http://schemas.microsoft.com/office/drawing/2014/main" id="{109CC159-3F1C-4EF4-B663-6883655CEFC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425806" y="3106491"/>
                  <a:ext cx="24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196" name="Tinta 3195">
                  <a:extLst>
                    <a:ext uri="{FF2B5EF4-FFF2-40B4-BE49-F238E27FC236}">
                      <a16:creationId xmlns:a16="http://schemas.microsoft.com/office/drawing/2014/main" id="{6FDD8B61-3EEA-4B1D-A745-4F9645D2546E}"/>
                    </a:ext>
                  </a:extLst>
                </p14:cNvPr>
                <p14:cNvContentPartPr/>
                <p14:nvPr/>
              </p14:nvContentPartPr>
              <p14:xfrm>
                <a:off x="9024406" y="3455331"/>
                <a:ext cx="771480" cy="21240"/>
              </p14:xfrm>
            </p:contentPart>
          </mc:Choice>
          <mc:Fallback xmlns="">
            <p:pic>
              <p:nvPicPr>
                <p:cNvPr id="3196" name="Tinta 3195">
                  <a:extLst>
                    <a:ext uri="{FF2B5EF4-FFF2-40B4-BE49-F238E27FC236}">
                      <a16:creationId xmlns:a16="http://schemas.microsoft.com/office/drawing/2014/main" id="{6FDD8B61-3EEA-4B1D-A745-4F9645D2546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006766" y="3437331"/>
                  <a:ext cx="807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198" name="Tinta 3197">
                  <a:extLst>
                    <a:ext uri="{FF2B5EF4-FFF2-40B4-BE49-F238E27FC236}">
                      <a16:creationId xmlns:a16="http://schemas.microsoft.com/office/drawing/2014/main" id="{CCD6AD5F-2014-4B6D-98E8-BAC2702EC824}"/>
                    </a:ext>
                  </a:extLst>
                </p14:cNvPr>
                <p14:cNvContentPartPr/>
                <p14:nvPr/>
              </p14:nvContentPartPr>
              <p14:xfrm>
                <a:off x="9057526" y="3689691"/>
                <a:ext cx="245520" cy="331560"/>
              </p14:xfrm>
            </p:contentPart>
          </mc:Choice>
          <mc:Fallback xmlns="">
            <p:pic>
              <p:nvPicPr>
                <p:cNvPr id="3198" name="Tinta 3197">
                  <a:extLst>
                    <a:ext uri="{FF2B5EF4-FFF2-40B4-BE49-F238E27FC236}">
                      <a16:creationId xmlns:a16="http://schemas.microsoft.com/office/drawing/2014/main" id="{CCD6AD5F-2014-4B6D-98E8-BAC2702EC82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39886" y="3671691"/>
                  <a:ext cx="2811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199" name="Tinta 3198">
                  <a:extLst>
                    <a:ext uri="{FF2B5EF4-FFF2-40B4-BE49-F238E27FC236}">
                      <a16:creationId xmlns:a16="http://schemas.microsoft.com/office/drawing/2014/main" id="{33FB4CD0-1D9B-42C8-98F9-E0A7E8CD5C2D}"/>
                    </a:ext>
                  </a:extLst>
                </p14:cNvPr>
                <p14:cNvContentPartPr/>
                <p14:nvPr/>
              </p14:nvContentPartPr>
              <p14:xfrm>
                <a:off x="9405646" y="3977691"/>
                <a:ext cx="5400" cy="119160"/>
              </p14:xfrm>
            </p:contentPart>
          </mc:Choice>
          <mc:Fallback xmlns="">
            <p:pic>
              <p:nvPicPr>
                <p:cNvPr id="3199" name="Tinta 3198">
                  <a:extLst>
                    <a:ext uri="{FF2B5EF4-FFF2-40B4-BE49-F238E27FC236}">
                      <a16:creationId xmlns:a16="http://schemas.microsoft.com/office/drawing/2014/main" id="{33FB4CD0-1D9B-42C8-98F9-E0A7E8CD5C2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388006" y="3960051"/>
                  <a:ext cx="41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200" name="Tinta 3199">
                  <a:extLst>
                    <a:ext uri="{FF2B5EF4-FFF2-40B4-BE49-F238E27FC236}">
                      <a16:creationId xmlns:a16="http://schemas.microsoft.com/office/drawing/2014/main" id="{9D14CB7D-E521-4356-8106-B5E3BBCDAE9E}"/>
                    </a:ext>
                  </a:extLst>
                </p14:cNvPr>
                <p14:cNvContentPartPr/>
                <p14:nvPr/>
              </p14:nvContentPartPr>
              <p14:xfrm>
                <a:off x="9507166" y="3605811"/>
                <a:ext cx="212040" cy="339480"/>
              </p14:xfrm>
            </p:contentPart>
          </mc:Choice>
          <mc:Fallback xmlns="">
            <p:pic>
              <p:nvPicPr>
                <p:cNvPr id="3200" name="Tinta 3199">
                  <a:extLst>
                    <a:ext uri="{FF2B5EF4-FFF2-40B4-BE49-F238E27FC236}">
                      <a16:creationId xmlns:a16="http://schemas.microsoft.com/office/drawing/2014/main" id="{9D14CB7D-E521-4356-8106-B5E3BBCDAE9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489526" y="3587811"/>
                  <a:ext cx="2476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202" name="Tinta 3201">
                  <a:extLst>
                    <a:ext uri="{FF2B5EF4-FFF2-40B4-BE49-F238E27FC236}">
                      <a16:creationId xmlns:a16="http://schemas.microsoft.com/office/drawing/2014/main" id="{3613CFC0-10AC-4F0E-9789-173D6A048B38}"/>
                    </a:ext>
                  </a:extLst>
                </p14:cNvPr>
                <p14:cNvContentPartPr/>
                <p14:nvPr/>
              </p14:nvContentPartPr>
              <p14:xfrm>
                <a:off x="8725606" y="3372171"/>
                <a:ext cx="149040" cy="17640"/>
              </p14:xfrm>
            </p:contentPart>
          </mc:Choice>
          <mc:Fallback xmlns="">
            <p:pic>
              <p:nvPicPr>
                <p:cNvPr id="3202" name="Tinta 3201">
                  <a:extLst>
                    <a:ext uri="{FF2B5EF4-FFF2-40B4-BE49-F238E27FC236}">
                      <a16:creationId xmlns:a16="http://schemas.microsoft.com/office/drawing/2014/main" id="{3613CFC0-10AC-4F0E-9789-173D6A048B3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707606" y="3354531"/>
                  <a:ext cx="1846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8" name="Agrupar 3207">
            <a:extLst>
              <a:ext uri="{FF2B5EF4-FFF2-40B4-BE49-F238E27FC236}">
                <a16:creationId xmlns:a16="http://schemas.microsoft.com/office/drawing/2014/main" id="{1E2B07C4-E710-4263-A5E7-A9D1F08C4F36}"/>
              </a:ext>
            </a:extLst>
          </p:cNvPr>
          <p:cNvGrpSpPr/>
          <p:nvPr/>
        </p:nvGrpSpPr>
        <p:grpSpPr>
          <a:xfrm>
            <a:off x="7383166" y="3178131"/>
            <a:ext cx="910080" cy="475560"/>
            <a:chOff x="7383166" y="3178131"/>
            <a:chExt cx="9100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204" name="Tinta 3203">
                  <a:extLst>
                    <a:ext uri="{FF2B5EF4-FFF2-40B4-BE49-F238E27FC236}">
                      <a16:creationId xmlns:a16="http://schemas.microsoft.com/office/drawing/2014/main" id="{0DB56585-3A17-4DC0-978A-F6191174F05E}"/>
                    </a:ext>
                  </a:extLst>
                </p14:cNvPr>
                <p14:cNvContentPartPr/>
                <p14:nvPr/>
              </p14:nvContentPartPr>
              <p14:xfrm>
                <a:off x="7383166" y="3178131"/>
                <a:ext cx="439200" cy="21240"/>
              </p14:xfrm>
            </p:contentPart>
          </mc:Choice>
          <mc:Fallback xmlns="">
            <p:pic>
              <p:nvPicPr>
                <p:cNvPr id="3204" name="Tinta 3203">
                  <a:extLst>
                    <a:ext uri="{FF2B5EF4-FFF2-40B4-BE49-F238E27FC236}">
                      <a16:creationId xmlns:a16="http://schemas.microsoft.com/office/drawing/2014/main" id="{0DB56585-3A17-4DC0-978A-F6191174F05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365166" y="3160491"/>
                  <a:ext cx="474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205" name="Tinta 3204">
                  <a:extLst>
                    <a:ext uri="{FF2B5EF4-FFF2-40B4-BE49-F238E27FC236}">
                      <a16:creationId xmlns:a16="http://schemas.microsoft.com/office/drawing/2014/main" id="{EC2852C8-F901-49AB-871E-4910DCC62858}"/>
                    </a:ext>
                  </a:extLst>
                </p14:cNvPr>
                <p14:cNvContentPartPr/>
                <p14:nvPr/>
              </p14:nvContentPartPr>
              <p14:xfrm>
                <a:off x="7491886" y="3189291"/>
                <a:ext cx="336600" cy="464400"/>
              </p14:xfrm>
            </p:contentPart>
          </mc:Choice>
          <mc:Fallback xmlns="">
            <p:pic>
              <p:nvPicPr>
                <p:cNvPr id="3205" name="Tinta 3204">
                  <a:extLst>
                    <a:ext uri="{FF2B5EF4-FFF2-40B4-BE49-F238E27FC236}">
                      <a16:creationId xmlns:a16="http://schemas.microsoft.com/office/drawing/2014/main" id="{EC2852C8-F901-49AB-871E-4910DCC6285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474246" y="3171291"/>
                  <a:ext cx="3722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206" name="Tinta 3205">
                  <a:extLst>
                    <a:ext uri="{FF2B5EF4-FFF2-40B4-BE49-F238E27FC236}">
                      <a16:creationId xmlns:a16="http://schemas.microsoft.com/office/drawing/2014/main" id="{955D3685-09B3-4E1D-8733-579C179277A5}"/>
                    </a:ext>
                  </a:extLst>
                </p14:cNvPr>
                <p14:cNvContentPartPr/>
                <p14:nvPr/>
              </p14:nvContentPartPr>
              <p14:xfrm>
                <a:off x="8016046" y="3512571"/>
                <a:ext cx="277200" cy="72000"/>
              </p14:xfrm>
            </p:contentPart>
          </mc:Choice>
          <mc:Fallback xmlns="">
            <p:pic>
              <p:nvPicPr>
                <p:cNvPr id="3206" name="Tinta 3205">
                  <a:extLst>
                    <a:ext uri="{FF2B5EF4-FFF2-40B4-BE49-F238E27FC236}">
                      <a16:creationId xmlns:a16="http://schemas.microsoft.com/office/drawing/2014/main" id="{955D3685-09B3-4E1D-8733-579C179277A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98046" y="3494571"/>
                  <a:ext cx="312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207" name="Tinta 3206">
                  <a:extLst>
                    <a:ext uri="{FF2B5EF4-FFF2-40B4-BE49-F238E27FC236}">
                      <a16:creationId xmlns:a16="http://schemas.microsoft.com/office/drawing/2014/main" id="{B5BBEC0D-51D1-4B65-89CC-0D786835C2DC}"/>
                    </a:ext>
                  </a:extLst>
                </p14:cNvPr>
                <p14:cNvContentPartPr/>
                <p14:nvPr/>
              </p14:nvContentPartPr>
              <p14:xfrm>
                <a:off x="7994086" y="3449931"/>
                <a:ext cx="275400" cy="10440"/>
              </p14:xfrm>
            </p:contentPart>
          </mc:Choice>
          <mc:Fallback xmlns="">
            <p:pic>
              <p:nvPicPr>
                <p:cNvPr id="3207" name="Tinta 3206">
                  <a:extLst>
                    <a:ext uri="{FF2B5EF4-FFF2-40B4-BE49-F238E27FC236}">
                      <a16:creationId xmlns:a16="http://schemas.microsoft.com/office/drawing/2014/main" id="{B5BBEC0D-51D1-4B65-89CC-0D786835C2D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976446" y="3431931"/>
                  <a:ext cx="3110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4" name="Agrupar 3213">
            <a:extLst>
              <a:ext uri="{FF2B5EF4-FFF2-40B4-BE49-F238E27FC236}">
                <a16:creationId xmlns:a16="http://schemas.microsoft.com/office/drawing/2014/main" id="{F0BB7899-0A26-43FF-87A7-3CDD04883635}"/>
              </a:ext>
            </a:extLst>
          </p:cNvPr>
          <p:cNvGrpSpPr/>
          <p:nvPr/>
        </p:nvGrpSpPr>
        <p:grpSpPr>
          <a:xfrm>
            <a:off x="10114846" y="3384771"/>
            <a:ext cx="232200" cy="87840"/>
            <a:chOff x="10114846" y="3384771"/>
            <a:chExt cx="23220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209" name="Tinta 3208">
                  <a:extLst>
                    <a:ext uri="{FF2B5EF4-FFF2-40B4-BE49-F238E27FC236}">
                      <a16:creationId xmlns:a16="http://schemas.microsoft.com/office/drawing/2014/main" id="{5850D325-452D-420B-8D57-A0A7B32C6616}"/>
                    </a:ext>
                  </a:extLst>
                </p14:cNvPr>
                <p14:cNvContentPartPr/>
                <p14:nvPr/>
              </p14:nvContentPartPr>
              <p14:xfrm>
                <a:off x="10114846" y="3442011"/>
                <a:ext cx="232200" cy="30600"/>
              </p14:xfrm>
            </p:contentPart>
          </mc:Choice>
          <mc:Fallback xmlns="">
            <p:pic>
              <p:nvPicPr>
                <p:cNvPr id="3209" name="Tinta 3208">
                  <a:extLst>
                    <a:ext uri="{FF2B5EF4-FFF2-40B4-BE49-F238E27FC236}">
                      <a16:creationId xmlns:a16="http://schemas.microsoft.com/office/drawing/2014/main" id="{5850D325-452D-420B-8D57-A0A7B32C661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096846" y="3424371"/>
                  <a:ext cx="267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210" name="Tinta 3209">
                  <a:extLst>
                    <a:ext uri="{FF2B5EF4-FFF2-40B4-BE49-F238E27FC236}">
                      <a16:creationId xmlns:a16="http://schemas.microsoft.com/office/drawing/2014/main" id="{7C298A5A-6ABC-4558-9F32-A24321F4CEDD}"/>
                    </a:ext>
                  </a:extLst>
                </p14:cNvPr>
                <p14:cNvContentPartPr/>
                <p14:nvPr/>
              </p14:nvContentPartPr>
              <p14:xfrm>
                <a:off x="10118446" y="3384771"/>
                <a:ext cx="194760" cy="16920"/>
              </p14:xfrm>
            </p:contentPart>
          </mc:Choice>
          <mc:Fallback xmlns="">
            <p:pic>
              <p:nvPicPr>
                <p:cNvPr id="3210" name="Tinta 3209">
                  <a:extLst>
                    <a:ext uri="{FF2B5EF4-FFF2-40B4-BE49-F238E27FC236}">
                      <a16:creationId xmlns:a16="http://schemas.microsoft.com/office/drawing/2014/main" id="{7C298A5A-6ABC-4558-9F32-A24321F4CED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00446" y="3367131"/>
                  <a:ext cx="2304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1" name="Agrupar 3220">
            <a:extLst>
              <a:ext uri="{FF2B5EF4-FFF2-40B4-BE49-F238E27FC236}">
                <a16:creationId xmlns:a16="http://schemas.microsoft.com/office/drawing/2014/main" id="{00875D2A-3A91-418E-8B80-EAE6F9E0DDCD}"/>
              </a:ext>
            </a:extLst>
          </p:cNvPr>
          <p:cNvGrpSpPr/>
          <p:nvPr/>
        </p:nvGrpSpPr>
        <p:grpSpPr>
          <a:xfrm>
            <a:off x="10629286" y="3100011"/>
            <a:ext cx="1927080" cy="751680"/>
            <a:chOff x="10629286" y="3100011"/>
            <a:chExt cx="1927080" cy="75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211" name="Tinta 3210">
                  <a:extLst>
                    <a:ext uri="{FF2B5EF4-FFF2-40B4-BE49-F238E27FC236}">
                      <a16:creationId xmlns:a16="http://schemas.microsoft.com/office/drawing/2014/main" id="{2A4195C6-A630-4CE5-BAD9-6BA70FA64D0E}"/>
                    </a:ext>
                  </a:extLst>
                </p14:cNvPr>
                <p14:cNvContentPartPr/>
                <p14:nvPr/>
              </p14:nvContentPartPr>
              <p14:xfrm>
                <a:off x="10629286" y="3364971"/>
                <a:ext cx="205560" cy="14760"/>
              </p14:xfrm>
            </p:contentPart>
          </mc:Choice>
          <mc:Fallback xmlns="">
            <p:pic>
              <p:nvPicPr>
                <p:cNvPr id="3211" name="Tinta 3210">
                  <a:extLst>
                    <a:ext uri="{FF2B5EF4-FFF2-40B4-BE49-F238E27FC236}">
                      <a16:creationId xmlns:a16="http://schemas.microsoft.com/office/drawing/2014/main" id="{2A4195C6-A630-4CE5-BAD9-6BA70FA64D0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611286" y="3347331"/>
                  <a:ext cx="241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3212" name="Tinta 3211">
                  <a:extLst>
                    <a:ext uri="{FF2B5EF4-FFF2-40B4-BE49-F238E27FC236}">
                      <a16:creationId xmlns:a16="http://schemas.microsoft.com/office/drawing/2014/main" id="{236D0AED-C696-4132-BEDD-E911767C2A61}"/>
                    </a:ext>
                  </a:extLst>
                </p14:cNvPr>
                <p14:cNvContentPartPr/>
                <p14:nvPr/>
              </p14:nvContentPartPr>
              <p14:xfrm>
                <a:off x="10945726" y="3174171"/>
                <a:ext cx="306000" cy="308160"/>
              </p14:xfrm>
            </p:contentPart>
          </mc:Choice>
          <mc:Fallback xmlns="">
            <p:pic>
              <p:nvPicPr>
                <p:cNvPr id="3212" name="Tinta 3211">
                  <a:extLst>
                    <a:ext uri="{FF2B5EF4-FFF2-40B4-BE49-F238E27FC236}">
                      <a16:creationId xmlns:a16="http://schemas.microsoft.com/office/drawing/2014/main" id="{236D0AED-C696-4132-BEDD-E911767C2A6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928086" y="3156531"/>
                  <a:ext cx="3416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3215" name="Tinta 3214">
                  <a:extLst>
                    <a:ext uri="{FF2B5EF4-FFF2-40B4-BE49-F238E27FC236}">
                      <a16:creationId xmlns:a16="http://schemas.microsoft.com/office/drawing/2014/main" id="{6B98E766-68FA-433B-A3C6-26D9007D88D8}"/>
                    </a:ext>
                  </a:extLst>
                </p14:cNvPr>
                <p14:cNvContentPartPr/>
                <p14:nvPr/>
              </p14:nvContentPartPr>
              <p14:xfrm>
                <a:off x="11312566" y="3167331"/>
                <a:ext cx="216720" cy="420480"/>
              </p14:xfrm>
            </p:contentPart>
          </mc:Choice>
          <mc:Fallback xmlns="">
            <p:pic>
              <p:nvPicPr>
                <p:cNvPr id="3215" name="Tinta 3214">
                  <a:extLst>
                    <a:ext uri="{FF2B5EF4-FFF2-40B4-BE49-F238E27FC236}">
                      <a16:creationId xmlns:a16="http://schemas.microsoft.com/office/drawing/2014/main" id="{6B98E766-68FA-433B-A3C6-26D9007D88D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94566" y="3149331"/>
                  <a:ext cx="2523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3216" name="Tinta 3215">
                  <a:extLst>
                    <a:ext uri="{FF2B5EF4-FFF2-40B4-BE49-F238E27FC236}">
                      <a16:creationId xmlns:a16="http://schemas.microsoft.com/office/drawing/2014/main" id="{5457E29A-CA21-4F89-92E5-D928CA1656A1}"/>
                    </a:ext>
                  </a:extLst>
                </p14:cNvPr>
                <p14:cNvContentPartPr/>
                <p14:nvPr/>
              </p14:nvContentPartPr>
              <p14:xfrm>
                <a:off x="11642326" y="3193971"/>
                <a:ext cx="295200" cy="325080"/>
              </p14:xfrm>
            </p:contentPart>
          </mc:Choice>
          <mc:Fallback xmlns="">
            <p:pic>
              <p:nvPicPr>
                <p:cNvPr id="3216" name="Tinta 3215">
                  <a:extLst>
                    <a:ext uri="{FF2B5EF4-FFF2-40B4-BE49-F238E27FC236}">
                      <a16:creationId xmlns:a16="http://schemas.microsoft.com/office/drawing/2014/main" id="{5457E29A-CA21-4F89-92E5-D928CA1656A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24326" y="3176331"/>
                  <a:ext cx="330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217" name="Tinta 3216">
                  <a:extLst>
                    <a:ext uri="{FF2B5EF4-FFF2-40B4-BE49-F238E27FC236}">
                      <a16:creationId xmlns:a16="http://schemas.microsoft.com/office/drawing/2014/main" id="{947B41AA-6E39-41F0-B7F8-9D51F832F873}"/>
                    </a:ext>
                  </a:extLst>
                </p14:cNvPr>
                <p14:cNvContentPartPr/>
                <p14:nvPr/>
              </p14:nvContentPartPr>
              <p14:xfrm>
                <a:off x="11988286" y="3145011"/>
                <a:ext cx="217800" cy="376920"/>
              </p14:xfrm>
            </p:contentPart>
          </mc:Choice>
          <mc:Fallback xmlns="">
            <p:pic>
              <p:nvPicPr>
                <p:cNvPr id="3217" name="Tinta 3216">
                  <a:extLst>
                    <a:ext uri="{FF2B5EF4-FFF2-40B4-BE49-F238E27FC236}">
                      <a16:creationId xmlns:a16="http://schemas.microsoft.com/office/drawing/2014/main" id="{947B41AA-6E39-41F0-B7F8-9D51F832F87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970646" y="3127371"/>
                  <a:ext cx="2534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218" name="Tinta 3217">
                  <a:extLst>
                    <a:ext uri="{FF2B5EF4-FFF2-40B4-BE49-F238E27FC236}">
                      <a16:creationId xmlns:a16="http://schemas.microsoft.com/office/drawing/2014/main" id="{663A21CF-8A6D-411A-BD1F-9CF7D1FCA9DE}"/>
                    </a:ext>
                  </a:extLst>
                </p14:cNvPr>
                <p14:cNvContentPartPr/>
                <p14:nvPr/>
              </p14:nvContentPartPr>
              <p14:xfrm>
                <a:off x="12016366" y="3367491"/>
                <a:ext cx="269280" cy="23400"/>
              </p14:xfrm>
            </p:contentPart>
          </mc:Choice>
          <mc:Fallback xmlns="">
            <p:pic>
              <p:nvPicPr>
                <p:cNvPr id="3218" name="Tinta 3217">
                  <a:extLst>
                    <a:ext uri="{FF2B5EF4-FFF2-40B4-BE49-F238E27FC236}">
                      <a16:creationId xmlns:a16="http://schemas.microsoft.com/office/drawing/2014/main" id="{663A21CF-8A6D-411A-BD1F-9CF7D1FCA9D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998726" y="3349491"/>
                  <a:ext cx="304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3219" name="Tinta 3218">
                  <a:extLst>
                    <a:ext uri="{FF2B5EF4-FFF2-40B4-BE49-F238E27FC236}">
                      <a16:creationId xmlns:a16="http://schemas.microsoft.com/office/drawing/2014/main" id="{47B1BC55-DCFF-48BD-82F2-3A21C0C00197}"/>
                    </a:ext>
                  </a:extLst>
                </p14:cNvPr>
                <p14:cNvContentPartPr/>
                <p14:nvPr/>
              </p14:nvContentPartPr>
              <p14:xfrm>
                <a:off x="12281686" y="3100011"/>
                <a:ext cx="274680" cy="636480"/>
              </p14:xfrm>
            </p:contentPart>
          </mc:Choice>
          <mc:Fallback xmlns="">
            <p:pic>
              <p:nvPicPr>
                <p:cNvPr id="3219" name="Tinta 3218">
                  <a:extLst>
                    <a:ext uri="{FF2B5EF4-FFF2-40B4-BE49-F238E27FC236}">
                      <a16:creationId xmlns:a16="http://schemas.microsoft.com/office/drawing/2014/main" id="{47B1BC55-DCFF-48BD-82F2-3A21C0C0019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263686" y="3082371"/>
                  <a:ext cx="31032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220" name="Tinta 3219">
                  <a:extLst>
                    <a:ext uri="{FF2B5EF4-FFF2-40B4-BE49-F238E27FC236}">
                      <a16:creationId xmlns:a16="http://schemas.microsoft.com/office/drawing/2014/main" id="{124F3BA8-1247-46E8-8409-C1EF1E9C3F97}"/>
                    </a:ext>
                  </a:extLst>
                </p14:cNvPr>
                <p14:cNvContentPartPr/>
                <p14:nvPr/>
              </p14:nvContentPartPr>
              <p14:xfrm>
                <a:off x="12263326" y="3585291"/>
                <a:ext cx="280080" cy="266400"/>
              </p14:xfrm>
            </p:contentPart>
          </mc:Choice>
          <mc:Fallback xmlns="">
            <p:pic>
              <p:nvPicPr>
                <p:cNvPr id="3220" name="Tinta 3219">
                  <a:extLst>
                    <a:ext uri="{FF2B5EF4-FFF2-40B4-BE49-F238E27FC236}">
                      <a16:creationId xmlns:a16="http://schemas.microsoft.com/office/drawing/2014/main" id="{124F3BA8-1247-46E8-8409-C1EF1E9C3F9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245326" y="3567291"/>
                  <a:ext cx="31572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3222" name="Tinta 3221">
                <a:extLst>
                  <a:ext uri="{FF2B5EF4-FFF2-40B4-BE49-F238E27FC236}">
                    <a16:creationId xmlns:a16="http://schemas.microsoft.com/office/drawing/2014/main" id="{3E2F0D59-AF13-411E-8B64-2F5B087CC576}"/>
                  </a:ext>
                </a:extLst>
              </p14:cNvPr>
              <p14:cNvContentPartPr/>
              <p14:nvPr/>
            </p14:nvContentPartPr>
            <p14:xfrm>
              <a:off x="5367417" y="4451811"/>
              <a:ext cx="360" cy="360"/>
            </p14:xfrm>
          </p:contentPart>
        </mc:Choice>
        <mc:Fallback xmlns="">
          <p:pic>
            <p:nvPicPr>
              <p:cNvPr id="3222" name="Tinta 3221">
                <a:extLst>
                  <a:ext uri="{FF2B5EF4-FFF2-40B4-BE49-F238E27FC236}">
                    <a16:creationId xmlns:a16="http://schemas.microsoft.com/office/drawing/2014/main" id="{3E2F0D59-AF13-411E-8B64-2F5B087CC576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349417" y="443417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5" name="Agrupar 3224">
            <a:extLst>
              <a:ext uri="{FF2B5EF4-FFF2-40B4-BE49-F238E27FC236}">
                <a16:creationId xmlns:a16="http://schemas.microsoft.com/office/drawing/2014/main" id="{2B045DBB-A114-4855-998C-A1C3943B657F}"/>
              </a:ext>
            </a:extLst>
          </p:cNvPr>
          <p:cNvGrpSpPr/>
          <p:nvPr/>
        </p:nvGrpSpPr>
        <p:grpSpPr>
          <a:xfrm>
            <a:off x="10368537" y="3107931"/>
            <a:ext cx="744840" cy="667080"/>
            <a:chOff x="10368537" y="3107931"/>
            <a:chExt cx="74484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223" name="Tinta 3222">
                  <a:extLst>
                    <a:ext uri="{FF2B5EF4-FFF2-40B4-BE49-F238E27FC236}">
                      <a16:creationId xmlns:a16="http://schemas.microsoft.com/office/drawing/2014/main" id="{BFD369A3-E912-4651-9D6A-AAAC04112912}"/>
                    </a:ext>
                  </a:extLst>
                </p14:cNvPr>
                <p14:cNvContentPartPr/>
                <p14:nvPr/>
              </p14:nvContentPartPr>
              <p14:xfrm>
                <a:off x="10473657" y="3657651"/>
                <a:ext cx="639720" cy="72000"/>
              </p14:xfrm>
            </p:contentPart>
          </mc:Choice>
          <mc:Fallback xmlns="">
            <p:pic>
              <p:nvPicPr>
                <p:cNvPr id="3223" name="Tinta 3222">
                  <a:extLst>
                    <a:ext uri="{FF2B5EF4-FFF2-40B4-BE49-F238E27FC236}">
                      <a16:creationId xmlns:a16="http://schemas.microsoft.com/office/drawing/2014/main" id="{BFD369A3-E912-4651-9D6A-AAAC0411291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455657" y="3640011"/>
                  <a:ext cx="675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224" name="Tinta 3223">
                  <a:extLst>
                    <a:ext uri="{FF2B5EF4-FFF2-40B4-BE49-F238E27FC236}">
                      <a16:creationId xmlns:a16="http://schemas.microsoft.com/office/drawing/2014/main" id="{93DBB077-9506-438D-923E-E9E8801DC997}"/>
                    </a:ext>
                  </a:extLst>
                </p14:cNvPr>
                <p14:cNvContentPartPr/>
                <p14:nvPr/>
              </p14:nvContentPartPr>
              <p14:xfrm>
                <a:off x="10368537" y="3107931"/>
                <a:ext cx="705960" cy="667080"/>
              </p14:xfrm>
            </p:contentPart>
          </mc:Choice>
          <mc:Fallback xmlns="">
            <p:pic>
              <p:nvPicPr>
                <p:cNvPr id="3224" name="Tinta 3223">
                  <a:extLst>
                    <a:ext uri="{FF2B5EF4-FFF2-40B4-BE49-F238E27FC236}">
                      <a16:creationId xmlns:a16="http://schemas.microsoft.com/office/drawing/2014/main" id="{93DBB077-9506-438D-923E-E9E8801DC99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50537" y="3090291"/>
                  <a:ext cx="741600" cy="70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7" name="Agrupar 3246">
            <a:extLst>
              <a:ext uri="{FF2B5EF4-FFF2-40B4-BE49-F238E27FC236}">
                <a16:creationId xmlns:a16="http://schemas.microsoft.com/office/drawing/2014/main" id="{4865CBEC-23B3-4D14-9FF6-397BE4E5F272}"/>
              </a:ext>
            </a:extLst>
          </p:cNvPr>
          <p:cNvGrpSpPr/>
          <p:nvPr/>
        </p:nvGrpSpPr>
        <p:grpSpPr>
          <a:xfrm>
            <a:off x="5868537" y="3917571"/>
            <a:ext cx="3025080" cy="1938240"/>
            <a:chOff x="5868537" y="3917571"/>
            <a:chExt cx="3025080" cy="19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231" name="Tinta 3230">
                  <a:extLst>
                    <a:ext uri="{FF2B5EF4-FFF2-40B4-BE49-F238E27FC236}">
                      <a16:creationId xmlns:a16="http://schemas.microsoft.com/office/drawing/2014/main" id="{4C0F4100-7FD9-47D7-8964-B91311462B86}"/>
                    </a:ext>
                  </a:extLst>
                </p14:cNvPr>
                <p14:cNvContentPartPr/>
                <p14:nvPr/>
              </p14:nvContentPartPr>
              <p14:xfrm>
                <a:off x="6794817" y="4051491"/>
                <a:ext cx="40680" cy="1480680"/>
              </p14:xfrm>
            </p:contentPart>
          </mc:Choice>
          <mc:Fallback xmlns="">
            <p:pic>
              <p:nvPicPr>
                <p:cNvPr id="3231" name="Tinta 3230">
                  <a:extLst>
                    <a:ext uri="{FF2B5EF4-FFF2-40B4-BE49-F238E27FC236}">
                      <a16:creationId xmlns:a16="http://schemas.microsoft.com/office/drawing/2014/main" id="{4C0F4100-7FD9-47D7-8964-B91311462B8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776817" y="4033491"/>
                  <a:ext cx="76320" cy="15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232" name="Tinta 3231">
                  <a:extLst>
                    <a:ext uri="{FF2B5EF4-FFF2-40B4-BE49-F238E27FC236}">
                      <a16:creationId xmlns:a16="http://schemas.microsoft.com/office/drawing/2014/main" id="{E851E168-B36D-4F93-AC46-B9D7FCFF9E76}"/>
                    </a:ext>
                  </a:extLst>
                </p14:cNvPr>
                <p14:cNvContentPartPr/>
                <p14:nvPr/>
              </p14:nvContentPartPr>
              <p14:xfrm>
                <a:off x="5904897" y="4924851"/>
                <a:ext cx="2988720" cy="223920"/>
              </p14:xfrm>
            </p:contentPart>
          </mc:Choice>
          <mc:Fallback xmlns="">
            <p:pic>
              <p:nvPicPr>
                <p:cNvPr id="3232" name="Tinta 3231">
                  <a:extLst>
                    <a:ext uri="{FF2B5EF4-FFF2-40B4-BE49-F238E27FC236}">
                      <a16:creationId xmlns:a16="http://schemas.microsoft.com/office/drawing/2014/main" id="{E851E168-B36D-4F93-AC46-B9D7FCFF9E7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887257" y="4906851"/>
                  <a:ext cx="3024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234" name="Tinta 3233">
                  <a:extLst>
                    <a:ext uri="{FF2B5EF4-FFF2-40B4-BE49-F238E27FC236}">
                      <a16:creationId xmlns:a16="http://schemas.microsoft.com/office/drawing/2014/main" id="{F9C69927-0911-4C9A-941E-B69F2037131D}"/>
                    </a:ext>
                  </a:extLst>
                </p14:cNvPr>
                <p14:cNvContentPartPr/>
                <p14:nvPr/>
              </p14:nvContentPartPr>
              <p14:xfrm>
                <a:off x="6372897" y="5014851"/>
                <a:ext cx="287280" cy="115560"/>
              </p14:xfrm>
            </p:contentPart>
          </mc:Choice>
          <mc:Fallback xmlns="">
            <p:pic>
              <p:nvPicPr>
                <p:cNvPr id="3234" name="Tinta 3233">
                  <a:extLst>
                    <a:ext uri="{FF2B5EF4-FFF2-40B4-BE49-F238E27FC236}">
                      <a16:creationId xmlns:a16="http://schemas.microsoft.com/office/drawing/2014/main" id="{F9C69927-0911-4C9A-941E-B69F2037131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354897" y="4997211"/>
                  <a:ext cx="322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235" name="Tinta 3234">
                  <a:extLst>
                    <a:ext uri="{FF2B5EF4-FFF2-40B4-BE49-F238E27FC236}">
                      <a16:creationId xmlns:a16="http://schemas.microsoft.com/office/drawing/2014/main" id="{8B538E78-5349-4189-9454-AA890568017B}"/>
                    </a:ext>
                  </a:extLst>
                </p14:cNvPr>
                <p14:cNvContentPartPr/>
                <p14:nvPr/>
              </p14:nvContentPartPr>
              <p14:xfrm>
                <a:off x="6704457" y="3998931"/>
                <a:ext cx="147240" cy="173880"/>
              </p14:xfrm>
            </p:contentPart>
          </mc:Choice>
          <mc:Fallback xmlns="">
            <p:pic>
              <p:nvPicPr>
                <p:cNvPr id="3235" name="Tinta 3234">
                  <a:extLst>
                    <a:ext uri="{FF2B5EF4-FFF2-40B4-BE49-F238E27FC236}">
                      <a16:creationId xmlns:a16="http://schemas.microsoft.com/office/drawing/2014/main" id="{8B538E78-5349-4189-9454-AA890568017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86457" y="3981291"/>
                  <a:ext cx="182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236" name="Tinta 3235">
                  <a:extLst>
                    <a:ext uri="{FF2B5EF4-FFF2-40B4-BE49-F238E27FC236}">
                      <a16:creationId xmlns:a16="http://schemas.microsoft.com/office/drawing/2014/main" id="{86BA51D7-584F-4BE1-A906-BACDB7A18BFB}"/>
                    </a:ext>
                  </a:extLst>
                </p14:cNvPr>
                <p14:cNvContentPartPr/>
                <p14:nvPr/>
              </p14:nvContentPartPr>
              <p14:xfrm>
                <a:off x="6787617" y="5262531"/>
                <a:ext cx="101160" cy="44280"/>
              </p14:xfrm>
            </p:contentPart>
          </mc:Choice>
          <mc:Fallback xmlns="">
            <p:pic>
              <p:nvPicPr>
                <p:cNvPr id="3236" name="Tinta 3235">
                  <a:extLst>
                    <a:ext uri="{FF2B5EF4-FFF2-40B4-BE49-F238E27FC236}">
                      <a16:creationId xmlns:a16="http://schemas.microsoft.com/office/drawing/2014/main" id="{86BA51D7-584F-4BE1-A906-BACDB7A18BF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69977" y="5244531"/>
                  <a:ext cx="136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238" name="Tinta 3237">
                  <a:extLst>
                    <a:ext uri="{FF2B5EF4-FFF2-40B4-BE49-F238E27FC236}">
                      <a16:creationId xmlns:a16="http://schemas.microsoft.com/office/drawing/2014/main" id="{1B83D9C2-E687-488B-885E-234486745D18}"/>
                    </a:ext>
                  </a:extLst>
                </p14:cNvPr>
                <p14:cNvContentPartPr/>
                <p14:nvPr/>
              </p14:nvContentPartPr>
              <p14:xfrm>
                <a:off x="6804537" y="5090451"/>
                <a:ext cx="10080" cy="22680"/>
              </p14:xfrm>
            </p:contentPart>
          </mc:Choice>
          <mc:Fallback xmlns="">
            <p:pic>
              <p:nvPicPr>
                <p:cNvPr id="3238" name="Tinta 3237">
                  <a:extLst>
                    <a:ext uri="{FF2B5EF4-FFF2-40B4-BE49-F238E27FC236}">
                      <a16:creationId xmlns:a16="http://schemas.microsoft.com/office/drawing/2014/main" id="{1B83D9C2-E687-488B-885E-234486745D1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86897" y="5072811"/>
                  <a:ext cx="45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239" name="Tinta 3238">
                  <a:extLst>
                    <a:ext uri="{FF2B5EF4-FFF2-40B4-BE49-F238E27FC236}">
                      <a16:creationId xmlns:a16="http://schemas.microsoft.com/office/drawing/2014/main" id="{1AEBAFEA-EDE5-421C-948A-FC9F3F7CF1D3}"/>
                    </a:ext>
                  </a:extLst>
                </p14:cNvPr>
                <p14:cNvContentPartPr/>
                <p14:nvPr/>
              </p14:nvContentPartPr>
              <p14:xfrm>
                <a:off x="6811737" y="5247051"/>
                <a:ext cx="360" cy="360"/>
              </p14:xfrm>
            </p:contentPart>
          </mc:Choice>
          <mc:Fallback xmlns="">
            <p:pic>
              <p:nvPicPr>
                <p:cNvPr id="3239" name="Tinta 3238">
                  <a:extLst>
                    <a:ext uri="{FF2B5EF4-FFF2-40B4-BE49-F238E27FC236}">
                      <a16:creationId xmlns:a16="http://schemas.microsoft.com/office/drawing/2014/main" id="{1AEBAFEA-EDE5-421C-948A-FC9F3F7CF1D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794097" y="522941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240" name="Tinta 3239">
                  <a:extLst>
                    <a:ext uri="{FF2B5EF4-FFF2-40B4-BE49-F238E27FC236}">
                      <a16:creationId xmlns:a16="http://schemas.microsoft.com/office/drawing/2014/main" id="{F083818C-8936-448E-9571-A0585A04F831}"/>
                    </a:ext>
                  </a:extLst>
                </p14:cNvPr>
                <p14:cNvContentPartPr/>
                <p14:nvPr/>
              </p14:nvContentPartPr>
              <p14:xfrm>
                <a:off x="6841257" y="3917571"/>
                <a:ext cx="801000" cy="1159560"/>
              </p14:xfrm>
            </p:contentPart>
          </mc:Choice>
          <mc:Fallback xmlns="">
            <p:pic>
              <p:nvPicPr>
                <p:cNvPr id="3240" name="Tinta 3239">
                  <a:extLst>
                    <a:ext uri="{FF2B5EF4-FFF2-40B4-BE49-F238E27FC236}">
                      <a16:creationId xmlns:a16="http://schemas.microsoft.com/office/drawing/2014/main" id="{F083818C-8936-448E-9571-A0585A04F83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23257" y="3899571"/>
                  <a:ext cx="836640" cy="11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241" name="Tinta 3240">
                  <a:extLst>
                    <a:ext uri="{FF2B5EF4-FFF2-40B4-BE49-F238E27FC236}">
                      <a16:creationId xmlns:a16="http://schemas.microsoft.com/office/drawing/2014/main" id="{571A655F-4356-40DA-B195-C976E3D8EA7E}"/>
                    </a:ext>
                  </a:extLst>
                </p14:cNvPr>
                <p14:cNvContentPartPr/>
                <p14:nvPr/>
              </p14:nvContentPartPr>
              <p14:xfrm>
                <a:off x="6149697" y="5023851"/>
                <a:ext cx="803160" cy="831960"/>
              </p14:xfrm>
            </p:contentPart>
          </mc:Choice>
          <mc:Fallback xmlns="">
            <p:pic>
              <p:nvPicPr>
                <p:cNvPr id="3241" name="Tinta 3240">
                  <a:extLst>
                    <a:ext uri="{FF2B5EF4-FFF2-40B4-BE49-F238E27FC236}">
                      <a16:creationId xmlns:a16="http://schemas.microsoft.com/office/drawing/2014/main" id="{571A655F-4356-40DA-B195-C976E3D8EA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32057" y="5005851"/>
                  <a:ext cx="83880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242" name="Tinta 3241">
                  <a:extLst>
                    <a:ext uri="{FF2B5EF4-FFF2-40B4-BE49-F238E27FC236}">
                      <a16:creationId xmlns:a16="http://schemas.microsoft.com/office/drawing/2014/main" id="{8801B15E-0E5A-4467-BDB6-6C44C02661EB}"/>
                    </a:ext>
                  </a:extLst>
                </p14:cNvPr>
                <p14:cNvContentPartPr/>
                <p14:nvPr/>
              </p14:nvContentPartPr>
              <p14:xfrm>
                <a:off x="6682497" y="5286651"/>
                <a:ext cx="54000" cy="2520"/>
              </p14:xfrm>
            </p:contentPart>
          </mc:Choice>
          <mc:Fallback xmlns="">
            <p:pic>
              <p:nvPicPr>
                <p:cNvPr id="3242" name="Tinta 3241">
                  <a:extLst>
                    <a:ext uri="{FF2B5EF4-FFF2-40B4-BE49-F238E27FC236}">
                      <a16:creationId xmlns:a16="http://schemas.microsoft.com/office/drawing/2014/main" id="{8801B15E-0E5A-4467-BDB6-6C44C02661E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64497" y="5269011"/>
                  <a:ext cx="89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243" name="Tinta 3242">
                  <a:extLst>
                    <a:ext uri="{FF2B5EF4-FFF2-40B4-BE49-F238E27FC236}">
                      <a16:creationId xmlns:a16="http://schemas.microsoft.com/office/drawing/2014/main" id="{CD129DA4-71B0-4ECA-BFBD-7607974E4B01}"/>
                    </a:ext>
                  </a:extLst>
                </p14:cNvPr>
                <p14:cNvContentPartPr/>
                <p14:nvPr/>
              </p14:nvContentPartPr>
              <p14:xfrm>
                <a:off x="6145737" y="5305371"/>
                <a:ext cx="450000" cy="72720"/>
              </p14:xfrm>
            </p:contentPart>
          </mc:Choice>
          <mc:Fallback xmlns="">
            <p:pic>
              <p:nvPicPr>
                <p:cNvPr id="3243" name="Tinta 3242">
                  <a:extLst>
                    <a:ext uri="{FF2B5EF4-FFF2-40B4-BE49-F238E27FC236}">
                      <a16:creationId xmlns:a16="http://schemas.microsoft.com/office/drawing/2014/main" id="{CD129DA4-71B0-4ECA-BFBD-7607974E4B0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28097" y="5287731"/>
                  <a:ext cx="485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245" name="Tinta 3244">
                  <a:extLst>
                    <a:ext uri="{FF2B5EF4-FFF2-40B4-BE49-F238E27FC236}">
                      <a16:creationId xmlns:a16="http://schemas.microsoft.com/office/drawing/2014/main" id="{07C675AB-3478-4FF2-9018-181F66D523DB}"/>
                    </a:ext>
                  </a:extLst>
                </p14:cNvPr>
                <p14:cNvContentPartPr/>
                <p14:nvPr/>
              </p14:nvContentPartPr>
              <p14:xfrm>
                <a:off x="5868537" y="5222931"/>
                <a:ext cx="642240" cy="595800"/>
              </p14:xfrm>
            </p:contentPart>
          </mc:Choice>
          <mc:Fallback xmlns="">
            <p:pic>
              <p:nvPicPr>
                <p:cNvPr id="3245" name="Tinta 3244">
                  <a:extLst>
                    <a:ext uri="{FF2B5EF4-FFF2-40B4-BE49-F238E27FC236}">
                      <a16:creationId xmlns:a16="http://schemas.microsoft.com/office/drawing/2014/main" id="{07C675AB-3478-4FF2-9018-181F66D523D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50537" y="5204931"/>
                  <a:ext cx="67788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246" name="Tinta 3245">
                  <a:extLst>
                    <a:ext uri="{FF2B5EF4-FFF2-40B4-BE49-F238E27FC236}">
                      <a16:creationId xmlns:a16="http://schemas.microsoft.com/office/drawing/2014/main" id="{32EDD362-15BC-4D11-BBCD-DD6DE59417E1}"/>
                    </a:ext>
                  </a:extLst>
                </p14:cNvPr>
                <p14:cNvContentPartPr/>
                <p14:nvPr/>
              </p14:nvContentPartPr>
              <p14:xfrm>
                <a:off x="6004257" y="5073171"/>
                <a:ext cx="546480" cy="571320"/>
              </p14:xfrm>
            </p:contentPart>
          </mc:Choice>
          <mc:Fallback xmlns="">
            <p:pic>
              <p:nvPicPr>
                <p:cNvPr id="3246" name="Tinta 3245">
                  <a:extLst>
                    <a:ext uri="{FF2B5EF4-FFF2-40B4-BE49-F238E27FC236}">
                      <a16:creationId xmlns:a16="http://schemas.microsoft.com/office/drawing/2014/main" id="{32EDD362-15BC-4D11-BBCD-DD6DE59417E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86617" y="5055531"/>
                  <a:ext cx="582120" cy="60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3248" name="Tinta 3247">
                <a:extLst>
                  <a:ext uri="{FF2B5EF4-FFF2-40B4-BE49-F238E27FC236}">
                    <a16:creationId xmlns:a16="http://schemas.microsoft.com/office/drawing/2014/main" id="{BA4A6E97-EF8E-463F-81DB-EFD506EF6998}"/>
                  </a:ext>
                </a:extLst>
              </p14:cNvPr>
              <p14:cNvContentPartPr/>
              <p14:nvPr/>
            </p14:nvContentPartPr>
            <p14:xfrm>
              <a:off x="9367377" y="5244531"/>
              <a:ext cx="97560" cy="87840"/>
            </p14:xfrm>
          </p:contentPart>
        </mc:Choice>
        <mc:Fallback xmlns="">
          <p:pic>
            <p:nvPicPr>
              <p:cNvPr id="3248" name="Tinta 3247">
                <a:extLst>
                  <a:ext uri="{FF2B5EF4-FFF2-40B4-BE49-F238E27FC236}">
                    <a16:creationId xmlns:a16="http://schemas.microsoft.com/office/drawing/2014/main" id="{BA4A6E97-EF8E-463F-81DB-EFD506EF699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349737" y="5226891"/>
                <a:ext cx="1332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3249" name="Tinta 3248">
                <a:extLst>
                  <a:ext uri="{FF2B5EF4-FFF2-40B4-BE49-F238E27FC236}">
                    <a16:creationId xmlns:a16="http://schemas.microsoft.com/office/drawing/2014/main" id="{4BB0A188-26E9-4ADC-AE78-CC0950E69EE8}"/>
                  </a:ext>
                </a:extLst>
              </p14:cNvPr>
              <p14:cNvContentPartPr/>
              <p14:nvPr/>
            </p14:nvContentPartPr>
            <p14:xfrm>
              <a:off x="9620457" y="4862211"/>
              <a:ext cx="116640" cy="143640"/>
            </p14:xfrm>
          </p:contentPart>
        </mc:Choice>
        <mc:Fallback xmlns="">
          <p:pic>
            <p:nvPicPr>
              <p:cNvPr id="3249" name="Tinta 3248">
                <a:extLst>
                  <a:ext uri="{FF2B5EF4-FFF2-40B4-BE49-F238E27FC236}">
                    <a16:creationId xmlns:a16="http://schemas.microsoft.com/office/drawing/2014/main" id="{4BB0A188-26E9-4ADC-AE78-CC0950E69EE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602457" y="4844211"/>
                <a:ext cx="1522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3250" name="Tinta 3249">
                <a:extLst>
                  <a:ext uri="{FF2B5EF4-FFF2-40B4-BE49-F238E27FC236}">
                    <a16:creationId xmlns:a16="http://schemas.microsoft.com/office/drawing/2014/main" id="{525D7B2F-D0C0-46C5-AAC4-FC75AAAC96DC}"/>
                  </a:ext>
                </a:extLst>
              </p14:cNvPr>
              <p14:cNvContentPartPr/>
              <p14:nvPr/>
            </p14:nvContentPartPr>
            <p14:xfrm>
              <a:off x="9756897" y="5221851"/>
              <a:ext cx="63360" cy="45360"/>
            </p14:xfrm>
          </p:contentPart>
        </mc:Choice>
        <mc:Fallback xmlns="">
          <p:pic>
            <p:nvPicPr>
              <p:cNvPr id="3250" name="Tinta 3249">
                <a:extLst>
                  <a:ext uri="{FF2B5EF4-FFF2-40B4-BE49-F238E27FC236}">
                    <a16:creationId xmlns:a16="http://schemas.microsoft.com/office/drawing/2014/main" id="{525D7B2F-D0C0-46C5-AAC4-FC75AAAC96D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739257" y="5204211"/>
                <a:ext cx="9900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8" name="Agrupar 3257">
            <a:extLst>
              <a:ext uri="{FF2B5EF4-FFF2-40B4-BE49-F238E27FC236}">
                <a16:creationId xmlns:a16="http://schemas.microsoft.com/office/drawing/2014/main" id="{AF2B72D9-B257-49FD-8FBD-AB5596B15217}"/>
              </a:ext>
            </a:extLst>
          </p:cNvPr>
          <p:cNvGrpSpPr/>
          <p:nvPr/>
        </p:nvGrpSpPr>
        <p:grpSpPr>
          <a:xfrm>
            <a:off x="10102137" y="4787691"/>
            <a:ext cx="1445760" cy="434160"/>
            <a:chOff x="10102137" y="4787691"/>
            <a:chExt cx="144576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251" name="Tinta 3250">
                  <a:extLst>
                    <a:ext uri="{FF2B5EF4-FFF2-40B4-BE49-F238E27FC236}">
                      <a16:creationId xmlns:a16="http://schemas.microsoft.com/office/drawing/2014/main" id="{81184285-0E71-4A72-B673-C31601859774}"/>
                    </a:ext>
                  </a:extLst>
                </p14:cNvPr>
                <p14:cNvContentPartPr/>
                <p14:nvPr/>
              </p14:nvContentPartPr>
              <p14:xfrm>
                <a:off x="10102137" y="4831251"/>
                <a:ext cx="357120" cy="17280"/>
              </p14:xfrm>
            </p:contentPart>
          </mc:Choice>
          <mc:Fallback xmlns="">
            <p:pic>
              <p:nvPicPr>
                <p:cNvPr id="3251" name="Tinta 3250">
                  <a:extLst>
                    <a:ext uri="{FF2B5EF4-FFF2-40B4-BE49-F238E27FC236}">
                      <a16:creationId xmlns:a16="http://schemas.microsoft.com/office/drawing/2014/main" id="{81184285-0E71-4A72-B673-C3160185977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84137" y="4813611"/>
                  <a:ext cx="392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252" name="Tinta 3251">
                  <a:extLst>
                    <a:ext uri="{FF2B5EF4-FFF2-40B4-BE49-F238E27FC236}">
                      <a16:creationId xmlns:a16="http://schemas.microsoft.com/office/drawing/2014/main" id="{5147720D-82A3-409B-976C-55633B410B06}"/>
                    </a:ext>
                  </a:extLst>
                </p14:cNvPr>
                <p14:cNvContentPartPr/>
                <p14:nvPr/>
              </p14:nvContentPartPr>
              <p14:xfrm>
                <a:off x="10237497" y="4838091"/>
                <a:ext cx="731520" cy="383760"/>
              </p14:xfrm>
            </p:contentPart>
          </mc:Choice>
          <mc:Fallback xmlns="">
            <p:pic>
              <p:nvPicPr>
                <p:cNvPr id="3252" name="Tinta 3251">
                  <a:extLst>
                    <a:ext uri="{FF2B5EF4-FFF2-40B4-BE49-F238E27FC236}">
                      <a16:creationId xmlns:a16="http://schemas.microsoft.com/office/drawing/2014/main" id="{5147720D-82A3-409B-976C-55633B410B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19857" y="4820091"/>
                  <a:ext cx="7671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254" name="Tinta 3253">
                  <a:extLst>
                    <a:ext uri="{FF2B5EF4-FFF2-40B4-BE49-F238E27FC236}">
                      <a16:creationId xmlns:a16="http://schemas.microsoft.com/office/drawing/2014/main" id="{41522135-319E-4D4E-B6F3-444D0E73A9E2}"/>
                    </a:ext>
                  </a:extLst>
                </p14:cNvPr>
                <p14:cNvContentPartPr/>
                <p14:nvPr/>
              </p14:nvContentPartPr>
              <p14:xfrm>
                <a:off x="10920777" y="4847811"/>
                <a:ext cx="267120" cy="291240"/>
              </p14:xfrm>
            </p:contentPart>
          </mc:Choice>
          <mc:Fallback xmlns="">
            <p:pic>
              <p:nvPicPr>
                <p:cNvPr id="3254" name="Tinta 3253">
                  <a:extLst>
                    <a:ext uri="{FF2B5EF4-FFF2-40B4-BE49-F238E27FC236}">
                      <a16:creationId xmlns:a16="http://schemas.microsoft.com/office/drawing/2014/main" id="{41522135-319E-4D4E-B6F3-444D0E73A9E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03137" y="4830171"/>
                  <a:ext cx="3027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255" name="Tinta 3254">
                  <a:extLst>
                    <a:ext uri="{FF2B5EF4-FFF2-40B4-BE49-F238E27FC236}">
                      <a16:creationId xmlns:a16="http://schemas.microsoft.com/office/drawing/2014/main" id="{6C07F91A-A40D-44F3-A660-2D55A013993B}"/>
                    </a:ext>
                  </a:extLst>
                </p14:cNvPr>
                <p14:cNvContentPartPr/>
                <p14:nvPr/>
              </p14:nvContentPartPr>
              <p14:xfrm>
                <a:off x="11239737" y="4787691"/>
                <a:ext cx="270720" cy="346320"/>
              </p14:xfrm>
            </p:contentPart>
          </mc:Choice>
          <mc:Fallback xmlns="">
            <p:pic>
              <p:nvPicPr>
                <p:cNvPr id="3255" name="Tinta 3254">
                  <a:extLst>
                    <a:ext uri="{FF2B5EF4-FFF2-40B4-BE49-F238E27FC236}">
                      <a16:creationId xmlns:a16="http://schemas.microsoft.com/office/drawing/2014/main" id="{6C07F91A-A40D-44F3-A660-2D55A013993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22097" y="4769691"/>
                  <a:ext cx="3063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257" name="Tinta 3256">
                  <a:extLst>
                    <a:ext uri="{FF2B5EF4-FFF2-40B4-BE49-F238E27FC236}">
                      <a16:creationId xmlns:a16="http://schemas.microsoft.com/office/drawing/2014/main" id="{9ABEEF40-4274-4B40-9EAC-FCE970DAAC7B}"/>
                    </a:ext>
                  </a:extLst>
                </p14:cNvPr>
                <p14:cNvContentPartPr/>
                <p14:nvPr/>
              </p14:nvContentPartPr>
              <p14:xfrm>
                <a:off x="11258097" y="5029251"/>
                <a:ext cx="289800" cy="26280"/>
              </p14:xfrm>
            </p:contentPart>
          </mc:Choice>
          <mc:Fallback xmlns="">
            <p:pic>
              <p:nvPicPr>
                <p:cNvPr id="3257" name="Tinta 3256">
                  <a:extLst>
                    <a:ext uri="{FF2B5EF4-FFF2-40B4-BE49-F238E27FC236}">
                      <a16:creationId xmlns:a16="http://schemas.microsoft.com/office/drawing/2014/main" id="{9ABEEF40-4274-4B40-9EAC-FCE970DAAC7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40457" y="5011611"/>
                  <a:ext cx="3254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4" name="Agrupar 3263">
            <a:extLst>
              <a:ext uri="{FF2B5EF4-FFF2-40B4-BE49-F238E27FC236}">
                <a16:creationId xmlns:a16="http://schemas.microsoft.com/office/drawing/2014/main" id="{8F492FCA-F9F4-4D47-AE35-7D9CB3F80C27}"/>
              </a:ext>
            </a:extLst>
          </p:cNvPr>
          <p:cNvGrpSpPr/>
          <p:nvPr/>
        </p:nvGrpSpPr>
        <p:grpSpPr>
          <a:xfrm>
            <a:off x="5350137" y="4106571"/>
            <a:ext cx="882720" cy="789120"/>
            <a:chOff x="5350137" y="4106571"/>
            <a:chExt cx="882720" cy="78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259" name="Tinta 3258">
                  <a:extLst>
                    <a:ext uri="{FF2B5EF4-FFF2-40B4-BE49-F238E27FC236}">
                      <a16:creationId xmlns:a16="http://schemas.microsoft.com/office/drawing/2014/main" id="{F0AAB743-3304-4BB6-8C62-694238684F7B}"/>
                    </a:ext>
                  </a:extLst>
                </p14:cNvPr>
                <p14:cNvContentPartPr/>
                <p14:nvPr/>
              </p14:nvContentPartPr>
              <p14:xfrm>
                <a:off x="6072297" y="4106571"/>
                <a:ext cx="160560" cy="789120"/>
              </p14:xfrm>
            </p:contentPart>
          </mc:Choice>
          <mc:Fallback xmlns="">
            <p:pic>
              <p:nvPicPr>
                <p:cNvPr id="3259" name="Tinta 3258">
                  <a:extLst>
                    <a:ext uri="{FF2B5EF4-FFF2-40B4-BE49-F238E27FC236}">
                      <a16:creationId xmlns:a16="http://schemas.microsoft.com/office/drawing/2014/main" id="{F0AAB743-3304-4BB6-8C62-694238684F7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54657" y="4088571"/>
                  <a:ext cx="19620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260" name="Tinta 3259">
                  <a:extLst>
                    <a:ext uri="{FF2B5EF4-FFF2-40B4-BE49-F238E27FC236}">
                      <a16:creationId xmlns:a16="http://schemas.microsoft.com/office/drawing/2014/main" id="{4A2814E7-4CF3-42E2-81BA-1D4FABC11DB2}"/>
                    </a:ext>
                  </a:extLst>
                </p14:cNvPr>
                <p14:cNvContentPartPr/>
                <p14:nvPr/>
              </p14:nvContentPartPr>
              <p14:xfrm>
                <a:off x="5350137" y="4395291"/>
                <a:ext cx="205560" cy="376200"/>
              </p14:xfrm>
            </p:contentPart>
          </mc:Choice>
          <mc:Fallback xmlns="">
            <p:pic>
              <p:nvPicPr>
                <p:cNvPr id="3260" name="Tinta 3259">
                  <a:extLst>
                    <a:ext uri="{FF2B5EF4-FFF2-40B4-BE49-F238E27FC236}">
                      <a16:creationId xmlns:a16="http://schemas.microsoft.com/office/drawing/2014/main" id="{4A2814E7-4CF3-42E2-81BA-1D4FABC11DB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332497" y="4377651"/>
                  <a:ext cx="2412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261" name="Tinta 3260">
                  <a:extLst>
                    <a:ext uri="{FF2B5EF4-FFF2-40B4-BE49-F238E27FC236}">
                      <a16:creationId xmlns:a16="http://schemas.microsoft.com/office/drawing/2014/main" id="{98FF76C8-69EC-49EC-A1CB-C9266BE28054}"/>
                    </a:ext>
                  </a:extLst>
                </p14:cNvPr>
                <p14:cNvContentPartPr/>
                <p14:nvPr/>
              </p14:nvContentPartPr>
              <p14:xfrm>
                <a:off x="5666577" y="4641171"/>
                <a:ext cx="2880" cy="4680"/>
              </p14:xfrm>
            </p:contentPart>
          </mc:Choice>
          <mc:Fallback xmlns="">
            <p:pic>
              <p:nvPicPr>
                <p:cNvPr id="3261" name="Tinta 3260">
                  <a:extLst>
                    <a:ext uri="{FF2B5EF4-FFF2-40B4-BE49-F238E27FC236}">
                      <a16:creationId xmlns:a16="http://schemas.microsoft.com/office/drawing/2014/main" id="{98FF76C8-69EC-49EC-A1CB-C9266BE2805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648937" y="4623171"/>
                  <a:ext cx="38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263" name="Tinta 3262">
                  <a:extLst>
                    <a:ext uri="{FF2B5EF4-FFF2-40B4-BE49-F238E27FC236}">
                      <a16:creationId xmlns:a16="http://schemas.microsoft.com/office/drawing/2014/main" id="{FFB8617A-2954-4D9F-80C7-958BB0DC75A4}"/>
                    </a:ext>
                  </a:extLst>
                </p14:cNvPr>
                <p14:cNvContentPartPr/>
                <p14:nvPr/>
              </p14:nvContentPartPr>
              <p14:xfrm>
                <a:off x="5648937" y="4267851"/>
                <a:ext cx="286920" cy="325080"/>
              </p14:xfrm>
            </p:contentPart>
          </mc:Choice>
          <mc:Fallback xmlns="">
            <p:pic>
              <p:nvPicPr>
                <p:cNvPr id="3263" name="Tinta 3262">
                  <a:extLst>
                    <a:ext uri="{FF2B5EF4-FFF2-40B4-BE49-F238E27FC236}">
                      <a16:creationId xmlns:a16="http://schemas.microsoft.com/office/drawing/2014/main" id="{FFB8617A-2954-4D9F-80C7-958BB0DC75A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630937" y="4250211"/>
                  <a:ext cx="32256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2" name="Agrupar 3271">
            <a:extLst>
              <a:ext uri="{FF2B5EF4-FFF2-40B4-BE49-F238E27FC236}">
                <a16:creationId xmlns:a16="http://schemas.microsoft.com/office/drawing/2014/main" id="{CB8B30FB-754A-45D5-AAC3-61F91C49C6A2}"/>
              </a:ext>
            </a:extLst>
          </p:cNvPr>
          <p:cNvGrpSpPr/>
          <p:nvPr/>
        </p:nvGrpSpPr>
        <p:grpSpPr>
          <a:xfrm>
            <a:off x="10243617" y="5442171"/>
            <a:ext cx="1330560" cy="417960"/>
            <a:chOff x="10243617" y="5442171"/>
            <a:chExt cx="133056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265" name="Tinta 3264">
                  <a:extLst>
                    <a:ext uri="{FF2B5EF4-FFF2-40B4-BE49-F238E27FC236}">
                      <a16:creationId xmlns:a16="http://schemas.microsoft.com/office/drawing/2014/main" id="{696DBECE-ECC2-44F7-9FFC-2066D7167292}"/>
                    </a:ext>
                  </a:extLst>
                </p14:cNvPr>
                <p14:cNvContentPartPr/>
                <p14:nvPr/>
              </p14:nvContentPartPr>
              <p14:xfrm>
                <a:off x="10243617" y="5442171"/>
                <a:ext cx="255960" cy="417960"/>
              </p14:xfrm>
            </p:contentPart>
          </mc:Choice>
          <mc:Fallback xmlns="">
            <p:pic>
              <p:nvPicPr>
                <p:cNvPr id="3265" name="Tinta 3264">
                  <a:extLst>
                    <a:ext uri="{FF2B5EF4-FFF2-40B4-BE49-F238E27FC236}">
                      <a16:creationId xmlns:a16="http://schemas.microsoft.com/office/drawing/2014/main" id="{696DBECE-ECC2-44F7-9FFC-2066D716729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25977" y="5424171"/>
                  <a:ext cx="2916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266" name="Tinta 3265">
                  <a:extLst>
                    <a:ext uri="{FF2B5EF4-FFF2-40B4-BE49-F238E27FC236}">
                      <a16:creationId xmlns:a16="http://schemas.microsoft.com/office/drawing/2014/main" id="{A4C2C801-BDAD-46F8-B0A3-399CA620E802}"/>
                    </a:ext>
                  </a:extLst>
                </p14:cNvPr>
                <p14:cNvContentPartPr/>
                <p14:nvPr/>
              </p14:nvContentPartPr>
              <p14:xfrm>
                <a:off x="10558977" y="5655651"/>
                <a:ext cx="168120" cy="181080"/>
              </p14:xfrm>
            </p:contentPart>
          </mc:Choice>
          <mc:Fallback xmlns="">
            <p:pic>
              <p:nvPicPr>
                <p:cNvPr id="3266" name="Tinta 3265">
                  <a:extLst>
                    <a:ext uri="{FF2B5EF4-FFF2-40B4-BE49-F238E27FC236}">
                      <a16:creationId xmlns:a16="http://schemas.microsoft.com/office/drawing/2014/main" id="{A4C2C801-BDAD-46F8-B0A3-399CA620E80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541337" y="5638011"/>
                  <a:ext cx="203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267" name="Tinta 3266">
                  <a:extLst>
                    <a:ext uri="{FF2B5EF4-FFF2-40B4-BE49-F238E27FC236}">
                      <a16:creationId xmlns:a16="http://schemas.microsoft.com/office/drawing/2014/main" id="{FEFF8D2B-3C56-476D-8E21-81AFB2E43408}"/>
                    </a:ext>
                  </a:extLst>
                </p14:cNvPr>
                <p14:cNvContentPartPr/>
                <p14:nvPr/>
              </p14:nvContentPartPr>
              <p14:xfrm>
                <a:off x="10781457" y="5663931"/>
                <a:ext cx="231480" cy="114840"/>
              </p14:xfrm>
            </p:contentPart>
          </mc:Choice>
          <mc:Fallback xmlns="">
            <p:pic>
              <p:nvPicPr>
                <p:cNvPr id="3267" name="Tinta 3266">
                  <a:extLst>
                    <a:ext uri="{FF2B5EF4-FFF2-40B4-BE49-F238E27FC236}">
                      <a16:creationId xmlns:a16="http://schemas.microsoft.com/office/drawing/2014/main" id="{FEFF8D2B-3C56-476D-8E21-81AFB2E4340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63817" y="5646291"/>
                  <a:ext cx="267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269" name="Tinta 3268">
                  <a:extLst>
                    <a:ext uri="{FF2B5EF4-FFF2-40B4-BE49-F238E27FC236}">
                      <a16:creationId xmlns:a16="http://schemas.microsoft.com/office/drawing/2014/main" id="{60A3F350-0EAF-415D-9C4E-D511F09695A4}"/>
                    </a:ext>
                  </a:extLst>
                </p14:cNvPr>
                <p14:cNvContentPartPr/>
                <p14:nvPr/>
              </p14:nvContentPartPr>
              <p14:xfrm>
                <a:off x="11124537" y="5465571"/>
                <a:ext cx="449640" cy="343800"/>
              </p14:xfrm>
            </p:contentPart>
          </mc:Choice>
          <mc:Fallback xmlns="">
            <p:pic>
              <p:nvPicPr>
                <p:cNvPr id="3269" name="Tinta 3268">
                  <a:extLst>
                    <a:ext uri="{FF2B5EF4-FFF2-40B4-BE49-F238E27FC236}">
                      <a16:creationId xmlns:a16="http://schemas.microsoft.com/office/drawing/2014/main" id="{60A3F350-0EAF-415D-9C4E-D511F09695A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06897" y="5447931"/>
                  <a:ext cx="48528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1" name="Agrupar 3270">
            <a:extLst>
              <a:ext uri="{FF2B5EF4-FFF2-40B4-BE49-F238E27FC236}">
                <a16:creationId xmlns:a16="http://schemas.microsoft.com/office/drawing/2014/main" id="{E3886868-525F-4D4C-ADC0-9709DFB01B75}"/>
              </a:ext>
            </a:extLst>
          </p:cNvPr>
          <p:cNvGrpSpPr/>
          <p:nvPr/>
        </p:nvGrpSpPr>
        <p:grpSpPr>
          <a:xfrm>
            <a:off x="1751937" y="2429331"/>
            <a:ext cx="2355120" cy="2818080"/>
            <a:chOff x="1751937" y="2429331"/>
            <a:chExt cx="2355120" cy="28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092" name="Tinta 3091">
                  <a:extLst>
                    <a:ext uri="{FF2B5EF4-FFF2-40B4-BE49-F238E27FC236}">
                      <a16:creationId xmlns:a16="http://schemas.microsoft.com/office/drawing/2014/main" id="{29BFA839-299D-44E2-9684-28BCE672FE9B}"/>
                    </a:ext>
                  </a:extLst>
                </p14:cNvPr>
                <p14:cNvContentPartPr/>
                <p14:nvPr/>
              </p14:nvContentPartPr>
              <p14:xfrm>
                <a:off x="3578686" y="3633531"/>
                <a:ext cx="293400" cy="52920"/>
              </p14:xfrm>
            </p:contentPart>
          </mc:Choice>
          <mc:Fallback xmlns="">
            <p:pic>
              <p:nvPicPr>
                <p:cNvPr id="3092" name="Tinta 3091">
                  <a:extLst>
                    <a:ext uri="{FF2B5EF4-FFF2-40B4-BE49-F238E27FC236}">
                      <a16:creationId xmlns:a16="http://schemas.microsoft.com/office/drawing/2014/main" id="{29BFA839-299D-44E2-9684-28BCE672FE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561046" y="3615531"/>
                  <a:ext cx="329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93" name="Tinta 3092">
                  <a:extLst>
                    <a:ext uri="{FF2B5EF4-FFF2-40B4-BE49-F238E27FC236}">
                      <a16:creationId xmlns:a16="http://schemas.microsoft.com/office/drawing/2014/main" id="{99D6FA91-7E8B-4851-A4E4-9EB02DF7A200}"/>
                    </a:ext>
                  </a:extLst>
                </p14:cNvPr>
                <p14:cNvContentPartPr/>
                <p14:nvPr/>
              </p14:nvContentPartPr>
              <p14:xfrm>
                <a:off x="3880006" y="3552891"/>
                <a:ext cx="71280" cy="111600"/>
              </p14:xfrm>
            </p:contentPart>
          </mc:Choice>
          <mc:Fallback xmlns="">
            <p:pic>
              <p:nvPicPr>
                <p:cNvPr id="3093" name="Tinta 3092">
                  <a:extLst>
                    <a:ext uri="{FF2B5EF4-FFF2-40B4-BE49-F238E27FC236}">
                      <a16:creationId xmlns:a16="http://schemas.microsoft.com/office/drawing/2014/main" id="{99D6FA91-7E8B-4851-A4E4-9EB02DF7A20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62006" y="3535251"/>
                  <a:ext cx="106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226" name="Tinta 3225">
                  <a:extLst>
                    <a:ext uri="{FF2B5EF4-FFF2-40B4-BE49-F238E27FC236}">
                      <a16:creationId xmlns:a16="http://schemas.microsoft.com/office/drawing/2014/main" id="{0005EB72-4B29-4A0C-BA13-EA7D8C6DD60E}"/>
                    </a:ext>
                  </a:extLst>
                </p14:cNvPr>
                <p14:cNvContentPartPr/>
                <p14:nvPr/>
              </p14:nvContentPartPr>
              <p14:xfrm>
                <a:off x="1751937" y="4394571"/>
                <a:ext cx="964080" cy="852840"/>
              </p14:xfrm>
            </p:contentPart>
          </mc:Choice>
          <mc:Fallback xmlns="">
            <p:pic>
              <p:nvPicPr>
                <p:cNvPr id="3226" name="Tinta 3225">
                  <a:extLst>
                    <a:ext uri="{FF2B5EF4-FFF2-40B4-BE49-F238E27FC236}">
                      <a16:creationId xmlns:a16="http://schemas.microsoft.com/office/drawing/2014/main" id="{0005EB72-4B29-4A0C-BA13-EA7D8C6DD60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734297" y="4376931"/>
                  <a:ext cx="99972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227" name="Tinta 3226">
                  <a:extLst>
                    <a:ext uri="{FF2B5EF4-FFF2-40B4-BE49-F238E27FC236}">
                      <a16:creationId xmlns:a16="http://schemas.microsoft.com/office/drawing/2014/main" id="{C3687EF7-680F-4F93-9E80-CA399A2A6060}"/>
                    </a:ext>
                  </a:extLst>
                </p14:cNvPr>
                <p14:cNvContentPartPr/>
                <p14:nvPr/>
              </p14:nvContentPartPr>
              <p14:xfrm>
                <a:off x="2074857" y="3202251"/>
                <a:ext cx="946800" cy="852840"/>
              </p14:xfrm>
            </p:contentPart>
          </mc:Choice>
          <mc:Fallback xmlns="">
            <p:pic>
              <p:nvPicPr>
                <p:cNvPr id="3227" name="Tinta 3226">
                  <a:extLst>
                    <a:ext uri="{FF2B5EF4-FFF2-40B4-BE49-F238E27FC236}">
                      <a16:creationId xmlns:a16="http://schemas.microsoft.com/office/drawing/2014/main" id="{C3687EF7-680F-4F93-9E80-CA399A2A606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057217" y="3184611"/>
                  <a:ext cx="98244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228" name="Tinta 3227">
                  <a:extLst>
                    <a:ext uri="{FF2B5EF4-FFF2-40B4-BE49-F238E27FC236}">
                      <a16:creationId xmlns:a16="http://schemas.microsoft.com/office/drawing/2014/main" id="{6C0B93C1-059E-4ABD-BA63-F8523FD5D7C9}"/>
                    </a:ext>
                  </a:extLst>
                </p14:cNvPr>
                <p14:cNvContentPartPr/>
                <p14:nvPr/>
              </p14:nvContentPartPr>
              <p14:xfrm>
                <a:off x="2003937" y="2429331"/>
                <a:ext cx="862920" cy="1270080"/>
              </p14:xfrm>
            </p:contentPart>
          </mc:Choice>
          <mc:Fallback xmlns="">
            <p:pic>
              <p:nvPicPr>
                <p:cNvPr id="3228" name="Tinta 3227">
                  <a:extLst>
                    <a:ext uri="{FF2B5EF4-FFF2-40B4-BE49-F238E27FC236}">
                      <a16:creationId xmlns:a16="http://schemas.microsoft.com/office/drawing/2014/main" id="{6C0B93C1-059E-4ABD-BA63-F8523FD5D7C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985937" y="2411691"/>
                  <a:ext cx="89856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229" name="Tinta 3228">
                  <a:extLst>
                    <a:ext uri="{FF2B5EF4-FFF2-40B4-BE49-F238E27FC236}">
                      <a16:creationId xmlns:a16="http://schemas.microsoft.com/office/drawing/2014/main" id="{E2DF2AC3-6972-40FE-A1DF-6433DD40072A}"/>
                    </a:ext>
                  </a:extLst>
                </p14:cNvPr>
                <p14:cNvContentPartPr/>
                <p14:nvPr/>
              </p14:nvContentPartPr>
              <p14:xfrm>
                <a:off x="2825097" y="2721651"/>
                <a:ext cx="414720" cy="986400"/>
              </p14:xfrm>
            </p:contentPart>
          </mc:Choice>
          <mc:Fallback xmlns="">
            <p:pic>
              <p:nvPicPr>
                <p:cNvPr id="3229" name="Tinta 3228">
                  <a:extLst>
                    <a:ext uri="{FF2B5EF4-FFF2-40B4-BE49-F238E27FC236}">
                      <a16:creationId xmlns:a16="http://schemas.microsoft.com/office/drawing/2014/main" id="{E2DF2AC3-6972-40FE-A1DF-6433DD40072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807457" y="2704011"/>
                  <a:ext cx="45036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270" name="Tinta 3269">
                  <a:extLst>
                    <a:ext uri="{FF2B5EF4-FFF2-40B4-BE49-F238E27FC236}">
                      <a16:creationId xmlns:a16="http://schemas.microsoft.com/office/drawing/2014/main" id="{16D51DD0-8BF5-41CD-8080-8B11C82E6671}"/>
                    </a:ext>
                  </a:extLst>
                </p14:cNvPr>
                <p14:cNvContentPartPr/>
                <p14:nvPr/>
              </p14:nvContentPartPr>
              <p14:xfrm>
                <a:off x="3054417" y="3830811"/>
                <a:ext cx="1052640" cy="788040"/>
              </p14:xfrm>
            </p:contentPart>
          </mc:Choice>
          <mc:Fallback xmlns="">
            <p:pic>
              <p:nvPicPr>
                <p:cNvPr id="3270" name="Tinta 3269">
                  <a:extLst>
                    <a:ext uri="{FF2B5EF4-FFF2-40B4-BE49-F238E27FC236}">
                      <a16:creationId xmlns:a16="http://schemas.microsoft.com/office/drawing/2014/main" id="{16D51DD0-8BF5-41CD-8080-8B11C82E667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36777" y="3812811"/>
                  <a:ext cx="1088280" cy="82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3273" name="Tinta 3272">
                <a:extLst>
                  <a:ext uri="{FF2B5EF4-FFF2-40B4-BE49-F238E27FC236}">
                    <a16:creationId xmlns:a16="http://schemas.microsoft.com/office/drawing/2014/main" id="{B9C4AD06-5D0A-4F02-896F-7BC0F33A4E7E}"/>
                  </a:ext>
                </a:extLst>
              </p14:cNvPr>
              <p14:cNvContentPartPr/>
              <p14:nvPr/>
            </p14:nvContentPartPr>
            <p14:xfrm>
              <a:off x="3394617" y="5413011"/>
              <a:ext cx="138600" cy="43200"/>
            </p14:xfrm>
          </p:contentPart>
        </mc:Choice>
        <mc:Fallback xmlns="">
          <p:pic>
            <p:nvPicPr>
              <p:cNvPr id="3273" name="Tinta 3272">
                <a:extLst>
                  <a:ext uri="{FF2B5EF4-FFF2-40B4-BE49-F238E27FC236}">
                    <a16:creationId xmlns:a16="http://schemas.microsoft.com/office/drawing/2014/main" id="{B9C4AD06-5D0A-4F02-896F-7BC0F33A4E7E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376617" y="5395371"/>
                <a:ext cx="1742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3274" name="Tinta 3273">
                <a:extLst>
                  <a:ext uri="{FF2B5EF4-FFF2-40B4-BE49-F238E27FC236}">
                    <a16:creationId xmlns:a16="http://schemas.microsoft.com/office/drawing/2014/main" id="{7EB9E6E9-3EDC-4648-AC8B-4E8D78D4B82E}"/>
                  </a:ext>
                </a:extLst>
              </p14:cNvPr>
              <p14:cNvContentPartPr/>
              <p14:nvPr/>
            </p14:nvContentPartPr>
            <p14:xfrm>
              <a:off x="3441057" y="4743411"/>
              <a:ext cx="169200" cy="19080"/>
            </p14:xfrm>
          </p:contentPart>
        </mc:Choice>
        <mc:Fallback xmlns="">
          <p:pic>
            <p:nvPicPr>
              <p:cNvPr id="3274" name="Tinta 3273">
                <a:extLst>
                  <a:ext uri="{FF2B5EF4-FFF2-40B4-BE49-F238E27FC236}">
                    <a16:creationId xmlns:a16="http://schemas.microsoft.com/office/drawing/2014/main" id="{7EB9E6E9-3EDC-4648-AC8B-4E8D78D4B82E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423417" y="4725411"/>
                <a:ext cx="204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3275" name="Tinta 3274">
                <a:extLst>
                  <a:ext uri="{FF2B5EF4-FFF2-40B4-BE49-F238E27FC236}">
                    <a16:creationId xmlns:a16="http://schemas.microsoft.com/office/drawing/2014/main" id="{A4B6BA65-8558-4E4B-A6AA-B30B6B56E6D7}"/>
                  </a:ext>
                </a:extLst>
              </p14:cNvPr>
              <p14:cNvContentPartPr/>
              <p14:nvPr/>
            </p14:nvContentPartPr>
            <p14:xfrm>
              <a:off x="11596806" y="5430651"/>
              <a:ext cx="287640" cy="417240"/>
            </p14:xfrm>
          </p:contentPart>
        </mc:Choice>
        <mc:Fallback xmlns="">
          <p:pic>
            <p:nvPicPr>
              <p:cNvPr id="3275" name="Tinta 3274">
                <a:extLst>
                  <a:ext uri="{FF2B5EF4-FFF2-40B4-BE49-F238E27FC236}">
                    <a16:creationId xmlns:a16="http://schemas.microsoft.com/office/drawing/2014/main" id="{A4B6BA65-8558-4E4B-A6AA-B30B6B56E6D7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1578806" y="5413011"/>
                <a:ext cx="323280" cy="4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6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E08A2FF-8B00-4C67-8427-B15345EC58D1}"/>
              </a:ext>
            </a:extLst>
          </p:cNvPr>
          <p:cNvPicPr/>
          <p:nvPr/>
        </p:nvPicPr>
        <p:blipFill rotWithShape="1">
          <a:blip r:embed="rId2"/>
          <a:srcRect l="54009" t="30838" r="14512" b="42046"/>
          <a:stretch/>
        </p:blipFill>
        <p:spPr bwMode="auto">
          <a:xfrm>
            <a:off x="290285" y="174171"/>
            <a:ext cx="4847772" cy="24674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57E19A4D-BFD1-49EC-B123-514CCE9915B0}"/>
                  </a:ext>
                </a:extLst>
              </p14:cNvPr>
              <p14:cNvContentPartPr/>
              <p14:nvPr/>
            </p14:nvContentPartPr>
            <p14:xfrm>
              <a:off x="1541086" y="-87429"/>
              <a:ext cx="21240" cy="3132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57E19A4D-BFD1-49EC-B123-514CCE9915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3446" y="-105429"/>
                <a:ext cx="5688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34F3AD4-0AC4-48EC-B2F3-BF335C3B8A93}"/>
              </a:ext>
            </a:extLst>
          </p:cNvPr>
          <p:cNvGrpSpPr/>
          <p:nvPr/>
        </p:nvGrpSpPr>
        <p:grpSpPr>
          <a:xfrm>
            <a:off x="3085486" y="1543731"/>
            <a:ext cx="488520" cy="308160"/>
            <a:chOff x="3085486" y="1543731"/>
            <a:chExt cx="48852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E323A15A-D1E4-43A7-9369-A7E78C5222CE}"/>
                    </a:ext>
                  </a:extLst>
                </p14:cNvPr>
                <p14:cNvContentPartPr/>
                <p14:nvPr/>
              </p14:nvContentPartPr>
              <p14:xfrm>
                <a:off x="3085486" y="1543731"/>
                <a:ext cx="117000" cy="2754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E323A15A-D1E4-43A7-9369-A7E78C5222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67846" y="1526091"/>
                  <a:ext cx="152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0A6547C-F0E0-43D3-B363-315F5B0C799E}"/>
                    </a:ext>
                  </a:extLst>
                </p14:cNvPr>
                <p14:cNvContentPartPr/>
                <p14:nvPr/>
              </p14:nvContentPartPr>
              <p14:xfrm>
                <a:off x="3269446" y="1736331"/>
                <a:ext cx="6480" cy="795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0A6547C-F0E0-43D3-B363-315F5B0C799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51446" y="1718331"/>
                  <a:ext cx="42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1010B78D-DD1E-4475-AAD9-8BAD514D6157}"/>
                    </a:ext>
                  </a:extLst>
                </p14:cNvPr>
                <p14:cNvContentPartPr/>
                <p14:nvPr/>
              </p14:nvContentPartPr>
              <p14:xfrm>
                <a:off x="3296446" y="1599891"/>
                <a:ext cx="126000" cy="2149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1010B78D-DD1E-4475-AAD9-8BAD514D615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78446" y="1581891"/>
                  <a:ext cx="1616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B3F3F72-CE5A-4BA9-84CC-37A9DB8C537F}"/>
                    </a:ext>
                  </a:extLst>
                </p14:cNvPr>
                <p14:cNvContentPartPr/>
                <p14:nvPr/>
              </p14:nvContentPartPr>
              <p14:xfrm>
                <a:off x="3422086" y="1618611"/>
                <a:ext cx="151920" cy="2332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B3F3F72-CE5A-4BA9-84CC-37A9DB8C53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04086" y="1600611"/>
                  <a:ext cx="18756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91B8979A-E134-4A7E-87AE-B76D2C3A0AE6}"/>
              </a:ext>
            </a:extLst>
          </p:cNvPr>
          <p:cNvGrpSpPr/>
          <p:nvPr/>
        </p:nvGrpSpPr>
        <p:grpSpPr>
          <a:xfrm>
            <a:off x="4317406" y="562731"/>
            <a:ext cx="1841760" cy="1665360"/>
            <a:chOff x="4317406" y="562731"/>
            <a:chExt cx="1841760" cy="166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7FDCFB7-F203-4628-B680-3B3CA4EAE0B1}"/>
                    </a:ext>
                  </a:extLst>
                </p14:cNvPr>
                <p14:cNvContentPartPr/>
                <p14:nvPr/>
              </p14:nvContentPartPr>
              <p14:xfrm>
                <a:off x="4317406" y="1021371"/>
                <a:ext cx="581040" cy="12067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7FDCFB7-F203-4628-B680-3B3CA4EAE0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99406" y="1003731"/>
                  <a:ext cx="616680" cy="12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603E897-3D96-4E27-93B2-6843F78450EE}"/>
                    </a:ext>
                  </a:extLst>
                </p14:cNvPr>
                <p14:cNvContentPartPr/>
                <p14:nvPr/>
              </p14:nvContentPartPr>
              <p14:xfrm>
                <a:off x="5092846" y="843171"/>
                <a:ext cx="148320" cy="190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603E897-3D96-4E27-93B2-6843F78450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74846" y="825171"/>
                  <a:ext cx="183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71B5B9E0-E3EB-4EDD-89DD-38686C7E418C}"/>
                    </a:ext>
                  </a:extLst>
                </p14:cNvPr>
                <p14:cNvContentPartPr/>
                <p14:nvPr/>
              </p14:nvContentPartPr>
              <p14:xfrm>
                <a:off x="5077006" y="749571"/>
                <a:ext cx="173880" cy="201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71B5B9E0-E3EB-4EDD-89DD-38686C7E418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59006" y="731571"/>
                  <a:ext cx="209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39D00168-8467-43F4-A561-1F6D5C50CB58}"/>
                    </a:ext>
                  </a:extLst>
                </p14:cNvPr>
                <p14:cNvContentPartPr/>
                <p14:nvPr/>
              </p14:nvContentPartPr>
              <p14:xfrm>
                <a:off x="5422246" y="576411"/>
                <a:ext cx="147240" cy="2761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39D00168-8467-43F4-A561-1F6D5C50CB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04606" y="558771"/>
                  <a:ext cx="182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C59089C3-2BFB-4A6E-987E-8FDADF3F5D3C}"/>
                    </a:ext>
                  </a:extLst>
                </p14:cNvPr>
                <p14:cNvContentPartPr/>
                <p14:nvPr/>
              </p14:nvContentPartPr>
              <p14:xfrm>
                <a:off x="5640406" y="769371"/>
                <a:ext cx="5400" cy="1335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C59089C3-2BFB-4A6E-987E-8FDADF3F5D3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22406" y="751371"/>
                  <a:ext cx="41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5262F14-D8A7-4B18-B248-7E59356C1483}"/>
                    </a:ext>
                  </a:extLst>
                </p14:cNvPr>
                <p14:cNvContentPartPr/>
                <p14:nvPr/>
              </p14:nvContentPartPr>
              <p14:xfrm>
                <a:off x="5770006" y="562731"/>
                <a:ext cx="389160" cy="2944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5262F14-D8A7-4B18-B248-7E59356C14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52006" y="544731"/>
                  <a:ext cx="42480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057ADC6D-6625-4AAD-9219-F153C3443BBD}"/>
                  </a:ext>
                </a:extLst>
              </p14:cNvPr>
              <p14:cNvContentPartPr/>
              <p14:nvPr/>
            </p14:nvContentPartPr>
            <p14:xfrm>
              <a:off x="2345326" y="746331"/>
              <a:ext cx="25920" cy="9504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057ADC6D-6625-4AAD-9219-F153C3443BB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27326" y="728331"/>
                <a:ext cx="6156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AAC54F7-4093-4344-AB83-911F4F84549D}"/>
              </a:ext>
            </a:extLst>
          </p:cNvPr>
          <p:cNvGrpSpPr/>
          <p:nvPr/>
        </p:nvGrpSpPr>
        <p:grpSpPr>
          <a:xfrm>
            <a:off x="1332286" y="-97509"/>
            <a:ext cx="1044000" cy="657360"/>
            <a:chOff x="1332286" y="-97509"/>
            <a:chExt cx="1044000" cy="6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32CB011D-F3D4-4AE6-993A-C2053D9FDEED}"/>
                    </a:ext>
                  </a:extLst>
                </p14:cNvPr>
                <p14:cNvContentPartPr/>
                <p14:nvPr/>
              </p14:nvContentPartPr>
              <p14:xfrm>
                <a:off x="1332286" y="144411"/>
                <a:ext cx="1044000" cy="4154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32CB011D-F3D4-4AE6-993A-C2053D9FDE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14286" y="126771"/>
                  <a:ext cx="10796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2D0F44F-7A66-4926-BFBB-06455D113E14}"/>
                    </a:ext>
                  </a:extLst>
                </p14:cNvPr>
                <p14:cNvContentPartPr/>
                <p14:nvPr/>
              </p14:nvContentPartPr>
              <p14:xfrm>
                <a:off x="1417606" y="-33789"/>
                <a:ext cx="160920" cy="1717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2D0F44F-7A66-4926-BFBB-06455D113E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99966" y="-51789"/>
                  <a:ext cx="196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A795981-2683-4312-B846-A87A7C0483A0}"/>
                    </a:ext>
                  </a:extLst>
                </p14:cNvPr>
                <p14:cNvContentPartPr/>
                <p14:nvPr/>
              </p14:nvContentPartPr>
              <p14:xfrm>
                <a:off x="1642606" y="-13629"/>
                <a:ext cx="5400" cy="1504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A795981-2683-4312-B846-A87A7C0483A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24606" y="-31629"/>
                  <a:ext cx="41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6DC5590E-D2EE-4582-904A-9F5A1C3C2BE6}"/>
                    </a:ext>
                  </a:extLst>
                </p14:cNvPr>
                <p14:cNvContentPartPr/>
                <p14:nvPr/>
              </p14:nvContentPartPr>
              <p14:xfrm>
                <a:off x="1664566" y="-97509"/>
                <a:ext cx="183960" cy="1868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6DC5590E-D2EE-4582-904A-9F5A1C3C2BE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46566" y="-115149"/>
                  <a:ext cx="219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FA946DD9-077F-47A4-9806-F24C20DFF1A8}"/>
                    </a:ext>
                  </a:extLst>
                </p14:cNvPr>
                <p14:cNvContentPartPr/>
                <p14:nvPr/>
              </p14:nvContentPartPr>
              <p14:xfrm>
                <a:off x="1754926" y="12651"/>
                <a:ext cx="129960" cy="2448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FA946DD9-077F-47A4-9806-F24C20DFF1A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37286" y="-5349"/>
                  <a:ext cx="1656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F35C275-5B25-4401-8180-575738806E59}"/>
              </a:ext>
            </a:extLst>
          </p:cNvPr>
          <p:cNvGrpSpPr/>
          <p:nvPr/>
        </p:nvGrpSpPr>
        <p:grpSpPr>
          <a:xfrm>
            <a:off x="5804206" y="1300731"/>
            <a:ext cx="2639160" cy="396720"/>
            <a:chOff x="5804206" y="1300731"/>
            <a:chExt cx="263916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7DCE4D9-76D1-4298-9BDC-EA17909B8A33}"/>
                    </a:ext>
                  </a:extLst>
                </p14:cNvPr>
                <p14:cNvContentPartPr/>
                <p14:nvPr/>
              </p14:nvContentPartPr>
              <p14:xfrm>
                <a:off x="5804206" y="1300731"/>
                <a:ext cx="195840" cy="3214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7DCE4D9-76D1-4298-9BDC-EA17909B8A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86206" y="1282731"/>
                  <a:ext cx="2314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67AF2B8-4C83-4B96-947D-B727B4C5AC62}"/>
                    </a:ext>
                  </a:extLst>
                </p14:cNvPr>
                <p14:cNvContentPartPr/>
                <p14:nvPr/>
              </p14:nvContentPartPr>
              <p14:xfrm>
                <a:off x="6055846" y="1432491"/>
                <a:ext cx="162360" cy="1893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67AF2B8-4C83-4B96-947D-B727B4C5AC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37846" y="1414851"/>
                  <a:ext cx="198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DE99F3E7-3265-476D-8DB7-7EE697F3B64A}"/>
                    </a:ext>
                  </a:extLst>
                </p14:cNvPr>
                <p14:cNvContentPartPr/>
                <p14:nvPr/>
              </p14:nvContentPartPr>
              <p14:xfrm>
                <a:off x="6247726" y="1460211"/>
                <a:ext cx="144720" cy="2372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DE99F3E7-3265-476D-8DB7-7EE697F3B64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29726" y="1442571"/>
                  <a:ext cx="180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45AE29D6-3BFB-4536-88AA-AD7C68418408}"/>
                    </a:ext>
                  </a:extLst>
                </p14:cNvPr>
                <p14:cNvContentPartPr/>
                <p14:nvPr/>
              </p14:nvContentPartPr>
              <p14:xfrm>
                <a:off x="6587566" y="1612851"/>
                <a:ext cx="142560" cy="435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45AE29D6-3BFB-4536-88AA-AD7C684184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69566" y="1595211"/>
                  <a:ext cx="178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B18F1570-D247-40D6-B4BA-A8836F98F025}"/>
                    </a:ext>
                  </a:extLst>
                </p14:cNvPr>
                <p14:cNvContentPartPr/>
                <p14:nvPr/>
              </p14:nvContentPartPr>
              <p14:xfrm>
                <a:off x="6548326" y="1551291"/>
                <a:ext cx="237600" cy="126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B18F1570-D247-40D6-B4BA-A8836F98F0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30686" y="1533651"/>
                  <a:ext cx="273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CA5E1CE-C510-4889-9B20-BA1DDD860F39}"/>
                    </a:ext>
                  </a:extLst>
                </p14:cNvPr>
                <p14:cNvContentPartPr/>
                <p14:nvPr/>
              </p14:nvContentPartPr>
              <p14:xfrm>
                <a:off x="6986086" y="1401171"/>
                <a:ext cx="35640" cy="2509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CA5E1CE-C510-4889-9B20-BA1DDD860F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68086" y="1383171"/>
                  <a:ext cx="712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8E2D5946-0CE3-4C0D-B255-45529EBA1549}"/>
                    </a:ext>
                  </a:extLst>
                </p14:cNvPr>
                <p14:cNvContentPartPr/>
                <p14:nvPr/>
              </p14:nvContentPartPr>
              <p14:xfrm>
                <a:off x="7101646" y="1418091"/>
                <a:ext cx="243720" cy="2595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8E2D5946-0CE3-4C0D-B255-45529EBA15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84006" y="1400451"/>
                  <a:ext cx="279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69A1D5B-A2AC-4E61-998F-9220D10FE875}"/>
                    </a:ext>
                  </a:extLst>
                </p14:cNvPr>
                <p14:cNvContentPartPr/>
                <p14:nvPr/>
              </p14:nvContentPartPr>
              <p14:xfrm>
                <a:off x="7494406" y="1579011"/>
                <a:ext cx="167760" cy="115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69A1D5B-A2AC-4E61-998F-9220D10FE87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76406" y="1561011"/>
                  <a:ext cx="203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EFE1D62D-CE8C-49E9-92A1-4891282B77D1}"/>
                    </a:ext>
                  </a:extLst>
                </p14:cNvPr>
                <p14:cNvContentPartPr/>
                <p14:nvPr/>
              </p14:nvContentPartPr>
              <p14:xfrm>
                <a:off x="7816966" y="1406211"/>
                <a:ext cx="206280" cy="21600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EFE1D62D-CE8C-49E9-92A1-4891282B77D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99326" y="1388211"/>
                  <a:ext cx="241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1F15A93-B7C1-41AE-9118-4C6B3F7F0B72}"/>
                    </a:ext>
                  </a:extLst>
                </p14:cNvPr>
                <p14:cNvContentPartPr/>
                <p14:nvPr/>
              </p14:nvContentPartPr>
              <p14:xfrm>
                <a:off x="8115046" y="1532571"/>
                <a:ext cx="33480" cy="14760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1F15A93-B7C1-41AE-9118-4C6B3F7F0B7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97406" y="1514931"/>
                  <a:ext cx="69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08CC1404-6814-476E-97D7-88EAF793BDBA}"/>
                    </a:ext>
                  </a:extLst>
                </p14:cNvPr>
                <p14:cNvContentPartPr/>
                <p14:nvPr/>
              </p14:nvContentPartPr>
              <p14:xfrm>
                <a:off x="8220166" y="1360131"/>
                <a:ext cx="215640" cy="30600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08CC1404-6814-476E-97D7-88EAF793BDB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02526" y="1342131"/>
                  <a:ext cx="2512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7B36185-F817-493F-A75E-29CD0813D5F8}"/>
                    </a:ext>
                  </a:extLst>
                </p14:cNvPr>
                <p14:cNvContentPartPr/>
                <p14:nvPr/>
              </p14:nvContentPartPr>
              <p14:xfrm>
                <a:off x="8227726" y="1562451"/>
                <a:ext cx="215640" cy="104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7B36185-F817-493F-A75E-29CD0813D5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09726" y="1544451"/>
                  <a:ext cx="251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97C4ED68-F2DF-43DC-9F79-27B34651F46F}"/>
              </a:ext>
            </a:extLst>
          </p:cNvPr>
          <p:cNvGrpSpPr/>
          <p:nvPr/>
        </p:nvGrpSpPr>
        <p:grpSpPr>
          <a:xfrm>
            <a:off x="8710486" y="1521771"/>
            <a:ext cx="212760" cy="141120"/>
            <a:chOff x="8710486" y="1521771"/>
            <a:chExt cx="21276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174733A5-1FFE-4F40-931E-5BD6FEEC51A0}"/>
                    </a:ext>
                  </a:extLst>
                </p14:cNvPr>
                <p14:cNvContentPartPr/>
                <p14:nvPr/>
              </p14:nvContentPartPr>
              <p14:xfrm>
                <a:off x="8710486" y="1599891"/>
                <a:ext cx="181080" cy="630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174733A5-1FFE-4F40-931E-5BD6FEEC51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92486" y="1581891"/>
                  <a:ext cx="216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17F5CC9-E7B2-47D6-9540-3B9F409E2B58}"/>
                    </a:ext>
                  </a:extLst>
                </p14:cNvPr>
                <p14:cNvContentPartPr/>
                <p14:nvPr/>
              </p14:nvContentPartPr>
              <p14:xfrm>
                <a:off x="8727406" y="1521771"/>
                <a:ext cx="195840" cy="388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17F5CC9-E7B2-47D6-9540-3B9F409E2B5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09766" y="1503771"/>
                  <a:ext cx="2314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2A3EB135-85F6-4DC3-AE41-BADCC9576828}"/>
              </a:ext>
            </a:extLst>
          </p:cNvPr>
          <p:cNvGrpSpPr/>
          <p:nvPr/>
        </p:nvGrpSpPr>
        <p:grpSpPr>
          <a:xfrm>
            <a:off x="9163726" y="1383171"/>
            <a:ext cx="977760" cy="308160"/>
            <a:chOff x="9163726" y="1383171"/>
            <a:chExt cx="97776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51207072-3715-45FF-8ED2-CC1ACCA28FA5}"/>
                    </a:ext>
                  </a:extLst>
                </p14:cNvPr>
                <p14:cNvContentPartPr/>
                <p14:nvPr/>
              </p14:nvContentPartPr>
              <p14:xfrm>
                <a:off x="9163726" y="1383171"/>
                <a:ext cx="47880" cy="2739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51207072-3715-45FF-8ED2-CC1ACCA28F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46086" y="1365531"/>
                  <a:ext cx="835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7C0EA96-D7B6-4A88-B84D-97E112C8330C}"/>
                    </a:ext>
                  </a:extLst>
                </p14:cNvPr>
                <p14:cNvContentPartPr/>
                <p14:nvPr/>
              </p14:nvContentPartPr>
              <p14:xfrm>
                <a:off x="9348406" y="1434651"/>
                <a:ext cx="13680" cy="2059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7C0EA96-D7B6-4A88-B84D-97E112C8330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30406" y="1417011"/>
                  <a:ext cx="49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37584316-C951-44FB-B11A-6A0F2C4CBFDC}"/>
                    </a:ext>
                  </a:extLst>
                </p14:cNvPr>
                <p14:cNvContentPartPr/>
                <p14:nvPr/>
              </p14:nvContentPartPr>
              <p14:xfrm>
                <a:off x="9504646" y="1566771"/>
                <a:ext cx="10080" cy="1245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37584316-C951-44FB-B11A-6A0F2C4CBFD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487006" y="1549131"/>
                  <a:ext cx="45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B6E2005E-8EA2-4B62-87DA-048DE0809D89}"/>
                    </a:ext>
                  </a:extLst>
                </p14:cNvPr>
                <p14:cNvContentPartPr/>
                <p14:nvPr/>
              </p14:nvContentPartPr>
              <p14:xfrm>
                <a:off x="9651526" y="1419891"/>
                <a:ext cx="196200" cy="26388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B6E2005E-8EA2-4B62-87DA-048DE0809D8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33526" y="1401891"/>
                  <a:ext cx="231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0458844-A0F8-4493-A10C-7324B409D675}"/>
                    </a:ext>
                  </a:extLst>
                </p14:cNvPr>
                <p14:cNvContentPartPr/>
                <p14:nvPr/>
              </p14:nvContentPartPr>
              <p14:xfrm>
                <a:off x="9963286" y="1423491"/>
                <a:ext cx="178200" cy="20880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0458844-A0F8-4493-A10C-7324B409D6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45286" y="1405851"/>
                  <a:ext cx="2138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272DE276-C99D-461B-9AFB-8B0CF6CA0E1D}"/>
              </a:ext>
            </a:extLst>
          </p:cNvPr>
          <p:cNvGrpSpPr/>
          <p:nvPr/>
        </p:nvGrpSpPr>
        <p:grpSpPr>
          <a:xfrm>
            <a:off x="1151206" y="1057371"/>
            <a:ext cx="667800" cy="451440"/>
            <a:chOff x="1151206" y="1057371"/>
            <a:chExt cx="66780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7DD58EF-C3AD-4139-ABBE-F8FDF8D28422}"/>
                    </a:ext>
                  </a:extLst>
                </p14:cNvPr>
                <p14:cNvContentPartPr/>
                <p14:nvPr/>
              </p14:nvContentPartPr>
              <p14:xfrm>
                <a:off x="1151206" y="1057371"/>
                <a:ext cx="667800" cy="16740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7DD58EF-C3AD-4139-ABBE-F8FDF8D2842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3566" y="1039731"/>
                  <a:ext cx="703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81E6B643-9C4A-41B4-BC80-80F2C39000FC}"/>
                    </a:ext>
                  </a:extLst>
                </p14:cNvPr>
                <p14:cNvContentPartPr/>
                <p14:nvPr/>
              </p14:nvContentPartPr>
              <p14:xfrm>
                <a:off x="1365046" y="1311531"/>
                <a:ext cx="260640" cy="1152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81E6B643-9C4A-41B4-BC80-80F2C39000F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47406" y="1293891"/>
                  <a:ext cx="296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AB5F211-F88E-46F8-8F5F-D12B47BF23CA}"/>
                    </a:ext>
                  </a:extLst>
                </p14:cNvPr>
                <p14:cNvContentPartPr/>
                <p14:nvPr/>
              </p14:nvContentPartPr>
              <p14:xfrm>
                <a:off x="1478806" y="1327011"/>
                <a:ext cx="198360" cy="1818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AB5F211-F88E-46F8-8F5F-D12B47BF23C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60806" y="1309011"/>
                  <a:ext cx="23400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70E06E72-AD43-44EF-8620-1A8A019BAC44}"/>
                  </a:ext>
                </a:extLst>
              </p14:cNvPr>
              <p14:cNvContentPartPr/>
              <p14:nvPr/>
            </p14:nvContentPartPr>
            <p14:xfrm>
              <a:off x="636046" y="3289731"/>
              <a:ext cx="69840" cy="39492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70E06E72-AD43-44EF-8620-1A8A019BAC4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18406" y="3272091"/>
                <a:ext cx="10548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E8ECB140-9BE0-4DCC-AC57-4DEA0710A877}"/>
                  </a:ext>
                </a:extLst>
              </p14:cNvPr>
              <p14:cNvContentPartPr/>
              <p14:nvPr/>
            </p14:nvContentPartPr>
            <p14:xfrm>
              <a:off x="817126" y="3336531"/>
              <a:ext cx="218520" cy="31176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E8ECB140-9BE0-4DCC-AC57-4DEA0710A87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99126" y="3318531"/>
                <a:ext cx="2541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C24282DB-1F42-42CE-83A2-EF41CC60DA73}"/>
                  </a:ext>
                </a:extLst>
              </p14:cNvPr>
              <p14:cNvContentPartPr/>
              <p14:nvPr/>
            </p14:nvContentPartPr>
            <p14:xfrm>
              <a:off x="1173166" y="3507171"/>
              <a:ext cx="182520" cy="2340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C24282DB-1F42-42CE-83A2-EF41CC60DA7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55526" y="3489171"/>
                <a:ext cx="2181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58EF5D65-CA01-4E3B-BFC2-999D1F5DEFF4}"/>
                  </a:ext>
                </a:extLst>
              </p14:cNvPr>
              <p14:cNvContentPartPr/>
              <p14:nvPr/>
            </p14:nvContentPartPr>
            <p14:xfrm>
              <a:off x="1469806" y="3340131"/>
              <a:ext cx="189000" cy="28764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58EF5D65-CA01-4E3B-BFC2-999D1F5DEFF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452166" y="3322131"/>
                <a:ext cx="2246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4C83FF03-1F13-4478-AD46-FDE1A85084B6}"/>
                  </a:ext>
                </a:extLst>
              </p14:cNvPr>
              <p14:cNvContentPartPr/>
              <p14:nvPr/>
            </p14:nvContentPartPr>
            <p14:xfrm>
              <a:off x="1726846" y="3517971"/>
              <a:ext cx="7560" cy="18828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4C83FF03-1F13-4478-AD46-FDE1A85084B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709206" y="3500331"/>
                <a:ext cx="432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2AA4AAC1-3E5F-4C5B-A0E2-E67DB7EB2CF4}"/>
                  </a:ext>
                </a:extLst>
              </p14:cNvPr>
              <p14:cNvContentPartPr/>
              <p14:nvPr/>
            </p14:nvContentPartPr>
            <p14:xfrm>
              <a:off x="1766446" y="3337611"/>
              <a:ext cx="199800" cy="30816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2AA4AAC1-3E5F-4C5B-A0E2-E67DB7EB2CF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748446" y="3319971"/>
                <a:ext cx="2354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F3BA90FF-4394-4882-808C-5979911B45F7}"/>
                  </a:ext>
                </a:extLst>
              </p14:cNvPr>
              <p14:cNvContentPartPr/>
              <p14:nvPr/>
            </p14:nvContentPartPr>
            <p14:xfrm>
              <a:off x="1847806" y="3511131"/>
              <a:ext cx="133560" cy="1476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F3BA90FF-4394-4882-808C-5979911B45F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830166" y="3493491"/>
                <a:ext cx="16920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Agrupar 78">
            <a:extLst>
              <a:ext uri="{FF2B5EF4-FFF2-40B4-BE49-F238E27FC236}">
                <a16:creationId xmlns:a16="http://schemas.microsoft.com/office/drawing/2014/main" id="{C88765A8-44A3-44C1-A013-066339B242E0}"/>
              </a:ext>
            </a:extLst>
          </p:cNvPr>
          <p:cNvGrpSpPr/>
          <p:nvPr/>
        </p:nvGrpSpPr>
        <p:grpSpPr>
          <a:xfrm>
            <a:off x="2201326" y="3217371"/>
            <a:ext cx="3422880" cy="538560"/>
            <a:chOff x="2201326" y="3217371"/>
            <a:chExt cx="342288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3D3B2FB-5B6D-4E6B-A2D1-923B0E739A9B}"/>
                    </a:ext>
                  </a:extLst>
                </p14:cNvPr>
                <p14:cNvContentPartPr/>
                <p14:nvPr/>
              </p14:nvContentPartPr>
              <p14:xfrm>
                <a:off x="2201326" y="3477291"/>
                <a:ext cx="140760" cy="1548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3D3B2FB-5B6D-4E6B-A2D1-923B0E739A9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183686" y="3459651"/>
                  <a:ext cx="176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1CFDA4B0-02D2-4B1C-A917-4A41FF26D016}"/>
                    </a:ext>
                  </a:extLst>
                </p14:cNvPr>
                <p14:cNvContentPartPr/>
                <p14:nvPr/>
              </p14:nvContentPartPr>
              <p14:xfrm>
                <a:off x="2541166" y="3321051"/>
                <a:ext cx="193680" cy="3434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1CFDA4B0-02D2-4B1C-A917-4A41FF26D01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523526" y="3303411"/>
                  <a:ext cx="2293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D7B722F-BD2D-4ED8-8C82-84E3D36DDBB6}"/>
                    </a:ext>
                  </a:extLst>
                </p14:cNvPr>
                <p14:cNvContentPartPr/>
                <p14:nvPr/>
              </p14:nvContentPartPr>
              <p14:xfrm>
                <a:off x="2853646" y="3570891"/>
                <a:ext cx="16200" cy="18504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D7B722F-BD2D-4ED8-8C82-84E3D36DDBB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36006" y="3552891"/>
                  <a:ext cx="51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98596051-E052-4782-BEBC-0C9D2FE804A9}"/>
                    </a:ext>
                  </a:extLst>
                </p14:cNvPr>
                <p14:cNvContentPartPr/>
                <p14:nvPr/>
              </p14:nvContentPartPr>
              <p14:xfrm>
                <a:off x="2926006" y="3383691"/>
                <a:ext cx="142200" cy="3009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98596051-E052-4782-BEBC-0C9D2FE804A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908006" y="3366051"/>
                  <a:ext cx="1778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8957025A-E985-4D18-BEFD-C1F1568A1F58}"/>
                    </a:ext>
                  </a:extLst>
                </p14:cNvPr>
                <p14:cNvContentPartPr/>
                <p14:nvPr/>
              </p14:nvContentPartPr>
              <p14:xfrm>
                <a:off x="2955166" y="3516891"/>
                <a:ext cx="195840" cy="3888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8957025A-E985-4D18-BEFD-C1F1568A1F5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937526" y="3499251"/>
                  <a:ext cx="231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EA90D0D-B489-4FF0-B8D0-F6E4E58DC70C}"/>
                    </a:ext>
                  </a:extLst>
                </p14:cNvPr>
                <p14:cNvContentPartPr/>
                <p14:nvPr/>
              </p14:nvContentPartPr>
              <p14:xfrm>
                <a:off x="3184846" y="3239691"/>
                <a:ext cx="211680" cy="46764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EA90D0D-B489-4FF0-B8D0-F6E4E58DC70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67206" y="3222051"/>
                  <a:ext cx="2473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0F9C35C-1FE3-4FC8-800B-C9FE18872A59}"/>
                    </a:ext>
                  </a:extLst>
                </p14:cNvPr>
                <p14:cNvContentPartPr/>
                <p14:nvPr/>
              </p14:nvContentPartPr>
              <p14:xfrm>
                <a:off x="3518566" y="3641091"/>
                <a:ext cx="1440" cy="25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0F9C35C-1FE3-4FC8-800B-C9FE18872A5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00926" y="3623451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FECC228-13C8-4048-9B5E-4B46C3C6AC23}"/>
                    </a:ext>
                  </a:extLst>
                </p14:cNvPr>
                <p14:cNvContentPartPr/>
                <p14:nvPr/>
              </p14:nvContentPartPr>
              <p14:xfrm>
                <a:off x="3590206" y="3383691"/>
                <a:ext cx="219240" cy="648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FECC228-13C8-4048-9B5E-4B46C3C6AC2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72566" y="3366051"/>
                  <a:ext cx="254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4A6A7DED-4AF7-49AC-8EA2-31F1B7834FEB}"/>
                    </a:ext>
                  </a:extLst>
                </p14:cNvPr>
                <p14:cNvContentPartPr/>
                <p14:nvPr/>
              </p14:nvContentPartPr>
              <p14:xfrm>
                <a:off x="3677326" y="3390531"/>
                <a:ext cx="185040" cy="27540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4A6A7DED-4AF7-49AC-8EA2-31F1B7834F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59686" y="3372531"/>
                  <a:ext cx="220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96F3A0AA-DACE-4F9A-BB45-C53DA5336C1D}"/>
                    </a:ext>
                  </a:extLst>
                </p14:cNvPr>
                <p14:cNvContentPartPr/>
                <p14:nvPr/>
              </p14:nvContentPartPr>
              <p14:xfrm>
                <a:off x="4024726" y="3478371"/>
                <a:ext cx="178920" cy="720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96F3A0AA-DACE-4F9A-BB45-C53DA5336C1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006726" y="3460371"/>
                  <a:ext cx="214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7C8E851-13D2-4FF6-9B06-042A67A048E5}"/>
                    </a:ext>
                  </a:extLst>
                </p14:cNvPr>
                <p14:cNvContentPartPr/>
                <p14:nvPr/>
              </p14:nvContentPartPr>
              <p14:xfrm>
                <a:off x="4319566" y="3336891"/>
                <a:ext cx="299520" cy="29952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7C8E851-13D2-4FF6-9B06-042A67A048E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301926" y="3318891"/>
                  <a:ext cx="3351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C16E0DD-E4A1-45F3-BDEF-D33F94D02165}"/>
                    </a:ext>
                  </a:extLst>
                </p14:cNvPr>
                <p14:cNvContentPartPr/>
                <p14:nvPr/>
              </p14:nvContentPartPr>
              <p14:xfrm>
                <a:off x="4677406" y="3507171"/>
                <a:ext cx="25920" cy="16308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C16E0DD-E4A1-45F3-BDEF-D33F94D0216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59406" y="3489171"/>
                  <a:ext cx="61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2FED883-C29E-4516-9C28-B7E24D583438}"/>
                    </a:ext>
                  </a:extLst>
                </p14:cNvPr>
                <p14:cNvContentPartPr/>
                <p14:nvPr/>
              </p14:nvContentPartPr>
              <p14:xfrm>
                <a:off x="4747966" y="3313491"/>
                <a:ext cx="175320" cy="3006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2FED883-C29E-4516-9C28-B7E24D58343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29966" y="3295491"/>
                  <a:ext cx="2109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ACF0559-D748-4DA2-95DB-E9B11B2B9FD4}"/>
                    </a:ext>
                  </a:extLst>
                </p14:cNvPr>
                <p14:cNvContentPartPr/>
                <p14:nvPr/>
              </p14:nvContentPartPr>
              <p14:xfrm>
                <a:off x="5016886" y="3511491"/>
                <a:ext cx="210960" cy="640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ACF0559-D748-4DA2-95DB-E9B11B2B9FD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999246" y="3493491"/>
                  <a:ext cx="246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9B3FC9AF-FFB7-4397-9D7D-A1FD780713FE}"/>
                    </a:ext>
                  </a:extLst>
                </p14:cNvPr>
                <p14:cNvContentPartPr/>
                <p14:nvPr/>
              </p14:nvContentPartPr>
              <p14:xfrm>
                <a:off x="5002486" y="3418971"/>
                <a:ext cx="211680" cy="3780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9B3FC9AF-FFB7-4397-9D7D-A1FD780713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984486" y="3401331"/>
                  <a:ext cx="247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604A2833-6507-448D-85FB-70E81A752C87}"/>
                    </a:ext>
                  </a:extLst>
                </p14:cNvPr>
                <p14:cNvContentPartPr/>
                <p14:nvPr/>
              </p14:nvContentPartPr>
              <p14:xfrm>
                <a:off x="5259886" y="3217371"/>
                <a:ext cx="364320" cy="3279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604A2833-6507-448D-85FB-70E81A752C8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242246" y="3199371"/>
                  <a:ext cx="39996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56FE92E9-B908-4854-B272-56E2743D2C58}"/>
              </a:ext>
            </a:extLst>
          </p:cNvPr>
          <p:cNvGrpSpPr/>
          <p:nvPr/>
        </p:nvGrpSpPr>
        <p:grpSpPr>
          <a:xfrm>
            <a:off x="1372606" y="4338411"/>
            <a:ext cx="852120" cy="443880"/>
            <a:chOff x="1372606" y="4338411"/>
            <a:chExt cx="8521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541BE538-3285-4798-919D-E2B0555B9BEC}"/>
                    </a:ext>
                  </a:extLst>
                </p14:cNvPr>
                <p14:cNvContentPartPr/>
                <p14:nvPr/>
              </p14:nvContentPartPr>
              <p14:xfrm>
                <a:off x="1372606" y="4338411"/>
                <a:ext cx="326880" cy="57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541BE538-3285-4798-919D-E2B0555B9BE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54606" y="4320771"/>
                  <a:ext cx="362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AB14FD79-C5ED-4B65-857A-C7D798863B0F}"/>
                    </a:ext>
                  </a:extLst>
                </p14:cNvPr>
                <p14:cNvContentPartPr/>
                <p14:nvPr/>
              </p14:nvContentPartPr>
              <p14:xfrm>
                <a:off x="1489966" y="4347411"/>
                <a:ext cx="352080" cy="43488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AB14FD79-C5ED-4B65-857A-C7D798863B0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471966" y="4329411"/>
                  <a:ext cx="3877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BE7A6C1-970E-4177-B46F-7BF71B76ED0B}"/>
                    </a:ext>
                  </a:extLst>
                </p14:cNvPr>
                <p14:cNvContentPartPr/>
                <p14:nvPr/>
              </p14:nvContentPartPr>
              <p14:xfrm>
                <a:off x="2060566" y="4693731"/>
                <a:ext cx="155520" cy="1296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BE7A6C1-970E-4177-B46F-7BF71B76ED0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42566" y="4676091"/>
                  <a:ext cx="191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D0BB0F4C-5BF6-4D3F-80A1-4BC5F61CAA89}"/>
                    </a:ext>
                  </a:extLst>
                </p14:cNvPr>
                <p14:cNvContentPartPr/>
                <p14:nvPr/>
              </p14:nvContentPartPr>
              <p14:xfrm>
                <a:off x="2036086" y="4613451"/>
                <a:ext cx="188640" cy="252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D0BB0F4C-5BF6-4D3F-80A1-4BC5F61CAA8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18446" y="4595811"/>
                  <a:ext cx="2242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71D84103-65CD-45D1-850C-591550B2BEAD}"/>
              </a:ext>
            </a:extLst>
          </p:cNvPr>
          <p:cNvGrpSpPr/>
          <p:nvPr/>
        </p:nvGrpSpPr>
        <p:grpSpPr>
          <a:xfrm>
            <a:off x="2506606" y="4342371"/>
            <a:ext cx="730440" cy="358560"/>
            <a:chOff x="2506606" y="4342371"/>
            <a:chExt cx="7304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E4CAE414-3243-4FF0-B43C-9061B509A4B3}"/>
                    </a:ext>
                  </a:extLst>
                </p14:cNvPr>
                <p14:cNvContentPartPr/>
                <p14:nvPr/>
              </p14:nvContentPartPr>
              <p14:xfrm>
                <a:off x="2506606" y="4350651"/>
                <a:ext cx="89640" cy="29628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E4CAE414-3243-4FF0-B43C-9061B509A4B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88966" y="4333011"/>
                  <a:ext cx="125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EBA3DD3-9AC2-4C16-9CB8-9474451A7425}"/>
                    </a:ext>
                  </a:extLst>
                </p14:cNvPr>
                <p14:cNvContentPartPr/>
                <p14:nvPr/>
              </p14:nvContentPartPr>
              <p14:xfrm>
                <a:off x="2711806" y="4348131"/>
                <a:ext cx="99360" cy="27000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EBA3DD3-9AC2-4C16-9CB8-9474451A742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694166" y="4330491"/>
                  <a:ext cx="135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A29D16BF-40FF-4DF1-9735-7D7DA01D74EB}"/>
                    </a:ext>
                  </a:extLst>
                </p14:cNvPr>
                <p14:cNvContentPartPr/>
                <p14:nvPr/>
              </p14:nvContentPartPr>
              <p14:xfrm>
                <a:off x="2883166" y="4542171"/>
                <a:ext cx="37080" cy="15876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A29D16BF-40FF-4DF1-9735-7D7DA01D74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65166" y="4524171"/>
                  <a:ext cx="72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430BFBBF-94B7-4283-8630-66AD7F79D496}"/>
                    </a:ext>
                  </a:extLst>
                </p14:cNvPr>
                <p14:cNvContentPartPr/>
                <p14:nvPr/>
              </p14:nvContentPartPr>
              <p14:xfrm>
                <a:off x="3013486" y="4342371"/>
                <a:ext cx="223560" cy="28908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430BFBBF-94B7-4283-8630-66AD7F79D49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95486" y="4324731"/>
                  <a:ext cx="2592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83DEADAD-2A58-48B6-810A-6200C2BB28B7}"/>
              </a:ext>
            </a:extLst>
          </p:cNvPr>
          <p:cNvGrpSpPr/>
          <p:nvPr/>
        </p:nvGrpSpPr>
        <p:grpSpPr>
          <a:xfrm>
            <a:off x="3518566" y="4294491"/>
            <a:ext cx="723960" cy="341280"/>
            <a:chOff x="3518566" y="4294491"/>
            <a:chExt cx="72396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F139DC4B-320C-4CE5-9B9D-7E3ED724396E}"/>
                    </a:ext>
                  </a:extLst>
                </p14:cNvPr>
                <p14:cNvContentPartPr/>
                <p14:nvPr/>
              </p14:nvContentPartPr>
              <p14:xfrm>
                <a:off x="3518566" y="4457211"/>
                <a:ext cx="124920" cy="158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F139DC4B-320C-4CE5-9B9D-7E3ED724396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500926" y="4439571"/>
                  <a:ext cx="160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FA33AC3-B0A0-44DC-A3F9-3D292BAF1165}"/>
                    </a:ext>
                  </a:extLst>
                </p14:cNvPr>
                <p14:cNvContentPartPr/>
                <p14:nvPr/>
              </p14:nvContentPartPr>
              <p14:xfrm>
                <a:off x="3705406" y="4322211"/>
                <a:ext cx="265680" cy="28944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FA33AC3-B0A0-44DC-A3F9-3D292BAF116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87406" y="4304571"/>
                  <a:ext cx="301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FCB800A3-9CD3-4E69-869B-C1982D756C6F}"/>
                    </a:ext>
                  </a:extLst>
                </p14:cNvPr>
                <p14:cNvContentPartPr/>
                <p14:nvPr/>
              </p14:nvContentPartPr>
              <p14:xfrm>
                <a:off x="4029406" y="4535331"/>
                <a:ext cx="29520" cy="10044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FCB800A3-9CD3-4E69-869B-C1982D756C6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011766" y="4517691"/>
                  <a:ext cx="65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4F3E1EC-6901-4D7C-B5FF-9494FF6F3D8C}"/>
                    </a:ext>
                  </a:extLst>
                </p14:cNvPr>
                <p14:cNvContentPartPr/>
                <p14:nvPr/>
              </p14:nvContentPartPr>
              <p14:xfrm>
                <a:off x="4184566" y="4294491"/>
                <a:ext cx="57960" cy="2379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4F3E1EC-6901-4D7C-B5FF-9494FF6F3D8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66926" y="4276851"/>
                  <a:ext cx="93600" cy="27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4A3E1BF3-FA73-44FE-B4A7-CB830EEA7723}"/>
                  </a:ext>
                </a:extLst>
              </p14:cNvPr>
              <p14:cNvContentPartPr/>
              <p14:nvPr/>
            </p14:nvContentPartPr>
            <p14:xfrm>
              <a:off x="2623966" y="4818291"/>
              <a:ext cx="1771560" cy="8712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4A3E1BF3-FA73-44FE-B4A7-CB830EEA772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606326" y="4800291"/>
                <a:ext cx="180720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Agrupar 97">
            <a:extLst>
              <a:ext uri="{FF2B5EF4-FFF2-40B4-BE49-F238E27FC236}">
                <a16:creationId xmlns:a16="http://schemas.microsoft.com/office/drawing/2014/main" id="{A52592E7-AF6F-4C79-AE85-A2D7CA3EA1F4}"/>
              </a:ext>
            </a:extLst>
          </p:cNvPr>
          <p:cNvGrpSpPr/>
          <p:nvPr/>
        </p:nvGrpSpPr>
        <p:grpSpPr>
          <a:xfrm>
            <a:off x="3004126" y="5077851"/>
            <a:ext cx="1013400" cy="456840"/>
            <a:chOff x="3004126" y="5077851"/>
            <a:chExt cx="101340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EBF94D5-9663-44CD-81B9-7C004BA63A54}"/>
                    </a:ext>
                  </a:extLst>
                </p14:cNvPr>
                <p14:cNvContentPartPr/>
                <p14:nvPr/>
              </p14:nvContentPartPr>
              <p14:xfrm>
                <a:off x="3004126" y="5142651"/>
                <a:ext cx="185760" cy="3920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EBF94D5-9663-44CD-81B9-7C004BA63A5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986486" y="5124651"/>
                  <a:ext cx="2214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5D362934-780E-4BAA-9A0E-16BA19BC5767}"/>
                    </a:ext>
                  </a:extLst>
                </p14:cNvPr>
                <p14:cNvContentPartPr/>
                <p14:nvPr/>
              </p14:nvContentPartPr>
              <p14:xfrm>
                <a:off x="3288886" y="5359371"/>
                <a:ext cx="6480" cy="1652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5D362934-780E-4BAA-9A0E-16BA19BC576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70886" y="5341371"/>
                  <a:ext cx="42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E2EBB0AE-1BB8-43BA-B657-58E7A26608BB}"/>
                    </a:ext>
                  </a:extLst>
                </p14:cNvPr>
                <p14:cNvContentPartPr/>
                <p14:nvPr/>
              </p14:nvContentPartPr>
              <p14:xfrm>
                <a:off x="3351166" y="5190891"/>
                <a:ext cx="164160" cy="27828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E2EBB0AE-1BB8-43BA-B657-58E7A26608B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33526" y="5173251"/>
                  <a:ext cx="1998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54BD5B47-BEC5-46F9-BC7B-5FAF3509BC4B}"/>
                    </a:ext>
                  </a:extLst>
                </p14:cNvPr>
                <p14:cNvContentPartPr/>
                <p14:nvPr/>
              </p14:nvContentPartPr>
              <p14:xfrm>
                <a:off x="3380326" y="5324091"/>
                <a:ext cx="227520" cy="4104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54BD5B47-BEC5-46F9-BC7B-5FAF3509BC4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362686" y="5306091"/>
                  <a:ext cx="263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9B04966-7565-4FA2-A186-35A84A95AACF}"/>
                    </a:ext>
                  </a:extLst>
                </p14:cNvPr>
                <p14:cNvContentPartPr/>
                <p14:nvPr/>
              </p14:nvContentPartPr>
              <p14:xfrm>
                <a:off x="3697126" y="5077851"/>
                <a:ext cx="320400" cy="38808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9B04966-7565-4FA2-A186-35A84A95AAC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79126" y="5059851"/>
                  <a:ext cx="356040" cy="4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B45AFE13-213F-403E-9517-00D30E67A24D}"/>
              </a:ext>
            </a:extLst>
          </p:cNvPr>
          <p:cNvGrpSpPr/>
          <p:nvPr/>
        </p:nvGrpSpPr>
        <p:grpSpPr>
          <a:xfrm>
            <a:off x="4602526" y="4350291"/>
            <a:ext cx="2070720" cy="772920"/>
            <a:chOff x="4602526" y="4350291"/>
            <a:chExt cx="207072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AE97089-295A-4E7E-B855-12AF9046EF1A}"/>
                    </a:ext>
                  </a:extLst>
                </p14:cNvPr>
                <p14:cNvContentPartPr/>
                <p14:nvPr/>
              </p14:nvContentPartPr>
              <p14:xfrm>
                <a:off x="4606486" y="4747731"/>
                <a:ext cx="199440" cy="104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AE97089-295A-4E7E-B855-12AF9046EF1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88486" y="4729731"/>
                  <a:ext cx="235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8640612-9708-4398-A82B-736B38139C61}"/>
                    </a:ext>
                  </a:extLst>
                </p14:cNvPr>
                <p14:cNvContentPartPr/>
                <p14:nvPr/>
              </p14:nvContentPartPr>
              <p14:xfrm>
                <a:off x="4602526" y="4693011"/>
                <a:ext cx="197280" cy="230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8640612-9708-4398-A82B-736B38139C6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584886" y="4675371"/>
                  <a:ext cx="232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14682472-4E64-4C77-964D-45298F1C8FA0}"/>
                    </a:ext>
                  </a:extLst>
                </p14:cNvPr>
                <p14:cNvContentPartPr/>
                <p14:nvPr/>
              </p14:nvContentPartPr>
              <p14:xfrm>
                <a:off x="4924366" y="4369731"/>
                <a:ext cx="174600" cy="4078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14682472-4E64-4C77-964D-45298F1C8FA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906726" y="4352091"/>
                  <a:ext cx="2102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7352F342-7E35-4A6C-B599-B17989115949}"/>
                    </a:ext>
                  </a:extLst>
                </p14:cNvPr>
                <p14:cNvContentPartPr/>
                <p14:nvPr/>
              </p14:nvContentPartPr>
              <p14:xfrm>
                <a:off x="5097526" y="4703811"/>
                <a:ext cx="41760" cy="16632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7352F342-7E35-4A6C-B599-B1798911594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079886" y="4685811"/>
                  <a:ext cx="77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75469F82-8B29-4888-8AAD-6254DACC0D94}"/>
                    </a:ext>
                  </a:extLst>
                </p14:cNvPr>
                <p14:cNvContentPartPr/>
                <p14:nvPr/>
              </p14:nvContentPartPr>
              <p14:xfrm>
                <a:off x="5228566" y="4398891"/>
                <a:ext cx="203400" cy="34668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75469F82-8B29-4888-8AAD-6254DACC0D9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210566" y="4381251"/>
                  <a:ext cx="2390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EE5686B5-B6EB-4DBD-BB05-ECF1E6699A3E}"/>
                    </a:ext>
                  </a:extLst>
                </p14:cNvPr>
                <p14:cNvContentPartPr/>
                <p14:nvPr/>
              </p14:nvContentPartPr>
              <p14:xfrm>
                <a:off x="5447086" y="4457931"/>
                <a:ext cx="210600" cy="3438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EE5686B5-B6EB-4DBD-BB05-ECF1E6699A3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429446" y="4440291"/>
                  <a:ext cx="2462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C3DAB3A-C898-44F2-97EF-A452C8B3F2DC}"/>
                    </a:ext>
                  </a:extLst>
                </p14:cNvPr>
                <p14:cNvContentPartPr/>
                <p14:nvPr/>
              </p14:nvContentPartPr>
              <p14:xfrm>
                <a:off x="5777206" y="4540731"/>
                <a:ext cx="299880" cy="1720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C3DAB3A-C898-44F2-97EF-A452C8B3F2D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59206" y="4522731"/>
                  <a:ext cx="335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446D9EA7-AFDB-46FF-8403-22CD7B17F3EE}"/>
                    </a:ext>
                  </a:extLst>
                </p14:cNvPr>
                <p14:cNvContentPartPr/>
                <p14:nvPr/>
              </p14:nvContentPartPr>
              <p14:xfrm>
                <a:off x="6114166" y="4350291"/>
                <a:ext cx="176040" cy="36468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446D9EA7-AFDB-46FF-8403-22CD7B17F3E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096526" y="4332651"/>
                  <a:ext cx="2116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DA0ED681-7145-4207-96D0-321161FC505F}"/>
                    </a:ext>
                  </a:extLst>
                </p14:cNvPr>
                <p14:cNvContentPartPr/>
                <p14:nvPr/>
              </p14:nvContentPartPr>
              <p14:xfrm>
                <a:off x="6297766" y="4374771"/>
                <a:ext cx="361080" cy="65484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DA0ED681-7145-4207-96D0-321161FC505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80126" y="4357131"/>
                  <a:ext cx="39672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C5116AB1-D108-4E87-A604-2A354AEA97E0}"/>
                    </a:ext>
                  </a:extLst>
                </p14:cNvPr>
                <p14:cNvContentPartPr/>
                <p14:nvPr/>
              </p14:nvContentPartPr>
              <p14:xfrm>
                <a:off x="6368686" y="4825851"/>
                <a:ext cx="304560" cy="2973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C5116AB1-D108-4E87-A604-2A354AEA97E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51046" y="4807851"/>
                  <a:ext cx="340200" cy="33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FBFCE8CE-13BF-4EF6-968D-7E21077849EC}"/>
                  </a:ext>
                </a:extLst>
              </p14:cNvPr>
              <p14:cNvContentPartPr/>
              <p14:nvPr/>
            </p14:nvContentPartPr>
            <p14:xfrm>
              <a:off x="2540086" y="26331"/>
              <a:ext cx="1258920" cy="52308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FBFCE8CE-13BF-4EF6-968D-7E21077849E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2522086" y="8691"/>
                <a:ext cx="129456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19292BD3-CBA6-4F85-A1F3-EB8F6EDD9996}"/>
                  </a:ext>
                </a:extLst>
              </p14:cNvPr>
              <p14:cNvContentPartPr/>
              <p14:nvPr/>
            </p14:nvContentPartPr>
            <p14:xfrm>
              <a:off x="2238766" y="830931"/>
              <a:ext cx="557280" cy="42156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19292BD3-CBA6-4F85-A1F3-EB8F6EDD999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220766" y="813291"/>
                <a:ext cx="592920" cy="45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BFDB97E9-D2BF-48AF-AC40-8D3770014575}"/>
              </a:ext>
            </a:extLst>
          </p:cNvPr>
          <p:cNvGrpSpPr/>
          <p:nvPr/>
        </p:nvGrpSpPr>
        <p:grpSpPr>
          <a:xfrm>
            <a:off x="7153486" y="1981131"/>
            <a:ext cx="3299040" cy="1181160"/>
            <a:chOff x="7153486" y="1981131"/>
            <a:chExt cx="3299040" cy="11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8B108037-950A-4652-A883-C0EC033D1166}"/>
                    </a:ext>
                  </a:extLst>
                </p14:cNvPr>
                <p14:cNvContentPartPr/>
                <p14:nvPr/>
              </p14:nvContentPartPr>
              <p14:xfrm>
                <a:off x="7345726" y="2911371"/>
                <a:ext cx="2306160" cy="2509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8B108037-950A-4652-A883-C0EC033D116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28086" y="2893731"/>
                  <a:ext cx="2341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0EA0C16-6D98-498D-A5E4-D885908CD6EF}"/>
                    </a:ext>
                  </a:extLst>
                </p14:cNvPr>
                <p14:cNvContentPartPr/>
                <p14:nvPr/>
              </p14:nvContentPartPr>
              <p14:xfrm>
                <a:off x="8280286" y="2409891"/>
                <a:ext cx="216000" cy="31320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0EA0C16-6D98-498D-A5E4-D885908CD6E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62286" y="2391891"/>
                  <a:ext cx="251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638FF235-7099-468E-95CC-95580D6EFBD1}"/>
                    </a:ext>
                  </a:extLst>
                </p14:cNvPr>
                <p14:cNvContentPartPr/>
                <p14:nvPr/>
              </p14:nvContentPartPr>
              <p14:xfrm>
                <a:off x="8550286" y="2612931"/>
                <a:ext cx="19800" cy="16740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638FF235-7099-468E-95CC-95580D6EFBD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32646" y="2594931"/>
                  <a:ext cx="55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88063370-CF63-4E86-B612-A7D2DDE0E53F}"/>
                    </a:ext>
                  </a:extLst>
                </p14:cNvPr>
                <p14:cNvContentPartPr/>
                <p14:nvPr/>
              </p14:nvContentPartPr>
              <p14:xfrm>
                <a:off x="8633446" y="2464251"/>
                <a:ext cx="97920" cy="27036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88063370-CF63-4E86-B612-A7D2DDE0E53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615446" y="2446611"/>
                  <a:ext cx="133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D9C73E00-153D-4688-ACCC-8B1FA8DCC806}"/>
                    </a:ext>
                  </a:extLst>
                </p14:cNvPr>
                <p14:cNvContentPartPr/>
                <p14:nvPr/>
              </p14:nvContentPartPr>
              <p14:xfrm>
                <a:off x="8610046" y="2600691"/>
                <a:ext cx="189720" cy="298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D9C73E00-153D-4688-ACCC-8B1FA8DCC80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92406" y="2583051"/>
                  <a:ext cx="225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BFB12FFF-78FB-4F66-88F6-E8C59C203657}"/>
                    </a:ext>
                  </a:extLst>
                </p14:cNvPr>
                <p14:cNvContentPartPr/>
                <p14:nvPr/>
              </p14:nvContentPartPr>
              <p14:xfrm>
                <a:off x="8867806" y="2383971"/>
                <a:ext cx="236520" cy="37908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BFB12FFF-78FB-4F66-88F6-E8C59C20365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50166" y="2366331"/>
                  <a:ext cx="2721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F454AE6C-898E-4ABE-9A0A-6C33B19F821D}"/>
                    </a:ext>
                  </a:extLst>
                </p14:cNvPr>
                <p14:cNvContentPartPr/>
                <p14:nvPr/>
              </p14:nvContentPartPr>
              <p14:xfrm>
                <a:off x="7280566" y="2936211"/>
                <a:ext cx="104400" cy="11448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F454AE6C-898E-4ABE-9A0A-6C33B19F821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262926" y="2918211"/>
                  <a:ext cx="140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50D3DA3-7C9E-4B60-A567-02F7560D4053}"/>
                    </a:ext>
                  </a:extLst>
                </p14:cNvPr>
                <p14:cNvContentPartPr/>
                <p14:nvPr/>
              </p14:nvContentPartPr>
              <p14:xfrm>
                <a:off x="7153486" y="2473251"/>
                <a:ext cx="172800" cy="27216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50D3DA3-7C9E-4B60-A567-02F7560D405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135486" y="2455251"/>
                  <a:ext cx="208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E707B6E-6696-4335-878A-3C5F2862A212}"/>
                    </a:ext>
                  </a:extLst>
                </p14:cNvPr>
                <p14:cNvContentPartPr/>
                <p14:nvPr/>
              </p14:nvContentPartPr>
              <p14:xfrm>
                <a:off x="7373446" y="2609331"/>
                <a:ext cx="117360" cy="15768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E707B6E-6696-4335-878A-3C5F2862A21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355446" y="2591331"/>
                  <a:ext cx="153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5B1A05E3-47D9-466B-AE7E-458104BC69E8}"/>
                    </a:ext>
                  </a:extLst>
                </p14:cNvPr>
                <p14:cNvContentPartPr/>
                <p14:nvPr/>
              </p14:nvContentPartPr>
              <p14:xfrm>
                <a:off x="7522486" y="2608251"/>
                <a:ext cx="119160" cy="1764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5B1A05E3-47D9-466B-AE7E-458104BC69E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504486" y="2590611"/>
                  <a:ext cx="154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A5B267FA-6CFE-4E6B-8FE2-39548834A106}"/>
                    </a:ext>
                  </a:extLst>
                </p14:cNvPr>
                <p14:cNvContentPartPr/>
                <p14:nvPr/>
              </p14:nvContentPartPr>
              <p14:xfrm>
                <a:off x="9619846" y="2993091"/>
                <a:ext cx="104040" cy="835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A5B267FA-6CFE-4E6B-8FE2-39548834A10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602206" y="2975091"/>
                  <a:ext cx="139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36BB67F-D9A2-4D3C-AB50-A525BF474E35}"/>
                    </a:ext>
                  </a:extLst>
                </p14:cNvPr>
                <p14:cNvContentPartPr/>
                <p14:nvPr/>
              </p14:nvContentPartPr>
              <p14:xfrm>
                <a:off x="9854206" y="2644611"/>
                <a:ext cx="166680" cy="29628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36BB67F-D9A2-4D3C-AB50-A525BF474E3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836566" y="2626611"/>
                  <a:ext cx="202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BF8ADB08-92D9-413B-9D14-EBEA3B691244}"/>
                    </a:ext>
                  </a:extLst>
                </p14:cNvPr>
                <p14:cNvContentPartPr/>
                <p14:nvPr/>
              </p14:nvContentPartPr>
              <p14:xfrm>
                <a:off x="10057966" y="2787531"/>
                <a:ext cx="113400" cy="14652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BF8ADB08-92D9-413B-9D14-EBEA3B69124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39966" y="2769531"/>
                  <a:ext cx="149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EDA4B6A3-CE2E-43E5-94F0-CAEDB745B1AD}"/>
                    </a:ext>
                  </a:extLst>
                </p14:cNvPr>
                <p14:cNvContentPartPr/>
                <p14:nvPr/>
              </p14:nvContentPartPr>
              <p14:xfrm>
                <a:off x="10217086" y="2772411"/>
                <a:ext cx="235440" cy="21312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EDA4B6A3-CE2E-43E5-94F0-CAEDB745B1A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199086" y="2754411"/>
                  <a:ext cx="271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8EA96133-088D-4E44-88A0-BD3474557FB5}"/>
                    </a:ext>
                  </a:extLst>
                </p14:cNvPr>
                <p14:cNvContentPartPr/>
                <p14:nvPr/>
              </p14:nvContentPartPr>
              <p14:xfrm>
                <a:off x="7627606" y="1981131"/>
                <a:ext cx="2158560" cy="58464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8EA96133-088D-4E44-88A0-BD3474557FB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609606" y="1963491"/>
                  <a:ext cx="2194200" cy="62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3C029CD7-EC66-4DC2-BBC9-B6D0D36999A6}"/>
              </a:ext>
            </a:extLst>
          </p:cNvPr>
          <p:cNvGrpSpPr/>
          <p:nvPr/>
        </p:nvGrpSpPr>
        <p:grpSpPr>
          <a:xfrm>
            <a:off x="7729486" y="3335811"/>
            <a:ext cx="2962440" cy="1305720"/>
            <a:chOff x="7729486" y="3335811"/>
            <a:chExt cx="2962440" cy="13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11066D69-3F6C-4AB0-AE66-B81AC88E8CD8}"/>
                    </a:ext>
                  </a:extLst>
                </p14:cNvPr>
                <p14:cNvContentPartPr/>
                <p14:nvPr/>
              </p14:nvContentPartPr>
              <p14:xfrm>
                <a:off x="7729486" y="3335811"/>
                <a:ext cx="554760" cy="13644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11066D69-3F6C-4AB0-AE66-B81AC88E8CD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711846" y="3318171"/>
                  <a:ext cx="590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931D78A9-30A4-4AF2-92C2-110AED527235}"/>
                    </a:ext>
                  </a:extLst>
                </p14:cNvPr>
                <p14:cNvContentPartPr/>
                <p14:nvPr/>
              </p14:nvContentPartPr>
              <p14:xfrm>
                <a:off x="8491606" y="3412491"/>
                <a:ext cx="211680" cy="1476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931D78A9-30A4-4AF2-92C2-110AED52723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473966" y="3394491"/>
                  <a:ext cx="247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1221FBB1-A5F7-4882-BE77-B4C7647D6F55}"/>
                    </a:ext>
                  </a:extLst>
                </p14:cNvPr>
                <p14:cNvContentPartPr/>
                <p14:nvPr/>
              </p14:nvContentPartPr>
              <p14:xfrm>
                <a:off x="8507446" y="3438771"/>
                <a:ext cx="165240" cy="1764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1221FBB1-A5F7-4882-BE77-B4C7647D6F5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489806" y="3421131"/>
                  <a:ext cx="200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BE74F8BF-0B91-431D-9FCD-963F36EBEBF9}"/>
                    </a:ext>
                  </a:extLst>
                </p14:cNvPr>
                <p14:cNvContentPartPr/>
                <p14:nvPr/>
              </p14:nvContentPartPr>
              <p14:xfrm>
                <a:off x="8145646" y="3840171"/>
                <a:ext cx="380520" cy="367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BE74F8BF-0B91-431D-9FCD-963F36EBEBF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128006" y="3822531"/>
                  <a:ext cx="416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DE4C84DC-2873-4D6E-A323-7833197D76C4}"/>
                    </a:ext>
                  </a:extLst>
                </p14:cNvPr>
                <p14:cNvContentPartPr/>
                <p14:nvPr/>
              </p14:nvContentPartPr>
              <p14:xfrm>
                <a:off x="8230246" y="3876531"/>
                <a:ext cx="356040" cy="29952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DE4C84DC-2873-4D6E-A323-7833197D76C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212246" y="3858891"/>
                  <a:ext cx="3916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676A633C-EAD2-458F-BCD1-C12933A83C8B}"/>
                    </a:ext>
                  </a:extLst>
                </p14:cNvPr>
                <p14:cNvContentPartPr/>
                <p14:nvPr/>
              </p14:nvContentPartPr>
              <p14:xfrm>
                <a:off x="8719126" y="4092171"/>
                <a:ext cx="203400" cy="3996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676A633C-EAD2-458F-BCD1-C12933A83C8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701126" y="4074531"/>
                  <a:ext cx="239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F9503309-973A-4A93-A3C6-715C948C609D}"/>
                    </a:ext>
                  </a:extLst>
                </p14:cNvPr>
                <p14:cNvContentPartPr/>
                <p14:nvPr/>
              </p14:nvContentPartPr>
              <p14:xfrm>
                <a:off x="8706886" y="4059051"/>
                <a:ext cx="222840" cy="144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F9503309-973A-4A93-A3C6-715C948C609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88886" y="4041411"/>
                  <a:ext cx="258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0FB9EEBF-BF25-4DFB-86C2-5D8C89FDD4F9}"/>
                    </a:ext>
                  </a:extLst>
                </p14:cNvPr>
                <p14:cNvContentPartPr/>
                <p14:nvPr/>
              </p14:nvContentPartPr>
              <p14:xfrm>
                <a:off x="9055006" y="3658731"/>
                <a:ext cx="270360" cy="40932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0FB9EEBF-BF25-4DFB-86C2-5D8C89FDD4F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037366" y="3641091"/>
                  <a:ext cx="3060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79F1E839-24EA-4241-954E-FD2F7A59358B}"/>
                    </a:ext>
                  </a:extLst>
                </p14:cNvPr>
                <p14:cNvContentPartPr/>
                <p14:nvPr/>
              </p14:nvContentPartPr>
              <p14:xfrm>
                <a:off x="9338686" y="3881571"/>
                <a:ext cx="186120" cy="15912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79F1E839-24EA-4241-954E-FD2F7A59358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321046" y="3863931"/>
                  <a:ext cx="221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8321C0E1-FC8E-48D0-A630-C79FD4BAAD0A}"/>
                    </a:ext>
                  </a:extLst>
                </p14:cNvPr>
                <p14:cNvContentPartPr/>
                <p14:nvPr/>
              </p14:nvContentPartPr>
              <p14:xfrm>
                <a:off x="9585646" y="3919371"/>
                <a:ext cx="34560" cy="1303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8321C0E1-FC8E-48D0-A630-C79FD4BAAD0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67646" y="3901371"/>
                  <a:ext cx="70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769B8DD-15E5-4174-83FB-4B14F3D0F89B}"/>
                    </a:ext>
                  </a:extLst>
                </p14:cNvPr>
                <p14:cNvContentPartPr/>
                <p14:nvPr/>
              </p14:nvContentPartPr>
              <p14:xfrm>
                <a:off x="9751606" y="3940251"/>
                <a:ext cx="148320" cy="100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769B8DD-15E5-4174-83FB-4B14F3D0F89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733966" y="3922611"/>
                  <a:ext cx="183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41A42AEE-441C-4ECF-B479-E8D588657ACF}"/>
                    </a:ext>
                  </a:extLst>
                </p14:cNvPr>
                <p14:cNvContentPartPr/>
                <p14:nvPr/>
              </p14:nvContentPartPr>
              <p14:xfrm>
                <a:off x="9985246" y="3641091"/>
                <a:ext cx="194760" cy="31356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41A42AEE-441C-4ECF-B479-E8D588657AC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967246" y="3623451"/>
                  <a:ext cx="2304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F337936E-B20F-451D-A9B9-8CE6F7CC0C41}"/>
                    </a:ext>
                  </a:extLst>
                </p14:cNvPr>
                <p14:cNvContentPartPr/>
                <p14:nvPr/>
              </p14:nvContentPartPr>
              <p14:xfrm>
                <a:off x="10239406" y="3810651"/>
                <a:ext cx="137520" cy="13428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F337936E-B20F-451D-A9B9-8CE6F7CC0C4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21406" y="3792651"/>
                  <a:ext cx="173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3CAA6C65-DA7B-4FE0-BB4E-66A302EC4D76}"/>
                    </a:ext>
                  </a:extLst>
                </p14:cNvPr>
                <p14:cNvContentPartPr/>
                <p14:nvPr/>
              </p14:nvContentPartPr>
              <p14:xfrm>
                <a:off x="10422646" y="3796251"/>
                <a:ext cx="269280" cy="21528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3CAA6C65-DA7B-4FE0-BB4E-66A302EC4D7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404646" y="3778251"/>
                  <a:ext cx="304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6CB473AF-5995-405A-84C7-2E2F39F6083D}"/>
                    </a:ext>
                  </a:extLst>
                </p14:cNvPr>
                <p14:cNvContentPartPr/>
                <p14:nvPr/>
              </p14:nvContentPartPr>
              <p14:xfrm>
                <a:off x="9132046" y="4167051"/>
                <a:ext cx="1477800" cy="8820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6CB473AF-5995-405A-84C7-2E2F39F6083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14406" y="4149051"/>
                  <a:ext cx="1513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79D1ABB5-DA18-4712-B022-8E9183F5C0BD}"/>
                    </a:ext>
                  </a:extLst>
                </p14:cNvPr>
                <p14:cNvContentPartPr/>
                <p14:nvPr/>
              </p14:nvContentPartPr>
              <p14:xfrm>
                <a:off x="9573406" y="4357491"/>
                <a:ext cx="326520" cy="28404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79D1ABB5-DA18-4712-B022-8E9183F5C0B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55406" y="4339851"/>
                  <a:ext cx="36216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76BFAF87-7FDD-49F0-B551-F3AF13132715}"/>
              </a:ext>
            </a:extLst>
          </p:cNvPr>
          <p:cNvGrpSpPr/>
          <p:nvPr/>
        </p:nvGrpSpPr>
        <p:grpSpPr>
          <a:xfrm>
            <a:off x="8149606" y="5172171"/>
            <a:ext cx="2975760" cy="558000"/>
            <a:chOff x="8149606" y="5172171"/>
            <a:chExt cx="2975760" cy="55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C7F09C20-90F7-4D76-8331-29D27252D15A}"/>
                    </a:ext>
                  </a:extLst>
                </p14:cNvPr>
                <p14:cNvContentPartPr/>
                <p14:nvPr/>
              </p14:nvContentPartPr>
              <p14:xfrm>
                <a:off x="8149606" y="5172171"/>
                <a:ext cx="325440" cy="6624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C7F09C20-90F7-4D76-8331-29D27252D1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131606" y="5154531"/>
                  <a:ext cx="361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484B895A-F26D-42E5-AD57-C6B40F83B3CD}"/>
                    </a:ext>
                  </a:extLst>
                </p14:cNvPr>
                <p14:cNvContentPartPr/>
                <p14:nvPr/>
              </p14:nvContentPartPr>
              <p14:xfrm>
                <a:off x="8207566" y="5237331"/>
                <a:ext cx="334440" cy="33696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484B895A-F26D-42E5-AD57-C6B40F83B3C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189926" y="5219331"/>
                  <a:ext cx="370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E5314C7-CF45-416F-9568-82E8468100C0}"/>
                    </a:ext>
                  </a:extLst>
                </p14:cNvPr>
                <p14:cNvContentPartPr/>
                <p14:nvPr/>
              </p14:nvContentPartPr>
              <p14:xfrm>
                <a:off x="8677366" y="5494731"/>
                <a:ext cx="161640" cy="324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E5314C7-CF45-416F-9568-82E8468100C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659726" y="5476731"/>
                  <a:ext cx="197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11C3FBCA-23E1-4A25-9805-68330CDCC143}"/>
                    </a:ext>
                  </a:extLst>
                </p14:cNvPr>
                <p14:cNvContentPartPr/>
                <p14:nvPr/>
              </p14:nvContentPartPr>
              <p14:xfrm>
                <a:off x="8635606" y="5442891"/>
                <a:ext cx="230400" cy="8388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11C3FBCA-23E1-4A25-9805-68330CDCC14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617966" y="5424891"/>
                  <a:ext cx="266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3D7CBCCA-623D-4F21-AD32-E4C05D81327B}"/>
                    </a:ext>
                  </a:extLst>
                </p14:cNvPr>
                <p14:cNvContentPartPr/>
                <p14:nvPr/>
              </p14:nvContentPartPr>
              <p14:xfrm>
                <a:off x="9178486" y="5193771"/>
                <a:ext cx="12600" cy="28908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3D7CBCCA-623D-4F21-AD32-E4C05D81327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60846" y="5176131"/>
                  <a:ext cx="48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8A4E3659-C3E6-4B22-8DAE-965F5C408428}"/>
                    </a:ext>
                  </a:extLst>
                </p14:cNvPr>
                <p14:cNvContentPartPr/>
                <p14:nvPr/>
              </p14:nvContentPartPr>
              <p14:xfrm>
                <a:off x="9395926" y="5209251"/>
                <a:ext cx="360" cy="25380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8A4E3659-C3E6-4B22-8DAE-965F5C40842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78286" y="5191251"/>
                  <a:ext cx="36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908D14EF-07B8-4F03-978E-B8CBDFD3793F}"/>
                    </a:ext>
                  </a:extLst>
                </p14:cNvPr>
                <p14:cNvContentPartPr/>
                <p14:nvPr/>
              </p14:nvContentPartPr>
              <p14:xfrm>
                <a:off x="9521926" y="5410851"/>
                <a:ext cx="34560" cy="14544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908D14EF-07B8-4F03-978E-B8CBDFD3793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504286" y="5393211"/>
                  <a:ext cx="70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C8085A36-9A14-4402-AB87-64F3EE35A284}"/>
                    </a:ext>
                  </a:extLst>
                </p14:cNvPr>
                <p14:cNvContentPartPr/>
                <p14:nvPr/>
              </p14:nvContentPartPr>
              <p14:xfrm>
                <a:off x="9630646" y="5210331"/>
                <a:ext cx="208800" cy="2826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C8085A36-9A14-4402-AB87-64F3EE35A28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613006" y="5192691"/>
                  <a:ext cx="2444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B436C7C-9DC9-4F84-BFFC-4E4A1E380389}"/>
                    </a:ext>
                  </a:extLst>
                </p14:cNvPr>
                <p14:cNvContentPartPr/>
                <p14:nvPr/>
              </p14:nvContentPartPr>
              <p14:xfrm>
                <a:off x="10035286" y="5352531"/>
                <a:ext cx="183600" cy="1692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B436C7C-9DC9-4F84-BFFC-4E4A1E38038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017286" y="5334891"/>
                  <a:ext cx="219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58EAEA3F-4669-44E0-8069-817C6BA863B4}"/>
                    </a:ext>
                  </a:extLst>
                </p14:cNvPr>
                <p14:cNvContentPartPr/>
                <p14:nvPr/>
              </p14:nvContentPartPr>
              <p14:xfrm>
                <a:off x="10362886" y="5198451"/>
                <a:ext cx="250560" cy="28836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58EAEA3F-4669-44E0-8069-817C6BA863B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45246" y="5180811"/>
                  <a:ext cx="286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55B4DE3-4272-4522-8960-07B343E25B5C}"/>
                    </a:ext>
                  </a:extLst>
                </p14:cNvPr>
                <p14:cNvContentPartPr/>
                <p14:nvPr/>
              </p14:nvContentPartPr>
              <p14:xfrm>
                <a:off x="10679326" y="5425251"/>
                <a:ext cx="13680" cy="12672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55B4DE3-4272-4522-8960-07B343E25B5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661686" y="5407611"/>
                  <a:ext cx="49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EB52693C-DB8C-404C-9CD0-5E99A1FDC92F}"/>
                    </a:ext>
                  </a:extLst>
                </p14:cNvPr>
                <p14:cNvContentPartPr/>
                <p14:nvPr/>
              </p14:nvContentPartPr>
              <p14:xfrm>
                <a:off x="10763566" y="5226171"/>
                <a:ext cx="184320" cy="2901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EB52693C-DB8C-404C-9CD0-5E99A1FDC92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745926" y="5208531"/>
                  <a:ext cx="2199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3D00A97C-4484-4D22-BDC9-657713239592}"/>
                    </a:ext>
                  </a:extLst>
                </p14:cNvPr>
                <p14:cNvContentPartPr/>
                <p14:nvPr/>
              </p14:nvContentPartPr>
              <p14:xfrm>
                <a:off x="9197926" y="5625411"/>
                <a:ext cx="1927440" cy="10476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3D00A97C-4484-4D22-BDC9-65771323959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180286" y="5607771"/>
                  <a:ext cx="19630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760D46E3-4113-4EBE-9C2C-1B0C3D088A36}"/>
              </a:ext>
            </a:extLst>
          </p:cNvPr>
          <p:cNvGrpSpPr/>
          <p:nvPr/>
        </p:nvGrpSpPr>
        <p:grpSpPr>
          <a:xfrm>
            <a:off x="9809926" y="5852211"/>
            <a:ext cx="864000" cy="366840"/>
            <a:chOff x="9809926" y="5852211"/>
            <a:chExt cx="86400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D81D1F38-742A-4145-AD7F-4DDC1E184C5D}"/>
                    </a:ext>
                  </a:extLst>
                </p14:cNvPr>
                <p14:cNvContentPartPr/>
                <p14:nvPr/>
              </p14:nvContentPartPr>
              <p14:xfrm>
                <a:off x="9809926" y="5852211"/>
                <a:ext cx="214920" cy="30492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D81D1F38-742A-4145-AD7F-4DDC1E184C5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92286" y="5834571"/>
                  <a:ext cx="250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0977E35B-71F0-459D-A36B-14B2C44ABD40}"/>
                    </a:ext>
                  </a:extLst>
                </p14:cNvPr>
                <p14:cNvContentPartPr/>
                <p14:nvPr/>
              </p14:nvContentPartPr>
              <p14:xfrm>
                <a:off x="10119526" y="6043371"/>
                <a:ext cx="39600" cy="17424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0977E35B-71F0-459D-A36B-14B2C44ABD4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101886" y="6025731"/>
                  <a:ext cx="75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947F5D7-4A63-4625-B237-09516BC1EA5F}"/>
                    </a:ext>
                  </a:extLst>
                </p14:cNvPr>
                <p14:cNvContentPartPr/>
                <p14:nvPr/>
              </p14:nvContentPartPr>
              <p14:xfrm>
                <a:off x="10221046" y="5928891"/>
                <a:ext cx="168480" cy="25704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947F5D7-4A63-4625-B237-09516BC1EA5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203046" y="5911251"/>
                  <a:ext cx="204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6E18B07C-0107-455E-9E7C-D8A01BEB466E}"/>
                    </a:ext>
                  </a:extLst>
                </p14:cNvPr>
                <p14:cNvContentPartPr/>
                <p14:nvPr/>
              </p14:nvContentPartPr>
              <p14:xfrm>
                <a:off x="10236886" y="6036891"/>
                <a:ext cx="241200" cy="410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6E18B07C-0107-455E-9E7C-D8A01BEB466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219246" y="6018891"/>
                  <a:ext cx="276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286AA27-B10A-4375-A8CD-788E8642CC6D}"/>
                    </a:ext>
                  </a:extLst>
                </p14:cNvPr>
                <p14:cNvContentPartPr/>
                <p14:nvPr/>
              </p14:nvContentPartPr>
              <p14:xfrm>
                <a:off x="10479886" y="5881731"/>
                <a:ext cx="194040" cy="33732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286AA27-B10A-4375-A8CD-788E8642CC6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462246" y="5864091"/>
                  <a:ext cx="22968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E9EA611A-E894-41C4-9F4A-A3655D19C769}"/>
              </a:ext>
            </a:extLst>
          </p:cNvPr>
          <p:cNvGrpSpPr/>
          <p:nvPr/>
        </p:nvGrpSpPr>
        <p:grpSpPr>
          <a:xfrm>
            <a:off x="11347846" y="5241651"/>
            <a:ext cx="1751040" cy="686520"/>
            <a:chOff x="11347846" y="5241651"/>
            <a:chExt cx="1751040" cy="68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BFC2FAAC-2017-4C7E-8DB7-EE006FDE47E2}"/>
                    </a:ext>
                  </a:extLst>
                </p14:cNvPr>
                <p14:cNvContentPartPr/>
                <p14:nvPr/>
              </p14:nvContentPartPr>
              <p14:xfrm>
                <a:off x="11371246" y="5628651"/>
                <a:ext cx="118800" cy="2772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BFC2FAAC-2017-4C7E-8DB7-EE006FDE47E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353246" y="5611011"/>
                  <a:ext cx="154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A4C5777F-B654-4336-A48F-3196A89C1AD7}"/>
                    </a:ext>
                  </a:extLst>
                </p14:cNvPr>
                <p14:cNvContentPartPr/>
                <p14:nvPr/>
              </p14:nvContentPartPr>
              <p14:xfrm>
                <a:off x="11347846" y="5578251"/>
                <a:ext cx="140760" cy="741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A4C5777F-B654-4336-A48F-3196A89C1AD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330206" y="5560251"/>
                  <a:ext cx="176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86319BE-8CAC-496A-9E00-6EF87BDC4B94}"/>
                    </a:ext>
                  </a:extLst>
                </p14:cNvPr>
                <p14:cNvContentPartPr/>
                <p14:nvPr/>
              </p14:nvContentPartPr>
              <p14:xfrm>
                <a:off x="11594446" y="5321571"/>
                <a:ext cx="34200" cy="29772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86319BE-8CAC-496A-9E00-6EF87BDC4B9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576446" y="5303571"/>
                  <a:ext cx="69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B0B9186C-8F20-4DBB-AF7E-3A110C0B68D1}"/>
                    </a:ext>
                  </a:extLst>
                </p14:cNvPr>
                <p14:cNvContentPartPr/>
                <p14:nvPr/>
              </p14:nvContentPartPr>
              <p14:xfrm>
                <a:off x="11681566" y="5494731"/>
                <a:ext cx="34560" cy="20160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B0B9186C-8F20-4DBB-AF7E-3A110C0B68D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663566" y="5476731"/>
                  <a:ext cx="70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67C39792-DCFA-4AF6-ADC6-08CC38D57016}"/>
                    </a:ext>
                  </a:extLst>
                </p14:cNvPr>
                <p14:cNvContentPartPr/>
                <p14:nvPr/>
              </p14:nvContentPartPr>
              <p14:xfrm>
                <a:off x="11752486" y="5325531"/>
                <a:ext cx="171360" cy="31680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67C39792-DCFA-4AF6-ADC6-08CC38D5701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734486" y="5307891"/>
                  <a:ext cx="207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0C8C46DA-DABC-487B-A3CC-7BA08DE99050}"/>
                    </a:ext>
                  </a:extLst>
                </p14:cNvPr>
                <p14:cNvContentPartPr/>
                <p14:nvPr/>
              </p14:nvContentPartPr>
              <p14:xfrm>
                <a:off x="11940406" y="5371251"/>
                <a:ext cx="177480" cy="25344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0C8C46DA-DABC-487B-A3CC-7BA08DE9905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922766" y="5353611"/>
                  <a:ext cx="2131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36282B0B-E4BF-4D77-8093-70BC084C462D}"/>
                    </a:ext>
                  </a:extLst>
                </p14:cNvPr>
                <p14:cNvContentPartPr/>
                <p14:nvPr/>
              </p14:nvContentPartPr>
              <p14:xfrm>
                <a:off x="12186286" y="5393211"/>
                <a:ext cx="347760" cy="2224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36282B0B-E4BF-4D77-8093-70BC084C462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2168286" y="5375571"/>
                  <a:ext cx="383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607DA3A-74A4-4ADA-8AC2-F0AD65E0E5FB}"/>
                    </a:ext>
                  </a:extLst>
                </p14:cNvPr>
                <p14:cNvContentPartPr/>
                <p14:nvPr/>
              </p14:nvContentPartPr>
              <p14:xfrm>
                <a:off x="12560326" y="5241651"/>
                <a:ext cx="334080" cy="36900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607DA3A-74A4-4ADA-8AC2-F0AD65E0E5F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2542326" y="5223651"/>
                  <a:ext cx="369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30647AC7-8EC8-494D-94B6-84C37F4E58D3}"/>
                    </a:ext>
                  </a:extLst>
                </p14:cNvPr>
                <p14:cNvContentPartPr/>
                <p14:nvPr/>
              </p14:nvContentPartPr>
              <p14:xfrm>
                <a:off x="12560326" y="5264691"/>
                <a:ext cx="538560" cy="66348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30647AC7-8EC8-494D-94B6-84C37F4E58D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2542326" y="5246691"/>
                  <a:ext cx="574200" cy="69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136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44DF6A3-CAF2-4891-96FA-74CE8C3C8796}"/>
              </a:ext>
            </a:extLst>
          </p:cNvPr>
          <p:cNvPicPr/>
          <p:nvPr/>
        </p:nvPicPr>
        <p:blipFill rotWithShape="1">
          <a:blip r:embed="rId2"/>
          <a:srcRect l="53278" t="50566" r="13632" b="21065"/>
          <a:stretch/>
        </p:blipFill>
        <p:spPr bwMode="auto">
          <a:xfrm>
            <a:off x="246742" y="145144"/>
            <a:ext cx="5210629" cy="2598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50592D6-4441-4FF4-92D2-1B53D08AAECD}"/>
                  </a:ext>
                </a:extLst>
              </p14:cNvPr>
              <p14:cNvContentPartPr/>
              <p14:nvPr/>
            </p14:nvContentPartPr>
            <p14:xfrm>
              <a:off x="4139446" y="-68709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50592D6-4441-4FF4-92D2-1B53D08AAE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1806" y="-8670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85B35B67-DF32-4638-BF1B-86FAF1B9B340}"/>
                  </a:ext>
                </a:extLst>
              </p14:cNvPr>
              <p14:cNvContentPartPr/>
              <p14:nvPr/>
            </p14:nvContentPartPr>
            <p14:xfrm>
              <a:off x="2106886" y="301011"/>
              <a:ext cx="447840" cy="36720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85B35B67-DF32-4638-BF1B-86FAF1B9B3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9246" y="283011"/>
                <a:ext cx="48348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81EEF2E-D80E-4020-A978-F88A7683C213}"/>
                  </a:ext>
                </a:extLst>
              </p14:cNvPr>
              <p14:cNvContentPartPr/>
              <p14:nvPr/>
            </p14:nvContentPartPr>
            <p14:xfrm>
              <a:off x="3875926" y="2301891"/>
              <a:ext cx="681120" cy="531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81EEF2E-D80E-4020-A978-F88A7683C2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8286" y="2283891"/>
                <a:ext cx="71676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5794BD47-B206-4DF5-B2A5-E55E7750677B}"/>
                  </a:ext>
                </a:extLst>
              </p14:cNvPr>
              <p14:cNvContentPartPr/>
              <p14:nvPr/>
            </p14:nvContentPartPr>
            <p14:xfrm>
              <a:off x="125446" y="517011"/>
              <a:ext cx="950760" cy="69012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5794BD47-B206-4DF5-B2A5-E55E775067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806" y="499011"/>
                <a:ext cx="98640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AB35B295-9258-4AEC-B4D8-856C69C36C5A}"/>
                  </a:ext>
                </a:extLst>
              </p14:cNvPr>
              <p14:cNvContentPartPr/>
              <p14:nvPr/>
            </p14:nvContentPartPr>
            <p14:xfrm>
              <a:off x="2221726" y="1155291"/>
              <a:ext cx="1578240" cy="115380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AB35B295-9258-4AEC-B4D8-856C69C36C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04086" y="1137651"/>
                <a:ext cx="1613880" cy="11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B169B232-75C0-4086-9D2F-E6BB88F89F6C}"/>
                  </a:ext>
                </a:extLst>
              </p14:cNvPr>
              <p14:cNvContentPartPr/>
              <p14:nvPr/>
            </p14:nvContentPartPr>
            <p14:xfrm>
              <a:off x="2211286" y="1211451"/>
              <a:ext cx="140400" cy="684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B169B232-75C0-4086-9D2F-E6BB88F89F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93286" y="1193811"/>
                <a:ext cx="1760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E9CFC62E-C908-44D9-B3AC-2F2EE6493113}"/>
                  </a:ext>
                </a:extLst>
              </p14:cNvPr>
              <p14:cNvContentPartPr/>
              <p14:nvPr/>
            </p14:nvContentPartPr>
            <p14:xfrm>
              <a:off x="2188966" y="1120011"/>
              <a:ext cx="405000" cy="1987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E9CFC62E-C908-44D9-B3AC-2F2EE649311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70966" y="1102011"/>
                <a:ext cx="440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BA427470-8BB4-4F1C-AF33-CCDA956EC70D}"/>
                  </a:ext>
                </a:extLst>
              </p14:cNvPr>
              <p14:cNvContentPartPr/>
              <p14:nvPr/>
            </p14:nvContentPartPr>
            <p14:xfrm>
              <a:off x="1021486" y="887451"/>
              <a:ext cx="43200" cy="56412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BA427470-8BB4-4F1C-AF33-CCDA956EC70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3846" y="869811"/>
                <a:ext cx="78840" cy="59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Agrupar 35">
            <a:extLst>
              <a:ext uri="{FF2B5EF4-FFF2-40B4-BE49-F238E27FC236}">
                <a16:creationId xmlns:a16="http://schemas.microsoft.com/office/drawing/2014/main" id="{61BE1DBD-A53A-4A59-A531-CA68A5D1E391}"/>
              </a:ext>
            </a:extLst>
          </p:cNvPr>
          <p:cNvGrpSpPr/>
          <p:nvPr/>
        </p:nvGrpSpPr>
        <p:grpSpPr>
          <a:xfrm>
            <a:off x="551086" y="1350051"/>
            <a:ext cx="3716640" cy="1204560"/>
            <a:chOff x="551086" y="1350051"/>
            <a:chExt cx="3716640" cy="12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C09FB761-3C02-430B-944E-00141D009D1D}"/>
                    </a:ext>
                  </a:extLst>
                </p14:cNvPr>
                <p14:cNvContentPartPr/>
                <p14:nvPr/>
              </p14:nvContentPartPr>
              <p14:xfrm>
                <a:off x="1061926" y="1350051"/>
                <a:ext cx="71280" cy="8280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C09FB761-3C02-430B-944E-00141D009D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44286" y="1332411"/>
                  <a:ext cx="106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575C24A-2BBA-45E3-B05E-8B93682C7977}"/>
                    </a:ext>
                  </a:extLst>
                </p14:cNvPr>
                <p14:cNvContentPartPr/>
                <p14:nvPr/>
              </p14:nvContentPartPr>
              <p14:xfrm>
                <a:off x="910366" y="1355451"/>
                <a:ext cx="74880" cy="6195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575C24A-2BBA-45E3-B05E-8B93682C79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726" y="1337811"/>
                  <a:ext cx="11052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6E122A2-415B-4BD8-94C6-EDB82A891741}"/>
                    </a:ext>
                  </a:extLst>
                </p14:cNvPr>
                <p14:cNvContentPartPr/>
                <p14:nvPr/>
              </p14:nvContentPartPr>
              <p14:xfrm>
                <a:off x="795166" y="1925331"/>
                <a:ext cx="214920" cy="190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6E122A2-415B-4BD8-94C6-EDB82A8917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7166" y="1907691"/>
                  <a:ext cx="250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D5C6AB97-D757-46A8-9F73-8404451A403D}"/>
                    </a:ext>
                  </a:extLst>
                </p14:cNvPr>
                <p14:cNvContentPartPr/>
                <p14:nvPr/>
              </p14:nvContentPartPr>
              <p14:xfrm>
                <a:off x="579166" y="2018931"/>
                <a:ext cx="577080" cy="86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D5C6AB97-D757-46A8-9F73-8404451A403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1526" y="2000931"/>
                  <a:ext cx="612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E5754D4-B055-4C94-B1DA-43EAD284D5FC}"/>
                    </a:ext>
                  </a:extLst>
                </p14:cNvPr>
                <p14:cNvContentPartPr/>
                <p14:nvPr/>
              </p14:nvContentPartPr>
              <p14:xfrm>
                <a:off x="797326" y="2114691"/>
                <a:ext cx="153720" cy="100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E5754D4-B055-4C94-B1DA-43EAD284D5F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9686" y="2096691"/>
                  <a:ext cx="189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693FB04B-A290-4A8F-84C6-672135A86BEA}"/>
                    </a:ext>
                  </a:extLst>
                </p14:cNvPr>
                <p14:cNvContentPartPr/>
                <p14:nvPr/>
              </p14:nvContentPartPr>
              <p14:xfrm>
                <a:off x="551086" y="2189211"/>
                <a:ext cx="592200" cy="234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693FB04B-A290-4A8F-84C6-672135A86B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3446" y="2171571"/>
                  <a:ext cx="627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229C7E45-86D7-4B02-96FE-0890712938FB}"/>
                    </a:ext>
                  </a:extLst>
                </p14:cNvPr>
                <p14:cNvContentPartPr/>
                <p14:nvPr/>
              </p14:nvContentPartPr>
              <p14:xfrm>
                <a:off x="811366" y="2215851"/>
                <a:ext cx="3456360" cy="3387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229C7E45-86D7-4B02-96FE-0890712938F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3726" y="2197851"/>
                  <a:ext cx="34920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8DC6F3E-78A8-4906-9AAF-39E4CDB8804D}"/>
                    </a:ext>
                  </a:extLst>
                </p14:cNvPr>
                <p14:cNvContentPartPr/>
                <p14:nvPr/>
              </p14:nvContentPartPr>
              <p14:xfrm>
                <a:off x="1285846" y="2145291"/>
                <a:ext cx="75960" cy="5220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8DC6F3E-78A8-4906-9AAF-39E4CDB880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67846" y="2127651"/>
                  <a:ext cx="111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179B979-194D-4797-9383-E22692C3F19E}"/>
                    </a:ext>
                  </a:extLst>
                </p14:cNvPr>
                <p14:cNvContentPartPr/>
                <p14:nvPr/>
              </p14:nvContentPartPr>
              <p14:xfrm>
                <a:off x="1307806" y="2094891"/>
                <a:ext cx="1842120" cy="2264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179B979-194D-4797-9383-E22692C3F1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89806" y="2076891"/>
                  <a:ext cx="187776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CCA4A32-82F0-47E0-AF67-5093BE6563AA}"/>
              </a:ext>
            </a:extLst>
          </p:cNvPr>
          <p:cNvGrpSpPr/>
          <p:nvPr/>
        </p:nvGrpSpPr>
        <p:grpSpPr>
          <a:xfrm>
            <a:off x="6000766" y="490011"/>
            <a:ext cx="1150560" cy="500760"/>
            <a:chOff x="6000766" y="490011"/>
            <a:chExt cx="115056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F2BB3258-A81D-4152-B76D-095138D5CEDC}"/>
                    </a:ext>
                  </a:extLst>
                </p14:cNvPr>
                <p14:cNvContentPartPr/>
                <p14:nvPr/>
              </p14:nvContentPartPr>
              <p14:xfrm>
                <a:off x="6013366" y="490011"/>
                <a:ext cx="322560" cy="234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F2BB3258-A81D-4152-B76D-095138D5CE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95726" y="472011"/>
                  <a:ext cx="358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5D02AE5B-EB6C-4880-BE62-1FA227C25B23}"/>
                    </a:ext>
                  </a:extLst>
                </p14:cNvPr>
                <p14:cNvContentPartPr/>
                <p14:nvPr/>
              </p14:nvContentPartPr>
              <p14:xfrm>
                <a:off x="6000766" y="545091"/>
                <a:ext cx="239760" cy="4456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5D02AE5B-EB6C-4880-BE62-1FA227C25B2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83126" y="527091"/>
                  <a:ext cx="2754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BB4F4BAF-0429-448F-BA81-AF98FDC85273}"/>
                    </a:ext>
                  </a:extLst>
                </p14:cNvPr>
                <p14:cNvContentPartPr/>
                <p14:nvPr/>
              </p14:nvContentPartPr>
              <p14:xfrm>
                <a:off x="6471646" y="877011"/>
                <a:ext cx="265320" cy="1224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BB4F4BAF-0429-448F-BA81-AF98FDC8527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53646" y="859371"/>
                  <a:ext cx="300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C5DBBA84-D7E5-47AF-8ED8-2DA545DD0F4F}"/>
                    </a:ext>
                  </a:extLst>
                </p14:cNvPr>
                <p14:cNvContentPartPr/>
                <p14:nvPr/>
              </p14:nvContentPartPr>
              <p14:xfrm>
                <a:off x="6514126" y="780171"/>
                <a:ext cx="249840" cy="2988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C5DBBA84-D7E5-47AF-8ED8-2DA545DD0F4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96486" y="762531"/>
                  <a:ext cx="285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D85792CC-53EC-43F2-BCB5-8F0900155E65}"/>
                    </a:ext>
                  </a:extLst>
                </p14:cNvPr>
                <p14:cNvContentPartPr/>
                <p14:nvPr/>
              </p14:nvContentPartPr>
              <p14:xfrm>
                <a:off x="6854686" y="509451"/>
                <a:ext cx="296640" cy="41148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D85792CC-53EC-43F2-BCB5-8F0900155E6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36686" y="491451"/>
                  <a:ext cx="332280" cy="44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B2ACF71B-F8E7-4959-98B6-4B2F69CDED66}"/>
                  </a:ext>
                </a:extLst>
              </p14:cNvPr>
              <p14:cNvContentPartPr/>
              <p14:nvPr/>
            </p14:nvContentPartPr>
            <p14:xfrm>
              <a:off x="4297246" y="1406211"/>
              <a:ext cx="360" cy="36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B2ACF71B-F8E7-4959-98B6-4B2F69CDED6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279246" y="13882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60C9A3DE-D471-4FE1-B412-3822EFFA0404}"/>
                  </a:ext>
                </a:extLst>
              </p14:cNvPr>
              <p14:cNvContentPartPr/>
              <p14:nvPr/>
            </p14:nvContentPartPr>
            <p14:xfrm>
              <a:off x="4252966" y="2281731"/>
              <a:ext cx="5400" cy="3564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60C9A3DE-D471-4FE1-B412-3822EFFA040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35326" y="2263731"/>
                <a:ext cx="410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6359A833-8427-4FA7-8429-3885E4AD2CB5}"/>
                  </a:ext>
                </a:extLst>
              </p14:cNvPr>
              <p14:cNvContentPartPr/>
              <p14:nvPr/>
            </p14:nvContentPartPr>
            <p14:xfrm>
              <a:off x="1163446" y="871611"/>
              <a:ext cx="5400" cy="468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6359A833-8427-4FA7-8429-3885E4AD2CB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45806" y="853971"/>
                <a:ext cx="410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4D63800-4143-4637-9C5E-404ABFDB7565}"/>
              </a:ext>
            </a:extLst>
          </p:cNvPr>
          <p:cNvGrpSpPr/>
          <p:nvPr/>
        </p:nvGrpSpPr>
        <p:grpSpPr>
          <a:xfrm>
            <a:off x="6103366" y="1224771"/>
            <a:ext cx="2837880" cy="396360"/>
            <a:chOff x="6103366" y="1224771"/>
            <a:chExt cx="283788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98C3A2E-A5F8-481A-9238-EE5DEF2B29F7}"/>
                    </a:ext>
                  </a:extLst>
                </p14:cNvPr>
                <p14:cNvContentPartPr/>
                <p14:nvPr/>
              </p14:nvContentPartPr>
              <p14:xfrm>
                <a:off x="6103366" y="1274811"/>
                <a:ext cx="171720" cy="3463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98C3A2E-A5F8-481A-9238-EE5DEF2B29F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85726" y="1256811"/>
                  <a:ext cx="2073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F44DBD8B-5258-4BBC-A062-B67F76591E0A}"/>
                    </a:ext>
                  </a:extLst>
                </p14:cNvPr>
                <p14:cNvContentPartPr/>
                <p14:nvPr/>
              </p14:nvContentPartPr>
              <p14:xfrm>
                <a:off x="6351406" y="1399011"/>
                <a:ext cx="216720" cy="2142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F44DBD8B-5258-4BBC-A062-B67F76591E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33406" y="1381371"/>
                  <a:ext cx="252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73CDE572-B7FF-4AB9-96E0-79750D8DAEE7}"/>
                    </a:ext>
                  </a:extLst>
                </p14:cNvPr>
                <p14:cNvContentPartPr/>
                <p14:nvPr/>
              </p14:nvContentPartPr>
              <p14:xfrm>
                <a:off x="6649486" y="1376331"/>
                <a:ext cx="293040" cy="2379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73CDE572-B7FF-4AB9-96E0-79750D8DAEE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31486" y="1358691"/>
                  <a:ext cx="328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A4233EB2-43CC-40A7-8BD3-4C102D965DB4}"/>
                    </a:ext>
                  </a:extLst>
                </p14:cNvPr>
                <p14:cNvContentPartPr/>
                <p14:nvPr/>
              </p14:nvContentPartPr>
              <p14:xfrm>
                <a:off x="7147366" y="1528251"/>
                <a:ext cx="208080" cy="2340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A4233EB2-43CC-40A7-8BD3-4C102D965D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29366" y="1510611"/>
                  <a:ext cx="243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5AC2510-EFD1-48D8-8CDA-8129F14A739E}"/>
                    </a:ext>
                  </a:extLst>
                </p14:cNvPr>
                <p14:cNvContentPartPr/>
                <p14:nvPr/>
              </p14:nvContentPartPr>
              <p14:xfrm>
                <a:off x="7110646" y="1454091"/>
                <a:ext cx="266760" cy="1188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5AC2510-EFD1-48D8-8CDA-8129F14A739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92646" y="1436091"/>
                  <a:ext cx="302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8C33EF6-2F8D-4D54-8842-842DE6B6F835}"/>
                    </a:ext>
                  </a:extLst>
                </p14:cNvPr>
                <p14:cNvContentPartPr/>
                <p14:nvPr/>
              </p14:nvContentPartPr>
              <p14:xfrm>
                <a:off x="7590886" y="1434651"/>
                <a:ext cx="194760" cy="61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8C33EF6-2F8D-4D54-8842-842DE6B6F8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73246" y="1417011"/>
                  <a:ext cx="23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A20E280-BF90-412E-899E-02CA25F67BB2}"/>
                    </a:ext>
                  </a:extLst>
                </p14:cNvPr>
                <p14:cNvContentPartPr/>
                <p14:nvPr/>
              </p14:nvContentPartPr>
              <p14:xfrm>
                <a:off x="8021086" y="1299651"/>
                <a:ext cx="291240" cy="31824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A20E280-BF90-412E-899E-02CA25F67BB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03446" y="1281651"/>
                  <a:ext cx="3268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A684FC91-DCCA-4045-8E4A-8BDB366C6BF4}"/>
                    </a:ext>
                  </a:extLst>
                </p14:cNvPr>
                <p14:cNvContentPartPr/>
                <p14:nvPr/>
              </p14:nvContentPartPr>
              <p14:xfrm>
                <a:off x="8306926" y="1323411"/>
                <a:ext cx="278280" cy="24732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A684FC91-DCCA-4045-8E4A-8BDB366C6B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89286" y="1305771"/>
                  <a:ext cx="313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8F1FEBA9-8237-450C-A977-37AA58A176C6}"/>
                    </a:ext>
                  </a:extLst>
                </p14:cNvPr>
                <p14:cNvContentPartPr/>
                <p14:nvPr/>
              </p14:nvContentPartPr>
              <p14:xfrm>
                <a:off x="8670166" y="1224771"/>
                <a:ext cx="271080" cy="31104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8F1FEBA9-8237-450C-A977-37AA58A176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652166" y="1206771"/>
                  <a:ext cx="30672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CBB61C09-51C8-4B9C-BD7E-6DBCF9623B0B}"/>
                  </a:ext>
                </a:extLst>
              </p14:cNvPr>
              <p14:cNvContentPartPr/>
              <p14:nvPr/>
            </p14:nvContentPartPr>
            <p14:xfrm>
              <a:off x="4295806" y="2211171"/>
              <a:ext cx="10080" cy="19188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CBB61C09-51C8-4B9C-BD7E-6DBCF9623B0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278166" y="2193531"/>
                <a:ext cx="457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2DBE919D-02B7-40E1-A8CA-18231BB29EC6}"/>
                  </a:ext>
                </a:extLst>
              </p14:cNvPr>
              <p14:cNvContentPartPr/>
              <p14:nvPr/>
            </p14:nvContentPartPr>
            <p14:xfrm>
              <a:off x="4211566" y="2280651"/>
              <a:ext cx="56520" cy="6192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2DBE919D-02B7-40E1-A8CA-18231BB29EC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193926" y="2262651"/>
                <a:ext cx="921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B2868C7F-5492-426A-98FA-F5C5400B3F38}"/>
                  </a:ext>
                </a:extLst>
              </p14:cNvPr>
              <p14:cNvContentPartPr/>
              <p14:nvPr/>
            </p14:nvContentPartPr>
            <p14:xfrm>
              <a:off x="1126726" y="864051"/>
              <a:ext cx="360" cy="684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B2868C7F-5492-426A-98FA-F5C5400B3F3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09086" y="846051"/>
                <a:ext cx="36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344EC479-A322-4397-9A52-760C164FDDCC}"/>
                  </a:ext>
                </a:extLst>
              </p14:cNvPr>
              <p14:cNvContentPartPr/>
              <p14:nvPr/>
            </p14:nvContentPartPr>
            <p14:xfrm>
              <a:off x="1279726" y="4149411"/>
              <a:ext cx="836280" cy="12384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344EC479-A322-4397-9A52-760C164FDDC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261726" y="4131411"/>
                <a:ext cx="8719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50DCB630-76EE-4F5D-88DD-550ECD9ACD4A}"/>
                  </a:ext>
                </a:extLst>
              </p14:cNvPr>
              <p14:cNvContentPartPr/>
              <p14:nvPr/>
            </p14:nvContentPartPr>
            <p14:xfrm>
              <a:off x="2509486" y="4100811"/>
              <a:ext cx="1461960" cy="6156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50DCB630-76EE-4F5D-88DD-550ECD9ACD4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491486" y="4083171"/>
                <a:ext cx="14976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2F894EB4-A929-4B63-8ED8-E78C00BB7D05}"/>
                  </a:ext>
                </a:extLst>
              </p14:cNvPr>
              <p14:cNvContentPartPr/>
              <p14:nvPr/>
            </p14:nvContentPartPr>
            <p14:xfrm>
              <a:off x="2917006" y="928491"/>
              <a:ext cx="360" cy="36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2F894EB4-A929-4B63-8ED8-E78C00BB7D0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899006" y="91085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5D561DB9-7A66-4B6C-9ED6-7935211F5AE1}"/>
              </a:ext>
            </a:extLst>
          </p:cNvPr>
          <p:cNvGrpSpPr/>
          <p:nvPr/>
        </p:nvGrpSpPr>
        <p:grpSpPr>
          <a:xfrm>
            <a:off x="388006" y="2922891"/>
            <a:ext cx="7372080" cy="2570400"/>
            <a:chOff x="388006" y="2922891"/>
            <a:chExt cx="7372080" cy="25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3A2864E2-974F-42D1-AD32-8E5F25ED393F}"/>
                    </a:ext>
                  </a:extLst>
                </p14:cNvPr>
                <p14:cNvContentPartPr/>
                <p14:nvPr/>
              </p14:nvContentPartPr>
              <p14:xfrm>
                <a:off x="2021326" y="4135011"/>
                <a:ext cx="594360" cy="4320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3A2864E2-974F-42D1-AD32-8E5F25ED39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03686" y="4117371"/>
                  <a:ext cx="630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A6C9235B-C404-4549-9153-7DB5DC5CCECE}"/>
                    </a:ext>
                  </a:extLst>
                </p14:cNvPr>
                <p14:cNvContentPartPr/>
                <p14:nvPr/>
              </p14:nvContentPartPr>
              <p14:xfrm>
                <a:off x="3833566" y="4975971"/>
                <a:ext cx="102960" cy="792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A6C9235B-C404-4549-9153-7DB5DC5CCE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15926" y="4957971"/>
                  <a:ext cx="138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5FA52332-244D-49B6-A650-7C90BFE5F118}"/>
                    </a:ext>
                  </a:extLst>
                </p14:cNvPr>
                <p14:cNvContentPartPr/>
                <p14:nvPr/>
              </p14:nvContentPartPr>
              <p14:xfrm>
                <a:off x="3699646" y="5056611"/>
                <a:ext cx="456480" cy="34704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5FA52332-244D-49B6-A650-7C90BFE5F11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81646" y="5038971"/>
                  <a:ext cx="492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9938AE09-8D8D-4FDD-8E94-83CD8C9B3D2D}"/>
                    </a:ext>
                  </a:extLst>
                </p14:cNvPr>
                <p14:cNvContentPartPr/>
                <p14:nvPr/>
              </p14:nvContentPartPr>
              <p14:xfrm>
                <a:off x="3845806" y="5440731"/>
                <a:ext cx="278280" cy="525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9938AE09-8D8D-4FDD-8E94-83CD8C9B3D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27806" y="5422731"/>
                  <a:ext cx="313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FD3781F-DF0A-4E02-A4D7-A4D777CBFB42}"/>
                    </a:ext>
                  </a:extLst>
                </p14:cNvPr>
                <p14:cNvContentPartPr/>
                <p14:nvPr/>
              </p14:nvContentPartPr>
              <p14:xfrm>
                <a:off x="4124806" y="3781851"/>
                <a:ext cx="129960" cy="19728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FD3781F-DF0A-4E02-A4D7-A4D777CBFB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06806" y="3764211"/>
                  <a:ext cx="165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FDE3D848-9FEC-4A22-9CC9-DCEFBB456A5D}"/>
                    </a:ext>
                  </a:extLst>
                </p14:cNvPr>
                <p14:cNvContentPartPr/>
                <p14:nvPr/>
              </p14:nvContentPartPr>
              <p14:xfrm>
                <a:off x="4332526" y="3798411"/>
                <a:ext cx="119880" cy="14328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FDE3D848-9FEC-4A22-9CC9-DCEFBB456A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14886" y="3780411"/>
                  <a:ext cx="155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3D95E59B-AB54-4C5F-960C-5964BAB3BF7A}"/>
                    </a:ext>
                  </a:extLst>
                </p14:cNvPr>
                <p14:cNvContentPartPr/>
                <p14:nvPr/>
              </p14:nvContentPartPr>
              <p14:xfrm>
                <a:off x="4518646" y="3855651"/>
                <a:ext cx="121320" cy="15048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3D95E59B-AB54-4C5F-960C-5964BAB3BF7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01006" y="3838011"/>
                  <a:ext cx="156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3B632D1C-0A16-4653-99EC-99343C8842C7}"/>
                    </a:ext>
                  </a:extLst>
                </p14:cNvPr>
                <p14:cNvContentPartPr/>
                <p14:nvPr/>
              </p14:nvContentPartPr>
              <p14:xfrm>
                <a:off x="3954886" y="4021611"/>
                <a:ext cx="226440" cy="1598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3B632D1C-0A16-4653-99EC-99343C8842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37246" y="4003971"/>
                  <a:ext cx="262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3F704805-ADC6-4A36-9D90-CB56BFD850A1}"/>
                    </a:ext>
                  </a:extLst>
                </p14:cNvPr>
                <p14:cNvContentPartPr/>
                <p14:nvPr/>
              </p14:nvContentPartPr>
              <p14:xfrm>
                <a:off x="3902326" y="4093251"/>
                <a:ext cx="528480" cy="84168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3F704805-ADC6-4A36-9D90-CB56BFD850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84686" y="4075251"/>
                  <a:ext cx="56412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69A757C7-9435-4F4A-9F6E-A05C74A48D9F}"/>
                    </a:ext>
                  </a:extLst>
                </p14:cNvPr>
                <p14:cNvContentPartPr/>
                <p14:nvPr/>
              </p14:nvContentPartPr>
              <p14:xfrm>
                <a:off x="1280806" y="4189011"/>
                <a:ext cx="59040" cy="162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69A757C7-9435-4F4A-9F6E-A05C74A48D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62806" y="4171011"/>
                  <a:ext cx="94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DA2B4E40-B77D-4B7B-A173-35CB786BE639}"/>
                    </a:ext>
                  </a:extLst>
                </p14:cNvPr>
                <p14:cNvContentPartPr/>
                <p14:nvPr/>
              </p14:nvContentPartPr>
              <p14:xfrm>
                <a:off x="739366" y="3999651"/>
                <a:ext cx="197280" cy="54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DA2B4E40-B77D-4B7B-A173-35CB786BE6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1726" y="3982011"/>
                  <a:ext cx="232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4AE62F49-E021-406D-9B6B-24815B900261}"/>
                    </a:ext>
                  </a:extLst>
                </p14:cNvPr>
                <p14:cNvContentPartPr/>
                <p14:nvPr/>
              </p14:nvContentPartPr>
              <p14:xfrm>
                <a:off x="1021606" y="3807411"/>
                <a:ext cx="61560" cy="1681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4AE62F49-E021-406D-9B6B-24815B9002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3966" y="3789411"/>
                  <a:ext cx="97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1EF0107-C8D5-4F95-9BC6-5025943D2411}"/>
                    </a:ext>
                  </a:extLst>
                </p14:cNvPr>
                <p14:cNvContentPartPr/>
                <p14:nvPr/>
              </p14:nvContentPartPr>
              <p14:xfrm>
                <a:off x="1132846" y="3772491"/>
                <a:ext cx="175320" cy="1144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1EF0107-C8D5-4F95-9BC6-5025943D24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5206" y="3754851"/>
                  <a:ext cx="210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B2A8F54-AB3F-42E9-AFCC-1B95851C56AC}"/>
                    </a:ext>
                  </a:extLst>
                </p14:cNvPr>
                <p14:cNvContentPartPr/>
                <p14:nvPr/>
              </p14:nvContentPartPr>
              <p14:xfrm>
                <a:off x="1366486" y="3655131"/>
                <a:ext cx="180720" cy="2102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B2A8F54-AB3F-42E9-AFCC-1B95851C56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48486" y="3637131"/>
                  <a:ext cx="21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B616236-EE24-459E-8A02-2C1C7F43889E}"/>
                    </a:ext>
                  </a:extLst>
                </p14:cNvPr>
                <p14:cNvContentPartPr/>
                <p14:nvPr/>
              </p14:nvContentPartPr>
              <p14:xfrm>
                <a:off x="388006" y="3406011"/>
                <a:ext cx="1468440" cy="80532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B616236-EE24-459E-8A02-2C1C7F43889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0366" y="3388371"/>
                  <a:ext cx="150408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1C1180F4-AD9E-4AA5-B850-E6A7033514AC}"/>
                    </a:ext>
                  </a:extLst>
                </p14:cNvPr>
                <p14:cNvContentPartPr/>
                <p14:nvPr/>
              </p14:nvContentPartPr>
              <p14:xfrm>
                <a:off x="2535406" y="4053651"/>
                <a:ext cx="48600" cy="17748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1C1180F4-AD9E-4AA5-B850-E6A7033514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17406" y="4035651"/>
                  <a:ext cx="84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05D2B182-1939-4796-8DDD-3F3CF963D198}"/>
                    </a:ext>
                  </a:extLst>
                </p14:cNvPr>
                <p14:cNvContentPartPr/>
                <p14:nvPr/>
              </p14:nvContentPartPr>
              <p14:xfrm>
                <a:off x="2303926" y="4321491"/>
                <a:ext cx="144720" cy="24984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05D2B182-1939-4796-8DDD-3F3CF963D1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85926" y="4303491"/>
                  <a:ext cx="180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34B4791B-99FA-4F1F-BE35-6BF90FC34C46}"/>
                    </a:ext>
                  </a:extLst>
                </p14:cNvPr>
                <p14:cNvContentPartPr/>
                <p14:nvPr/>
              </p14:nvContentPartPr>
              <p14:xfrm>
                <a:off x="2491126" y="4429131"/>
                <a:ext cx="133200" cy="16956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34B4791B-99FA-4F1F-BE35-6BF90FC34C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73486" y="4411491"/>
                  <a:ext cx="168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52821BCB-D018-4808-8F4A-B6B3C5DCF8B2}"/>
                    </a:ext>
                  </a:extLst>
                </p14:cNvPr>
                <p14:cNvContentPartPr/>
                <p14:nvPr/>
              </p14:nvContentPartPr>
              <p14:xfrm>
                <a:off x="2656726" y="4430931"/>
                <a:ext cx="116280" cy="13356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52821BCB-D018-4808-8F4A-B6B3C5DCF8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38726" y="4412931"/>
                  <a:ext cx="151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2D063991-6E79-4B3B-BC8F-6F7EFFCB22DD}"/>
                    </a:ext>
                  </a:extLst>
                </p14:cNvPr>
                <p14:cNvContentPartPr/>
                <p14:nvPr/>
              </p14:nvContentPartPr>
              <p14:xfrm>
                <a:off x="7053046" y="2922891"/>
                <a:ext cx="707040" cy="92088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2D063991-6E79-4B3B-BC8F-6F7EFFCB22D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35406" y="2905251"/>
                  <a:ext cx="74268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5CB9839A-59C8-4239-853C-455DD68EDDA2}"/>
                    </a:ext>
                  </a:extLst>
                </p14:cNvPr>
                <p14:cNvContentPartPr/>
                <p14:nvPr/>
              </p14:nvContentPartPr>
              <p14:xfrm>
                <a:off x="7244926" y="3373971"/>
                <a:ext cx="237960" cy="1605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5CB9839A-59C8-4239-853C-455DD68EDD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26926" y="3355971"/>
                  <a:ext cx="273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7A77C7B4-B14A-4B0B-9329-7153D89900ED}"/>
                    </a:ext>
                  </a:extLst>
                </p14:cNvPr>
                <p14:cNvContentPartPr/>
                <p14:nvPr/>
              </p14:nvContentPartPr>
              <p14:xfrm>
                <a:off x="7301086" y="3200091"/>
                <a:ext cx="277920" cy="37332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7A77C7B4-B14A-4B0B-9329-7153D89900E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3446" y="3182451"/>
                  <a:ext cx="3135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D8E61109-E853-4007-88F8-19CEE7B8B718}"/>
                    </a:ext>
                  </a:extLst>
                </p14:cNvPr>
                <p14:cNvContentPartPr/>
                <p14:nvPr/>
              </p14:nvContentPartPr>
              <p14:xfrm>
                <a:off x="7005166" y="3808491"/>
                <a:ext cx="264600" cy="6735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D8E61109-E853-4007-88F8-19CEE7B8B7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87166" y="3790491"/>
                  <a:ext cx="30024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3288CAE0-EDA2-4691-B897-F206387C2272}"/>
                    </a:ext>
                  </a:extLst>
                </p14:cNvPr>
                <p14:cNvContentPartPr/>
                <p14:nvPr/>
              </p14:nvContentPartPr>
              <p14:xfrm>
                <a:off x="7418446" y="3780771"/>
                <a:ext cx="165240" cy="91224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3288CAE0-EDA2-4691-B897-F206387C22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00806" y="3763131"/>
                  <a:ext cx="200880" cy="9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EF7F0B00-4D20-4A94-8BD4-5655F19866B7}"/>
                    </a:ext>
                  </a:extLst>
                </p14:cNvPr>
                <p14:cNvContentPartPr/>
                <p14:nvPr/>
              </p14:nvContentPartPr>
              <p14:xfrm>
                <a:off x="7432126" y="4864371"/>
                <a:ext cx="2880" cy="21708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EF7F0B00-4D20-4A94-8BD4-5655F19866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14126" y="4846371"/>
                  <a:ext cx="385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A5029BCE-3FB5-4351-BDBC-43730FFA0D64}"/>
                    </a:ext>
                  </a:extLst>
                </p14:cNvPr>
                <p14:cNvContentPartPr/>
                <p14:nvPr/>
              </p14:nvContentPartPr>
              <p14:xfrm>
                <a:off x="7277326" y="5073171"/>
                <a:ext cx="321120" cy="6948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A5029BCE-3FB5-4351-BDBC-43730FFA0D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59326" y="5055531"/>
                  <a:ext cx="356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642595D9-BB2D-493E-9BB8-A96D802B6CAB}"/>
                    </a:ext>
                  </a:extLst>
                </p14:cNvPr>
                <p14:cNvContentPartPr/>
                <p14:nvPr/>
              </p14:nvContentPartPr>
              <p14:xfrm>
                <a:off x="7405126" y="5183331"/>
                <a:ext cx="81000" cy="2016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642595D9-BB2D-493E-9BB8-A96D802B6CA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87126" y="5165331"/>
                  <a:ext cx="116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96474C4-658E-468A-8099-DEC0F21B22FF}"/>
                    </a:ext>
                  </a:extLst>
                </p14:cNvPr>
                <p14:cNvContentPartPr/>
                <p14:nvPr/>
              </p14:nvContentPartPr>
              <p14:xfrm>
                <a:off x="7388926" y="5187651"/>
                <a:ext cx="106200" cy="5904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96474C4-658E-468A-8099-DEC0F21B22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0926" y="5170011"/>
                  <a:ext cx="141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5C146FDA-0A15-4F72-8B37-17DB87EE5F47}"/>
                    </a:ext>
                  </a:extLst>
                </p14:cNvPr>
                <p14:cNvContentPartPr/>
                <p14:nvPr/>
              </p14:nvContentPartPr>
              <p14:xfrm>
                <a:off x="6952966" y="4521291"/>
                <a:ext cx="6480" cy="36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5C146FDA-0A15-4F72-8B37-17DB87EE5F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34966" y="4503291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8DCE44E-8CBE-4B0A-AA04-AD3008F22DDC}"/>
                    </a:ext>
                  </a:extLst>
                </p14:cNvPr>
                <p14:cNvContentPartPr/>
                <p14:nvPr/>
              </p14:nvContentPartPr>
              <p14:xfrm>
                <a:off x="2568526" y="3333291"/>
                <a:ext cx="4444560" cy="123084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8DCE44E-8CBE-4B0A-AA04-AD3008F22D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50526" y="3315291"/>
                  <a:ext cx="4480200" cy="12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792BF6A4-AAC7-4167-9A34-7DF97643EA75}"/>
                    </a:ext>
                  </a:extLst>
                </p14:cNvPr>
                <p14:cNvContentPartPr/>
                <p14:nvPr/>
              </p14:nvContentPartPr>
              <p14:xfrm>
                <a:off x="7293886" y="4635771"/>
                <a:ext cx="129960" cy="28044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792BF6A4-AAC7-4167-9A34-7DF97643EA7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76246" y="4618131"/>
                  <a:ext cx="16560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9DE7263B-0395-4D07-AE7C-995B94D004B9}"/>
                  </a:ext>
                </a:extLst>
              </p14:cNvPr>
              <p14:cNvContentPartPr/>
              <p14:nvPr/>
            </p14:nvContentPartPr>
            <p14:xfrm>
              <a:off x="4178086" y="1487931"/>
              <a:ext cx="228240" cy="72504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9DE7263B-0395-4D07-AE7C-995B94D004B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60446" y="1470291"/>
                <a:ext cx="26388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DF72B93D-F595-40FE-99FE-FDAB6ABBD5A7}"/>
                  </a:ext>
                </a:extLst>
              </p14:cNvPr>
              <p14:cNvContentPartPr/>
              <p14:nvPr/>
            </p14:nvContentPartPr>
            <p14:xfrm>
              <a:off x="4178446" y="892491"/>
              <a:ext cx="104400" cy="5868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DF72B93D-F595-40FE-99FE-FDAB6ABBD5A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60806" y="874851"/>
                <a:ext cx="1400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501DC1A3-1D7B-4602-897E-B6F7E164D1FB}"/>
                  </a:ext>
                </a:extLst>
              </p14:cNvPr>
              <p14:cNvContentPartPr/>
              <p14:nvPr/>
            </p14:nvContentPartPr>
            <p14:xfrm>
              <a:off x="2859766" y="880611"/>
              <a:ext cx="23760" cy="3312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501DC1A3-1D7B-4602-897E-B6F7E164D1F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842126" y="862611"/>
                <a:ext cx="594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1E335D90-8044-4E14-9A9D-6B97FF99E902}"/>
                  </a:ext>
                </a:extLst>
              </p14:cNvPr>
              <p14:cNvContentPartPr/>
              <p14:nvPr/>
            </p14:nvContentPartPr>
            <p14:xfrm>
              <a:off x="3261886" y="783411"/>
              <a:ext cx="575280" cy="18000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1E335D90-8044-4E14-9A9D-6B97FF99E90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244246" y="765411"/>
                <a:ext cx="610920" cy="21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5752A86A-593F-4E43-88E2-C8952F11DE54}"/>
              </a:ext>
            </a:extLst>
          </p:cNvPr>
          <p:cNvGrpSpPr/>
          <p:nvPr/>
        </p:nvGrpSpPr>
        <p:grpSpPr>
          <a:xfrm>
            <a:off x="4226326" y="824451"/>
            <a:ext cx="226080" cy="157680"/>
            <a:chOff x="4226326" y="824451"/>
            <a:chExt cx="22608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8ED4B70-13F1-4BFB-A501-27509A183B2F}"/>
                    </a:ext>
                  </a:extLst>
                </p14:cNvPr>
                <p14:cNvContentPartPr/>
                <p14:nvPr/>
              </p14:nvContentPartPr>
              <p14:xfrm>
                <a:off x="4404526" y="857211"/>
                <a:ext cx="47880" cy="36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8ED4B70-13F1-4BFB-A501-27509A183B2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86886" y="839571"/>
                  <a:ext cx="83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D86FCE53-3B57-4D7E-9F24-87D877117840}"/>
                    </a:ext>
                  </a:extLst>
                </p14:cNvPr>
                <p14:cNvContentPartPr/>
                <p14:nvPr/>
              </p14:nvContentPartPr>
              <p14:xfrm>
                <a:off x="4246126" y="921291"/>
                <a:ext cx="45360" cy="608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D86FCE53-3B57-4D7E-9F24-87D87711784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28486" y="903291"/>
                  <a:ext cx="81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21734052-EA62-499E-B7BF-E0A1C024D663}"/>
                    </a:ext>
                  </a:extLst>
                </p14:cNvPr>
                <p14:cNvContentPartPr/>
                <p14:nvPr/>
              </p14:nvContentPartPr>
              <p14:xfrm>
                <a:off x="4246126" y="857211"/>
                <a:ext cx="81000" cy="828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21734052-EA62-499E-B7BF-E0A1C024D66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28126" y="839571"/>
                  <a:ext cx="116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2D6CC4A-6D76-4915-B718-DAD1B569B29F}"/>
                    </a:ext>
                  </a:extLst>
                </p14:cNvPr>
                <p14:cNvContentPartPr/>
                <p14:nvPr/>
              </p14:nvContentPartPr>
              <p14:xfrm>
                <a:off x="4246846" y="824451"/>
                <a:ext cx="23760" cy="1476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2D6CC4A-6D76-4915-B718-DAD1B569B29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29206" y="806451"/>
                  <a:ext cx="59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4BD7D90-468F-4023-A587-F4922AC6C558}"/>
                    </a:ext>
                  </a:extLst>
                </p14:cNvPr>
                <p14:cNvContentPartPr/>
                <p14:nvPr/>
              </p14:nvContentPartPr>
              <p14:xfrm>
                <a:off x="4226326" y="834171"/>
                <a:ext cx="16200" cy="1908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4BD7D90-468F-4023-A587-F4922AC6C5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08326" y="816531"/>
                  <a:ext cx="5184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898B6B34-8440-4064-BDB2-99333A710C9C}"/>
                  </a:ext>
                </a:extLst>
              </p14:cNvPr>
              <p14:cNvContentPartPr/>
              <p14:nvPr/>
            </p14:nvContentPartPr>
            <p14:xfrm>
              <a:off x="2837806" y="802491"/>
              <a:ext cx="72720" cy="12312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898B6B34-8440-4064-BDB2-99333A710C9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820166" y="784491"/>
                <a:ext cx="1083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9CA7E68B-863B-441B-BA5B-B9506ED8F187}"/>
                  </a:ext>
                </a:extLst>
              </p14:cNvPr>
              <p14:cNvContentPartPr/>
              <p14:nvPr/>
            </p14:nvContentPartPr>
            <p14:xfrm>
              <a:off x="1633966" y="958371"/>
              <a:ext cx="18720" cy="4680"/>
            </p14:xfrm>
          </p:contentPart>
        </mc:Choice>
        <mc:Fallback xmlns=""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9CA7E68B-863B-441B-BA5B-B9506ED8F18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616326" y="940731"/>
                <a:ext cx="54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E4ED8318-0BD0-4EC1-864F-6648FEFAD9C5}"/>
                  </a:ext>
                </a:extLst>
              </p14:cNvPr>
              <p14:cNvContentPartPr/>
              <p14:nvPr/>
            </p14:nvContentPartPr>
            <p14:xfrm>
              <a:off x="2564206" y="871611"/>
              <a:ext cx="3960" cy="9000"/>
            </p14:xfrm>
          </p:contentPart>
        </mc:Choice>
        <mc:Fallback xmlns=""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E4ED8318-0BD0-4EC1-864F-6648FEFAD9C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546206" y="853971"/>
                <a:ext cx="396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FA33387C-7E6D-4C1B-B083-C62B0AB950E9}"/>
              </a:ext>
            </a:extLst>
          </p:cNvPr>
          <p:cNvGrpSpPr/>
          <p:nvPr/>
        </p:nvGrpSpPr>
        <p:grpSpPr>
          <a:xfrm>
            <a:off x="2655646" y="841371"/>
            <a:ext cx="334440" cy="106560"/>
            <a:chOff x="2655646" y="841371"/>
            <a:chExt cx="334440" cy="1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3146BBB6-1681-4955-87AA-B196814EFCA0}"/>
                    </a:ext>
                  </a:extLst>
                </p14:cNvPr>
                <p14:cNvContentPartPr/>
                <p14:nvPr/>
              </p14:nvContentPartPr>
              <p14:xfrm>
                <a:off x="2873446" y="870531"/>
                <a:ext cx="6120" cy="36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3146BBB6-1681-4955-87AA-B196814EFCA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5806" y="852531"/>
                  <a:ext cx="4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FE410E07-4A47-48EC-B916-CB9116ADABB8}"/>
                    </a:ext>
                  </a:extLst>
                </p14:cNvPr>
                <p14:cNvContentPartPr/>
                <p14:nvPr/>
              </p14:nvContentPartPr>
              <p14:xfrm>
                <a:off x="2989726" y="913731"/>
                <a:ext cx="360" cy="36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FE410E07-4A47-48EC-B916-CB9116ADAB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72086" y="89609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D0BA08DA-C6CF-451F-9C91-8B5503B22450}"/>
                    </a:ext>
                  </a:extLst>
                </p14:cNvPr>
                <p14:cNvContentPartPr/>
                <p14:nvPr/>
              </p14:nvContentPartPr>
              <p14:xfrm>
                <a:off x="2655646" y="841371"/>
                <a:ext cx="267120" cy="10656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D0BA08DA-C6CF-451F-9C91-8B5503B2245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638006" y="823731"/>
                  <a:ext cx="30276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5D5B6855-003B-4CED-AA96-6329DE054A3F}"/>
              </a:ext>
            </a:extLst>
          </p:cNvPr>
          <p:cNvGrpSpPr/>
          <p:nvPr/>
        </p:nvGrpSpPr>
        <p:grpSpPr>
          <a:xfrm>
            <a:off x="68326" y="363651"/>
            <a:ext cx="1942560" cy="914400"/>
            <a:chOff x="68326" y="363651"/>
            <a:chExt cx="1942560" cy="9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7799C59-9A3E-4AB2-B2F9-76F78715745A}"/>
                    </a:ext>
                  </a:extLst>
                </p14:cNvPr>
                <p14:cNvContentPartPr/>
                <p14:nvPr/>
              </p14:nvContentPartPr>
              <p14:xfrm>
                <a:off x="1536406" y="433851"/>
                <a:ext cx="474480" cy="6735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7799C59-9A3E-4AB2-B2F9-76F78715745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18406" y="416211"/>
                  <a:ext cx="510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E0F66E85-1876-405F-BCAC-BDF9E9C2109E}"/>
                    </a:ext>
                  </a:extLst>
                </p14:cNvPr>
                <p14:cNvContentPartPr/>
                <p14:nvPr/>
              </p14:nvContentPartPr>
              <p14:xfrm>
                <a:off x="1519126" y="531771"/>
                <a:ext cx="417240" cy="6879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E0F66E85-1876-405F-BCAC-BDF9E9C2109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01486" y="513771"/>
                  <a:ext cx="45288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C602AECD-D59E-4640-96B4-F07AD8609B93}"/>
                    </a:ext>
                  </a:extLst>
                </p14:cNvPr>
                <p14:cNvContentPartPr/>
                <p14:nvPr/>
              </p14:nvContentPartPr>
              <p14:xfrm>
                <a:off x="68326" y="363651"/>
                <a:ext cx="1128600" cy="91440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C602AECD-D59E-4640-96B4-F07AD8609B9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0686" y="346011"/>
                  <a:ext cx="1164240" cy="95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2148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6E3A757-2D4D-4B0D-B793-BF2219429F0F}"/>
              </a:ext>
            </a:extLst>
          </p:cNvPr>
          <p:cNvPicPr/>
          <p:nvPr/>
        </p:nvPicPr>
        <p:blipFill rotWithShape="1">
          <a:blip r:embed="rId2"/>
          <a:srcRect l="11083" t="36567" r="49075" b="9980"/>
          <a:stretch/>
        </p:blipFill>
        <p:spPr bwMode="auto">
          <a:xfrm>
            <a:off x="319315" y="319315"/>
            <a:ext cx="4426856" cy="420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775536F4-B915-4416-BD1F-14E65B06B079}"/>
              </a:ext>
            </a:extLst>
          </p:cNvPr>
          <p:cNvGrpSpPr/>
          <p:nvPr/>
        </p:nvGrpSpPr>
        <p:grpSpPr>
          <a:xfrm>
            <a:off x="1733326" y="1785651"/>
            <a:ext cx="379080" cy="326160"/>
            <a:chOff x="1733326" y="1785651"/>
            <a:chExt cx="37908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5C97F13F-7684-43C6-84E2-FF09EF0E346A}"/>
                    </a:ext>
                  </a:extLst>
                </p14:cNvPr>
                <p14:cNvContentPartPr/>
                <p14:nvPr/>
              </p14:nvContentPartPr>
              <p14:xfrm>
                <a:off x="1733326" y="1792851"/>
                <a:ext cx="147960" cy="25632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5C97F13F-7684-43C6-84E2-FF09EF0E34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15326" y="1774851"/>
                  <a:ext cx="183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C6FB3D7D-4BBB-4A7F-A663-81E189FD7941}"/>
                    </a:ext>
                  </a:extLst>
                </p14:cNvPr>
                <p14:cNvContentPartPr/>
                <p14:nvPr/>
              </p14:nvContentPartPr>
              <p14:xfrm>
                <a:off x="1921246" y="1931811"/>
                <a:ext cx="3960" cy="10368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C6FB3D7D-4BBB-4A7F-A663-81E189FD79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03246" y="1914171"/>
                  <a:ext cx="396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CF6C39E9-29CE-4A95-9452-76376159251C}"/>
                    </a:ext>
                  </a:extLst>
                </p14:cNvPr>
                <p14:cNvContentPartPr/>
                <p14:nvPr/>
              </p14:nvContentPartPr>
              <p14:xfrm>
                <a:off x="2004406" y="1785651"/>
                <a:ext cx="108000" cy="22680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CF6C39E9-29CE-4A95-9452-7637615925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86406" y="1768011"/>
                  <a:ext cx="143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EAD1ABB-E5A5-4C10-A322-7400A26B8269}"/>
                    </a:ext>
                  </a:extLst>
                </p14:cNvPr>
                <p14:cNvContentPartPr/>
                <p14:nvPr/>
              </p14:nvContentPartPr>
              <p14:xfrm>
                <a:off x="1903966" y="1940811"/>
                <a:ext cx="22320" cy="1710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EAD1ABB-E5A5-4C10-A322-7400A26B82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86326" y="1922811"/>
                  <a:ext cx="579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20FCDD32-F666-41EC-AB18-3BBDE6192CA5}"/>
              </a:ext>
            </a:extLst>
          </p:cNvPr>
          <p:cNvGrpSpPr/>
          <p:nvPr/>
        </p:nvGrpSpPr>
        <p:grpSpPr>
          <a:xfrm>
            <a:off x="6460486" y="233691"/>
            <a:ext cx="3033000" cy="1582920"/>
            <a:chOff x="6460486" y="233691"/>
            <a:chExt cx="3033000" cy="15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E1C8C4D-4237-4EB7-85E7-A3C8E2A159DD}"/>
                    </a:ext>
                  </a:extLst>
                </p14:cNvPr>
                <p14:cNvContentPartPr/>
                <p14:nvPr/>
              </p14:nvContentPartPr>
              <p14:xfrm>
                <a:off x="6974566" y="383091"/>
                <a:ext cx="50760" cy="143352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E1C8C4D-4237-4EB7-85E7-A3C8E2A159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56566" y="365451"/>
                  <a:ext cx="86400" cy="14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8366FAAE-F700-45AE-8562-B54007E002BE}"/>
                    </a:ext>
                  </a:extLst>
                </p14:cNvPr>
                <p14:cNvContentPartPr/>
                <p14:nvPr/>
              </p14:nvContentPartPr>
              <p14:xfrm>
                <a:off x="6654886" y="1267611"/>
                <a:ext cx="2430000" cy="1425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8366FAAE-F700-45AE-8562-B54007E002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36886" y="1249611"/>
                  <a:ext cx="2465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22DB6476-44F0-4B45-A00A-23007EDFE903}"/>
                    </a:ext>
                  </a:extLst>
                </p14:cNvPr>
                <p14:cNvContentPartPr/>
                <p14:nvPr/>
              </p14:nvContentPartPr>
              <p14:xfrm>
                <a:off x="6960166" y="304251"/>
                <a:ext cx="127080" cy="2030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22DB6476-44F0-4B45-A00A-23007EDFE9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42526" y="286251"/>
                  <a:ext cx="162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B57696F-93E7-4945-A8B3-FB3AAE193C80}"/>
                    </a:ext>
                  </a:extLst>
                </p14:cNvPr>
                <p14:cNvContentPartPr/>
                <p14:nvPr/>
              </p14:nvContentPartPr>
              <p14:xfrm>
                <a:off x="6974926" y="289851"/>
                <a:ext cx="662760" cy="10386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B57696F-93E7-4945-A8B3-FB3AAE193C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56926" y="271851"/>
                  <a:ext cx="698400" cy="10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FD42DDC-67BB-42C0-B911-A6ACCE6D661D}"/>
                    </a:ext>
                  </a:extLst>
                </p14:cNvPr>
                <p14:cNvContentPartPr/>
                <p14:nvPr/>
              </p14:nvContentPartPr>
              <p14:xfrm>
                <a:off x="7715446" y="470211"/>
                <a:ext cx="185040" cy="1958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FD42DDC-67BB-42C0-B911-A6ACCE6D66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97806" y="452211"/>
                  <a:ext cx="220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1A264E8B-D568-4404-A4FB-05303A55CEEE}"/>
                    </a:ext>
                  </a:extLst>
                </p14:cNvPr>
                <p14:cNvContentPartPr/>
                <p14:nvPr/>
              </p14:nvContentPartPr>
              <p14:xfrm>
                <a:off x="7823086" y="486771"/>
                <a:ext cx="360" cy="144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1A264E8B-D568-4404-A4FB-05303A55CEE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05446" y="468771"/>
                  <a:ext cx="36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E0C6BD2-AE71-49A8-A42A-6F430BF82B46}"/>
                    </a:ext>
                  </a:extLst>
                </p14:cNvPr>
                <p14:cNvContentPartPr/>
                <p14:nvPr/>
              </p14:nvContentPartPr>
              <p14:xfrm>
                <a:off x="7048366" y="233691"/>
                <a:ext cx="1284840" cy="11199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E0C6BD2-AE71-49A8-A42A-6F430BF82B4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30366" y="215691"/>
                  <a:ext cx="1320480" cy="11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85AE945-413C-4A1A-A5C8-C01B9EAD0AF6}"/>
                    </a:ext>
                  </a:extLst>
                </p14:cNvPr>
                <p14:cNvContentPartPr/>
                <p14:nvPr/>
              </p14:nvContentPartPr>
              <p14:xfrm>
                <a:off x="8335006" y="376251"/>
                <a:ext cx="202320" cy="30096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85AE945-413C-4A1A-A5C8-C01B9EAD0A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317006" y="358611"/>
                  <a:ext cx="2379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EF474971-529A-440B-8854-7C7AB58EB46B}"/>
                    </a:ext>
                  </a:extLst>
                </p14:cNvPr>
                <p14:cNvContentPartPr/>
                <p14:nvPr/>
              </p14:nvContentPartPr>
              <p14:xfrm>
                <a:off x="8566126" y="535011"/>
                <a:ext cx="186120" cy="1198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EF474971-529A-440B-8854-7C7AB58EB4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48486" y="517371"/>
                  <a:ext cx="221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F625278C-4297-4B96-AEB2-D1660A9161D2}"/>
                    </a:ext>
                  </a:extLst>
                </p14:cNvPr>
                <p14:cNvContentPartPr/>
                <p14:nvPr/>
              </p14:nvContentPartPr>
              <p14:xfrm>
                <a:off x="8775646" y="383451"/>
                <a:ext cx="128160" cy="25740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F625278C-4297-4B96-AEB2-D1660A9161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57646" y="365811"/>
                  <a:ext cx="163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2E4FC62-09B2-42D9-8266-E9219E9F60C8}"/>
                    </a:ext>
                  </a:extLst>
                </p14:cNvPr>
                <p14:cNvContentPartPr/>
                <p14:nvPr/>
              </p14:nvContentPartPr>
              <p14:xfrm>
                <a:off x="8772766" y="538251"/>
                <a:ext cx="170280" cy="3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2E4FC62-09B2-42D9-8266-E9219E9F60C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54766" y="520611"/>
                  <a:ext cx="20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F9A609E-3601-4E98-8807-4E31384A0BDA}"/>
                    </a:ext>
                  </a:extLst>
                </p14:cNvPr>
                <p14:cNvContentPartPr/>
                <p14:nvPr/>
              </p14:nvContentPartPr>
              <p14:xfrm>
                <a:off x="8970406" y="494331"/>
                <a:ext cx="81360" cy="15804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F9A609E-3601-4E98-8807-4E31384A0BD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52766" y="476691"/>
                  <a:ext cx="117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C257884-B967-4188-8BE9-A30C0FC7DA4A}"/>
                    </a:ext>
                  </a:extLst>
                </p14:cNvPr>
                <p14:cNvContentPartPr/>
                <p14:nvPr/>
              </p14:nvContentPartPr>
              <p14:xfrm>
                <a:off x="7237726" y="1406571"/>
                <a:ext cx="156240" cy="1850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C257884-B967-4188-8BE9-A30C0FC7DA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9726" y="1388571"/>
                  <a:ext cx="191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0CBB0D37-2622-4A94-8860-3B50CF97CB54}"/>
                    </a:ext>
                  </a:extLst>
                </p14:cNvPr>
                <p14:cNvContentPartPr/>
                <p14:nvPr/>
              </p14:nvContentPartPr>
              <p14:xfrm>
                <a:off x="7455166" y="1546971"/>
                <a:ext cx="1440" cy="1004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0CBB0D37-2622-4A94-8860-3B50CF97CB5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37526" y="1529331"/>
                  <a:ext cx="37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13E59F7-B205-4E4B-8240-9B7FEEEA7846}"/>
                    </a:ext>
                  </a:extLst>
                </p14:cNvPr>
                <p14:cNvContentPartPr/>
                <p14:nvPr/>
              </p14:nvContentPartPr>
              <p14:xfrm>
                <a:off x="7507726" y="1423851"/>
                <a:ext cx="66240" cy="2095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13E59F7-B205-4E4B-8240-9B7FEEEA78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90086" y="1405851"/>
                  <a:ext cx="101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D647843A-7CEA-4BD9-861D-9FA85962BF0C}"/>
                    </a:ext>
                  </a:extLst>
                </p14:cNvPr>
                <p14:cNvContentPartPr/>
                <p14:nvPr/>
              </p14:nvContentPartPr>
              <p14:xfrm>
                <a:off x="7513846" y="1526091"/>
                <a:ext cx="145800" cy="255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D647843A-7CEA-4BD9-861D-9FA85962BF0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96206" y="1508091"/>
                  <a:ext cx="181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6F6ED3BD-D388-42CF-AD00-734AE8C878DB}"/>
                    </a:ext>
                  </a:extLst>
                </p14:cNvPr>
                <p14:cNvContentPartPr/>
                <p14:nvPr/>
              </p14:nvContentPartPr>
              <p14:xfrm>
                <a:off x="7783486" y="1451571"/>
                <a:ext cx="149760" cy="1832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6F6ED3BD-D388-42CF-AD00-734AE8C878D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65846" y="1433931"/>
                  <a:ext cx="185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F6FBB68-9FFD-4A4D-A5FD-B34D80D34EF3}"/>
                    </a:ext>
                  </a:extLst>
                </p14:cNvPr>
                <p14:cNvContentPartPr/>
                <p14:nvPr/>
              </p14:nvContentPartPr>
              <p14:xfrm>
                <a:off x="7962406" y="1562451"/>
                <a:ext cx="5400" cy="918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F6FBB68-9FFD-4A4D-A5FD-B34D80D34EF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4766" y="1544451"/>
                  <a:ext cx="41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767D397-CCF0-4C31-B052-B3E48D9A66E7}"/>
                    </a:ext>
                  </a:extLst>
                </p14:cNvPr>
                <p14:cNvContentPartPr/>
                <p14:nvPr/>
              </p14:nvContentPartPr>
              <p14:xfrm>
                <a:off x="8073646" y="1459131"/>
                <a:ext cx="81000" cy="18972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767D397-CCF0-4C31-B052-B3E48D9A66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56006" y="1441131"/>
                  <a:ext cx="116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B189B65B-99B9-4AE6-B048-FE7E1DDEF2E4}"/>
                    </a:ext>
                  </a:extLst>
                </p14:cNvPr>
                <p14:cNvContentPartPr/>
                <p14:nvPr/>
              </p14:nvContentPartPr>
              <p14:xfrm>
                <a:off x="9078406" y="1379931"/>
                <a:ext cx="181080" cy="2898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B189B65B-99B9-4AE6-B048-FE7E1DDEF2E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60406" y="1361931"/>
                  <a:ext cx="2167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E1AFC4C4-96EF-4695-B1D8-CA56EC6F15D8}"/>
                    </a:ext>
                  </a:extLst>
                </p14:cNvPr>
                <p14:cNvContentPartPr/>
                <p14:nvPr/>
              </p14:nvContentPartPr>
              <p14:xfrm>
                <a:off x="9352726" y="1480011"/>
                <a:ext cx="140760" cy="1929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E1AFC4C4-96EF-4695-B1D8-CA56EC6F15D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35086" y="1462011"/>
                  <a:ext cx="176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1D3B76A-706B-469C-B1D3-D0C328C535BC}"/>
                    </a:ext>
                  </a:extLst>
                </p14:cNvPr>
                <p14:cNvContentPartPr/>
                <p14:nvPr/>
              </p14:nvContentPartPr>
              <p14:xfrm>
                <a:off x="6460486" y="244851"/>
                <a:ext cx="186120" cy="1800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1D3B76A-706B-469C-B1D3-D0C328C535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42486" y="226851"/>
                  <a:ext cx="221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A24E447-BCE9-4787-B642-443C69477FF5}"/>
                    </a:ext>
                  </a:extLst>
                </p14:cNvPr>
                <p14:cNvContentPartPr/>
                <p14:nvPr/>
              </p14:nvContentPartPr>
              <p14:xfrm>
                <a:off x="6510526" y="263211"/>
                <a:ext cx="310680" cy="2491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A24E447-BCE9-4787-B642-443C69477FF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92526" y="245571"/>
                  <a:ext cx="34632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4997ACF9-787E-4D5B-B622-CE3DEA4CFE78}"/>
                  </a:ext>
                </a:extLst>
              </p14:cNvPr>
              <p14:cNvContentPartPr/>
              <p14:nvPr/>
            </p14:nvContentPartPr>
            <p14:xfrm>
              <a:off x="263806" y="991491"/>
              <a:ext cx="660240" cy="284508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4997ACF9-787E-4D5B-B622-CE3DEA4CFE7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46166" y="973851"/>
                <a:ext cx="695880" cy="28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46C3E030-D00B-42DC-813F-2E73DC4EF770}"/>
                  </a:ext>
                </a:extLst>
              </p14:cNvPr>
              <p14:cNvContentPartPr/>
              <p14:nvPr/>
            </p14:nvContentPartPr>
            <p14:xfrm>
              <a:off x="1503286" y="3336891"/>
              <a:ext cx="394920" cy="61056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46C3E030-D00B-42DC-813F-2E73DC4EF77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485286" y="3319251"/>
                <a:ext cx="430560" cy="64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919B74C8-8D53-4D64-9DC1-D593588060C1}"/>
              </a:ext>
            </a:extLst>
          </p:cNvPr>
          <p:cNvGrpSpPr/>
          <p:nvPr/>
        </p:nvGrpSpPr>
        <p:grpSpPr>
          <a:xfrm>
            <a:off x="267766" y="4430931"/>
            <a:ext cx="1635480" cy="523800"/>
            <a:chOff x="267766" y="4430931"/>
            <a:chExt cx="16354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7E8D355-3697-4610-9DB7-7D2344195B42}"/>
                    </a:ext>
                  </a:extLst>
                </p14:cNvPr>
                <p14:cNvContentPartPr/>
                <p14:nvPr/>
              </p14:nvContentPartPr>
              <p14:xfrm>
                <a:off x="267766" y="4632171"/>
                <a:ext cx="129960" cy="32256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7E8D355-3697-4610-9DB7-7D2344195B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9766" y="4614531"/>
                  <a:ext cx="1656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41C3320-195E-445D-A831-53A69BFB44D0}"/>
                    </a:ext>
                  </a:extLst>
                </p14:cNvPr>
                <p14:cNvContentPartPr/>
                <p14:nvPr/>
              </p14:nvContentPartPr>
              <p14:xfrm>
                <a:off x="489886" y="4745571"/>
                <a:ext cx="135000" cy="1645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41C3320-195E-445D-A831-53A69BFB44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2246" y="4727571"/>
                  <a:ext cx="170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C8070911-3F5B-4F78-B30D-D747B1AA49AF}"/>
                    </a:ext>
                  </a:extLst>
                </p14:cNvPr>
                <p14:cNvContentPartPr/>
                <p14:nvPr/>
              </p14:nvContentPartPr>
              <p14:xfrm>
                <a:off x="789406" y="4803891"/>
                <a:ext cx="140760" cy="5760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C8070911-3F5B-4F78-B30D-D747B1AA49A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71766" y="4785891"/>
                  <a:ext cx="176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FE993A56-6460-436C-A29B-C120DD323281}"/>
                    </a:ext>
                  </a:extLst>
                </p14:cNvPr>
                <p14:cNvContentPartPr/>
                <p14:nvPr/>
              </p14:nvContentPartPr>
              <p14:xfrm>
                <a:off x="776086" y="4724691"/>
                <a:ext cx="160560" cy="90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FE993A56-6460-436C-A29B-C120DD3232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8086" y="4706691"/>
                  <a:ext cx="19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95145BE7-A323-4478-BF36-A2F60B35A1EA}"/>
                    </a:ext>
                  </a:extLst>
                </p14:cNvPr>
                <p14:cNvContentPartPr/>
                <p14:nvPr/>
              </p14:nvContentPartPr>
              <p14:xfrm>
                <a:off x="1042846" y="4547571"/>
                <a:ext cx="179640" cy="33660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95145BE7-A323-4478-BF36-A2F60B35A1E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4846" y="4529571"/>
                  <a:ext cx="2152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F67F5EE8-4159-4D50-A731-AD63BC794503}"/>
                    </a:ext>
                  </a:extLst>
                </p14:cNvPr>
                <p14:cNvContentPartPr/>
                <p14:nvPr/>
              </p14:nvContentPartPr>
              <p14:xfrm>
                <a:off x="1147606" y="4430931"/>
                <a:ext cx="257040" cy="3884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F67F5EE8-4159-4D50-A731-AD63BC79450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29606" y="4413291"/>
                  <a:ext cx="2926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681DB54-2A38-4ED3-8708-662605B95D7D}"/>
                    </a:ext>
                  </a:extLst>
                </p14:cNvPr>
                <p14:cNvContentPartPr/>
                <p14:nvPr/>
              </p14:nvContentPartPr>
              <p14:xfrm>
                <a:off x="1555486" y="4725771"/>
                <a:ext cx="15480" cy="6228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681DB54-2A38-4ED3-8708-662605B95D7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37486" y="4707771"/>
                  <a:ext cx="51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473AE856-4D4E-411E-8F17-BB0B0C03FAAC}"/>
                    </a:ext>
                  </a:extLst>
                </p14:cNvPr>
                <p14:cNvContentPartPr/>
                <p14:nvPr/>
              </p14:nvContentPartPr>
              <p14:xfrm>
                <a:off x="1604086" y="4437771"/>
                <a:ext cx="236160" cy="464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473AE856-4D4E-411E-8F17-BB0B0C03FAA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86446" y="4419771"/>
                  <a:ext cx="271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26C88A77-D688-4EF1-8D98-DB26AD1A8467}"/>
                    </a:ext>
                  </a:extLst>
                </p14:cNvPr>
                <p14:cNvContentPartPr/>
                <p14:nvPr/>
              </p14:nvContentPartPr>
              <p14:xfrm>
                <a:off x="1705246" y="4469451"/>
                <a:ext cx="198000" cy="29412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26C88A77-D688-4EF1-8D98-DB26AD1A846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87606" y="4451451"/>
                  <a:ext cx="2336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124DED4-65E3-4742-A274-D1D67E9C207C}"/>
                    </a:ext>
                  </a:extLst>
                </p14:cNvPr>
                <p14:cNvContentPartPr/>
                <p14:nvPr/>
              </p14:nvContentPartPr>
              <p14:xfrm>
                <a:off x="1493566" y="4752771"/>
                <a:ext cx="72720" cy="576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124DED4-65E3-4742-A274-D1D67E9C20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75566" y="4735131"/>
                  <a:ext cx="10836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5DAC175F-0BA0-452D-BB90-537F89CADF61}"/>
                  </a:ext>
                </a:extLst>
              </p14:cNvPr>
              <p14:cNvContentPartPr/>
              <p14:nvPr/>
            </p14:nvContentPartPr>
            <p14:xfrm>
              <a:off x="1433446" y="2676651"/>
              <a:ext cx="360" cy="36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5DAC175F-0BA0-452D-BB90-537F89CADF6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415806" y="265865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Agrupar 87">
            <a:extLst>
              <a:ext uri="{FF2B5EF4-FFF2-40B4-BE49-F238E27FC236}">
                <a16:creationId xmlns:a16="http://schemas.microsoft.com/office/drawing/2014/main" id="{E62069C4-5D24-4461-9EEE-170C8EE91029}"/>
              </a:ext>
            </a:extLst>
          </p:cNvPr>
          <p:cNvGrpSpPr/>
          <p:nvPr/>
        </p:nvGrpSpPr>
        <p:grpSpPr>
          <a:xfrm>
            <a:off x="261646" y="5310771"/>
            <a:ext cx="1410840" cy="435960"/>
            <a:chOff x="261646" y="5310771"/>
            <a:chExt cx="141084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E7872F40-1E5E-4FA8-B7E6-15006F1F2191}"/>
                    </a:ext>
                  </a:extLst>
                </p14:cNvPr>
                <p14:cNvContentPartPr/>
                <p14:nvPr/>
              </p14:nvContentPartPr>
              <p14:xfrm>
                <a:off x="261646" y="5438571"/>
                <a:ext cx="191160" cy="30816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E7872F40-1E5E-4FA8-B7E6-15006F1F219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3646" y="5420571"/>
                  <a:ext cx="2268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99AADC1-C4A6-4490-A220-CA7C7C09D206}"/>
                    </a:ext>
                  </a:extLst>
                </p14:cNvPr>
                <p14:cNvContentPartPr/>
                <p14:nvPr/>
              </p14:nvContentPartPr>
              <p14:xfrm>
                <a:off x="562606" y="5578251"/>
                <a:ext cx="173160" cy="324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99AADC1-C4A6-4490-A220-CA7C7C09D2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44966" y="5560251"/>
                  <a:ext cx="208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7FA5F8EF-41F3-4978-AC70-2B1A11532935}"/>
                    </a:ext>
                  </a:extLst>
                </p14:cNvPr>
                <p14:cNvContentPartPr/>
                <p14:nvPr/>
              </p14:nvContentPartPr>
              <p14:xfrm>
                <a:off x="848806" y="5363691"/>
                <a:ext cx="182880" cy="29124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7FA5F8EF-41F3-4978-AC70-2B1A1153293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0806" y="5346051"/>
                  <a:ext cx="2185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CE7D199-E7B2-4CFD-8079-6D88E8B24D1D}"/>
                    </a:ext>
                  </a:extLst>
                </p14:cNvPr>
                <p14:cNvContentPartPr/>
                <p14:nvPr/>
              </p14:nvContentPartPr>
              <p14:xfrm>
                <a:off x="1097566" y="5488971"/>
                <a:ext cx="10080" cy="16740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CE7D199-E7B2-4CFD-8079-6D88E8B24D1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9566" y="5471331"/>
                  <a:ext cx="45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AA5F0C7A-BE51-482E-AC44-F7ECD9DFA403}"/>
                    </a:ext>
                  </a:extLst>
                </p14:cNvPr>
                <p14:cNvContentPartPr/>
                <p14:nvPr/>
              </p14:nvContentPartPr>
              <p14:xfrm>
                <a:off x="1150126" y="5310771"/>
                <a:ext cx="145800" cy="29520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AA5F0C7A-BE51-482E-AC44-F7ECD9DFA40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32126" y="5293131"/>
                  <a:ext cx="181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3B30ADB3-6595-4423-8745-B20896DD6C0C}"/>
                    </a:ext>
                  </a:extLst>
                </p14:cNvPr>
                <p14:cNvContentPartPr/>
                <p14:nvPr/>
              </p14:nvContentPartPr>
              <p14:xfrm>
                <a:off x="1192966" y="5492211"/>
                <a:ext cx="188640" cy="356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3B30ADB3-6595-4423-8745-B20896DD6C0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74966" y="5474571"/>
                  <a:ext cx="224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0610CE3-24A0-42DC-9116-CB0AE6A0C703}"/>
                    </a:ext>
                  </a:extLst>
                </p14:cNvPr>
                <p14:cNvContentPartPr/>
                <p14:nvPr/>
              </p14:nvContentPartPr>
              <p14:xfrm>
                <a:off x="1477726" y="5486811"/>
                <a:ext cx="194760" cy="399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0610CE3-24A0-42DC-9116-CB0AE6A0C70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459726" y="5468811"/>
                  <a:ext cx="2304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C8AF13BD-B474-4B31-B4BE-5DBF645265CC}"/>
              </a:ext>
            </a:extLst>
          </p:cNvPr>
          <p:cNvGrpSpPr/>
          <p:nvPr/>
        </p:nvGrpSpPr>
        <p:grpSpPr>
          <a:xfrm>
            <a:off x="1123126" y="5962011"/>
            <a:ext cx="374400" cy="258840"/>
            <a:chOff x="1123126" y="5962011"/>
            <a:chExt cx="37440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9F30C4BB-8FC5-4250-94EA-A77F503693AD}"/>
                    </a:ext>
                  </a:extLst>
                </p14:cNvPr>
                <p14:cNvContentPartPr/>
                <p14:nvPr/>
              </p14:nvContentPartPr>
              <p14:xfrm>
                <a:off x="1123126" y="5962011"/>
                <a:ext cx="264240" cy="273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9F30C4BB-8FC5-4250-94EA-A77F503693A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5486" y="5944371"/>
                  <a:ext cx="299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30F6A45-6B54-4B42-81CD-A0CF541D7352}"/>
                    </a:ext>
                  </a:extLst>
                </p14:cNvPr>
                <p14:cNvContentPartPr/>
                <p14:nvPr/>
              </p14:nvContentPartPr>
              <p14:xfrm>
                <a:off x="1213126" y="5967411"/>
                <a:ext cx="284400" cy="25344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30F6A45-6B54-4B42-81CD-A0CF541D735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95126" y="5949771"/>
                  <a:ext cx="32004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AF98AA09-480C-40BA-8FC6-0B116B5288A2}"/>
              </a:ext>
            </a:extLst>
          </p:cNvPr>
          <p:cNvGrpSpPr/>
          <p:nvPr/>
        </p:nvGrpSpPr>
        <p:grpSpPr>
          <a:xfrm>
            <a:off x="1738006" y="5067411"/>
            <a:ext cx="2277000" cy="1177920"/>
            <a:chOff x="1738006" y="5067411"/>
            <a:chExt cx="2277000" cy="11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63CD2100-938F-43F8-9DA1-643F737F53B7}"/>
                    </a:ext>
                  </a:extLst>
                </p14:cNvPr>
                <p14:cNvContentPartPr/>
                <p14:nvPr/>
              </p14:nvContentPartPr>
              <p14:xfrm>
                <a:off x="1795246" y="5150211"/>
                <a:ext cx="165240" cy="35928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63CD2100-938F-43F8-9DA1-643F737F53B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77606" y="5132211"/>
                  <a:ext cx="200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062A51EC-9AFD-469E-8D22-E963C0EEFD18}"/>
                    </a:ext>
                  </a:extLst>
                </p14:cNvPr>
                <p14:cNvContentPartPr/>
                <p14:nvPr/>
              </p14:nvContentPartPr>
              <p14:xfrm>
                <a:off x="1967686" y="5094771"/>
                <a:ext cx="208080" cy="43992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062A51EC-9AFD-469E-8D22-E963C0EEFD1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49686" y="5076771"/>
                  <a:ext cx="24372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BD79F854-1071-426C-A4C4-231809DDC3FB}"/>
                    </a:ext>
                  </a:extLst>
                </p14:cNvPr>
                <p14:cNvContentPartPr/>
                <p14:nvPr/>
              </p14:nvContentPartPr>
              <p14:xfrm>
                <a:off x="2214646" y="5470251"/>
                <a:ext cx="360" cy="3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BD79F854-1071-426C-A4C4-231809DDC3F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196646" y="545261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5A0B5717-67C4-4699-A0F9-34BDF8C1D4AB}"/>
                    </a:ext>
                  </a:extLst>
                </p14:cNvPr>
                <p14:cNvContentPartPr/>
                <p14:nvPr/>
              </p14:nvContentPartPr>
              <p14:xfrm>
                <a:off x="2229046" y="5157051"/>
                <a:ext cx="225360" cy="1440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5A0B5717-67C4-4699-A0F9-34BDF8C1D4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11406" y="5139051"/>
                  <a:ext cx="261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5B9538F9-85B2-45DE-AED6-9F68C1B00746}"/>
                    </a:ext>
                  </a:extLst>
                </p14:cNvPr>
                <p14:cNvContentPartPr/>
                <p14:nvPr/>
              </p14:nvContentPartPr>
              <p14:xfrm>
                <a:off x="2290246" y="5183331"/>
                <a:ext cx="291240" cy="32976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5B9538F9-85B2-45DE-AED6-9F68C1B0074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72606" y="5165331"/>
                  <a:ext cx="326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3FB38FE7-624F-4B80-AC56-FF65E14CCA66}"/>
                    </a:ext>
                  </a:extLst>
                </p14:cNvPr>
                <p14:cNvContentPartPr/>
                <p14:nvPr/>
              </p14:nvContentPartPr>
              <p14:xfrm>
                <a:off x="2728006" y="5397891"/>
                <a:ext cx="195120" cy="2484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3FB38FE7-624F-4B80-AC56-FF65E14CCA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10006" y="5379891"/>
                  <a:ext cx="230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A21743BB-3F3A-40B9-9726-5D006C311090}"/>
                    </a:ext>
                  </a:extLst>
                </p14:cNvPr>
                <p14:cNvContentPartPr/>
                <p14:nvPr/>
              </p14:nvContentPartPr>
              <p14:xfrm>
                <a:off x="2698486" y="5274411"/>
                <a:ext cx="296280" cy="6624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A21743BB-3F3A-40B9-9726-5D006C3110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80846" y="5256771"/>
                  <a:ext cx="331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1A63F1AB-19A2-4F54-B318-C858AF19A149}"/>
                    </a:ext>
                  </a:extLst>
                </p14:cNvPr>
                <p14:cNvContentPartPr/>
                <p14:nvPr/>
              </p14:nvContentPartPr>
              <p14:xfrm>
                <a:off x="3055966" y="5067411"/>
                <a:ext cx="366840" cy="32400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1A63F1AB-19A2-4F54-B318-C858AF19A1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37966" y="5049771"/>
                  <a:ext cx="4024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1F5B29F8-CBAE-4CA2-989F-DE0257281515}"/>
                    </a:ext>
                  </a:extLst>
                </p14:cNvPr>
                <p14:cNvContentPartPr/>
                <p14:nvPr/>
              </p14:nvContentPartPr>
              <p14:xfrm>
                <a:off x="1791646" y="6069651"/>
                <a:ext cx="223920" cy="7200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1F5B29F8-CBAE-4CA2-989F-DE025728151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74006" y="6052011"/>
                  <a:ext cx="259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957BF64E-0AD3-4EC8-B427-8EEFF4FA8DE6}"/>
                    </a:ext>
                  </a:extLst>
                </p14:cNvPr>
                <p14:cNvContentPartPr/>
                <p14:nvPr/>
              </p14:nvContentPartPr>
              <p14:xfrm>
                <a:off x="1738006" y="6011691"/>
                <a:ext cx="233640" cy="324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957BF64E-0AD3-4EC8-B427-8EEFF4FA8D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20006" y="5993691"/>
                  <a:ext cx="269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0316279E-1D27-4BEE-8973-FF73ABFE269A}"/>
                    </a:ext>
                  </a:extLst>
                </p14:cNvPr>
                <p14:cNvContentPartPr/>
                <p14:nvPr/>
              </p14:nvContentPartPr>
              <p14:xfrm>
                <a:off x="2405806" y="5783451"/>
                <a:ext cx="259200" cy="27576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0316279E-1D27-4BEE-8973-FF73ABFE26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88166" y="5765451"/>
                  <a:ext cx="294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C057E0E3-11DD-4DD2-9A55-68C92D542925}"/>
                    </a:ext>
                  </a:extLst>
                </p14:cNvPr>
                <p14:cNvContentPartPr/>
                <p14:nvPr/>
              </p14:nvContentPartPr>
              <p14:xfrm>
                <a:off x="2769406" y="5957691"/>
                <a:ext cx="24840" cy="12564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C057E0E3-11DD-4DD2-9A55-68C92D5429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51766" y="5939691"/>
                  <a:ext cx="60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789EDA91-1506-4A5F-82FF-365887A8A005}"/>
                    </a:ext>
                  </a:extLst>
                </p14:cNvPr>
                <p14:cNvContentPartPr/>
                <p14:nvPr/>
              </p14:nvContentPartPr>
              <p14:xfrm>
                <a:off x="2908726" y="5738451"/>
                <a:ext cx="164880" cy="199800"/>
              </p14:xfrm>
            </p:contentPart>
          </mc:Choice>
          <mc:Fallback xmlns=""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789EDA91-1506-4A5F-82FF-365887A8A0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91086" y="5720451"/>
                  <a:ext cx="200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E939040C-51D8-4229-B24A-C4809DE12EF1}"/>
                    </a:ext>
                  </a:extLst>
                </p14:cNvPr>
                <p14:cNvContentPartPr/>
                <p14:nvPr/>
              </p14:nvContentPartPr>
              <p14:xfrm>
                <a:off x="3131206" y="5735211"/>
                <a:ext cx="383040" cy="17100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E939040C-51D8-4229-B24A-C4809DE12EF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13206" y="5717211"/>
                  <a:ext cx="418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A89C164C-B7DD-4BEE-9A0C-EBF10475FE3B}"/>
                    </a:ext>
                  </a:extLst>
                </p14:cNvPr>
                <p14:cNvContentPartPr/>
                <p14:nvPr/>
              </p14:nvContentPartPr>
              <p14:xfrm>
                <a:off x="3518926" y="5712531"/>
                <a:ext cx="177120" cy="205200"/>
              </p14:xfrm>
            </p:contentPart>
          </mc:Choice>
          <mc:Fallback xmlns=""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A89C164C-B7DD-4BEE-9A0C-EBF10475FE3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01286" y="5694531"/>
                  <a:ext cx="212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B14FC3B8-E4DB-4BA3-AB35-4C40128EEB8C}"/>
                    </a:ext>
                  </a:extLst>
                </p14:cNvPr>
                <p14:cNvContentPartPr/>
                <p14:nvPr/>
              </p14:nvContentPartPr>
              <p14:xfrm>
                <a:off x="3539446" y="5707851"/>
                <a:ext cx="198360" cy="69840"/>
              </p14:xfrm>
            </p:contentPart>
          </mc:Choice>
          <mc:Fallback xmlns=""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B14FC3B8-E4DB-4BA3-AB35-4C40128EEB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21446" y="5690211"/>
                  <a:ext cx="234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2B1F69F1-EE16-4FB6-ACFD-70970055A809}"/>
                    </a:ext>
                  </a:extLst>
                </p14:cNvPr>
                <p14:cNvContentPartPr/>
                <p14:nvPr/>
              </p14:nvContentPartPr>
              <p14:xfrm>
                <a:off x="3558526" y="5521011"/>
                <a:ext cx="456480" cy="724320"/>
              </p14:xfrm>
            </p:contentPart>
          </mc:Choice>
          <mc:Fallback xmlns=""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2B1F69F1-EE16-4FB6-ACFD-70970055A8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40886" y="5503011"/>
                  <a:ext cx="492120" cy="75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CCC6D8AD-6D4E-4F43-8FC0-F28973E87769}"/>
                  </a:ext>
                </a:extLst>
              </p14:cNvPr>
              <p14:cNvContentPartPr/>
              <p14:nvPr/>
            </p14:nvContentPartPr>
            <p14:xfrm>
              <a:off x="2344606" y="4651971"/>
              <a:ext cx="191520" cy="2016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CCC6D8AD-6D4E-4F43-8FC0-F28973E8776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26966" y="4634331"/>
                <a:ext cx="2271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C3EF32F3-BD56-4EE7-B9E4-202429C8A919}"/>
                  </a:ext>
                </a:extLst>
              </p14:cNvPr>
              <p14:cNvContentPartPr/>
              <p14:nvPr/>
            </p14:nvContentPartPr>
            <p14:xfrm>
              <a:off x="2296366" y="4590411"/>
              <a:ext cx="217800" cy="360"/>
            </p14:xfrm>
          </p:contentPart>
        </mc:Choice>
        <mc:Fallback xmlns=""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C3EF32F3-BD56-4EE7-B9E4-202429C8A91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278726" y="4572771"/>
                <a:ext cx="253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0CFB9A5A-EC7C-4FC0-95AF-7C18973D13E1}"/>
                  </a:ext>
                </a:extLst>
              </p14:cNvPr>
              <p14:cNvContentPartPr/>
              <p14:nvPr/>
            </p14:nvContentPartPr>
            <p14:xfrm>
              <a:off x="2702446" y="4360371"/>
              <a:ext cx="206640" cy="343440"/>
            </p14:xfrm>
          </p:contentPart>
        </mc:Choice>
        <mc:Fallback xmlns=""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0CFB9A5A-EC7C-4FC0-95AF-7C18973D13E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684806" y="4342371"/>
                <a:ext cx="2422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3EC19160-6E86-4547-90F4-C1E151B93716}"/>
                  </a:ext>
                </a:extLst>
              </p14:cNvPr>
              <p14:cNvContentPartPr/>
              <p14:nvPr/>
            </p14:nvContentPartPr>
            <p14:xfrm>
              <a:off x="2913766" y="4258131"/>
              <a:ext cx="273960" cy="40644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3EC19160-6E86-4547-90F4-C1E151B9371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895766" y="4240491"/>
                <a:ext cx="30960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E55D0BDF-2D1F-47AE-BA71-9B465565E95A}"/>
                  </a:ext>
                </a:extLst>
              </p14:cNvPr>
              <p14:cNvContentPartPr/>
              <p14:nvPr/>
            </p14:nvContentPartPr>
            <p14:xfrm>
              <a:off x="3286366" y="4609131"/>
              <a:ext cx="13680" cy="468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E55D0BDF-2D1F-47AE-BA71-9B465565E95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268726" y="4591491"/>
                <a:ext cx="49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5464FBFD-9160-46D9-B69D-D47C75CA2E0F}"/>
                  </a:ext>
                </a:extLst>
              </p14:cNvPr>
              <p14:cNvContentPartPr/>
              <p14:nvPr/>
            </p14:nvContentPartPr>
            <p14:xfrm>
              <a:off x="3338566" y="4365051"/>
              <a:ext cx="220320" cy="28080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5464FBFD-9160-46D9-B69D-D47C75CA2E0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320566" y="4347051"/>
                <a:ext cx="2559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C04037A5-318A-4955-BA23-52328E2AA50B}"/>
                  </a:ext>
                </a:extLst>
              </p14:cNvPr>
              <p14:cNvContentPartPr/>
              <p14:nvPr/>
            </p14:nvContentPartPr>
            <p14:xfrm>
              <a:off x="3611446" y="4567371"/>
              <a:ext cx="9000" cy="171000"/>
            </p14:xfrm>
          </p:contentPart>
        </mc:Choice>
        <mc:Fallback xmlns=""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C04037A5-318A-4955-BA23-52328E2AA50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93806" y="4549371"/>
                <a:ext cx="446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9C34696B-9F1A-4F78-8074-E2C6A08788A9}"/>
                  </a:ext>
                </a:extLst>
              </p14:cNvPr>
              <p14:cNvContentPartPr/>
              <p14:nvPr/>
            </p14:nvContentPartPr>
            <p14:xfrm>
              <a:off x="3760486" y="4414371"/>
              <a:ext cx="208080" cy="27144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9C34696B-9F1A-4F78-8074-E2C6A08788A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42846" y="4396731"/>
                <a:ext cx="24372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D5DDECAC-67BD-481F-BD57-AE902C9016D6}"/>
              </a:ext>
            </a:extLst>
          </p:cNvPr>
          <p:cNvGrpSpPr/>
          <p:nvPr/>
        </p:nvGrpSpPr>
        <p:grpSpPr>
          <a:xfrm>
            <a:off x="4018606" y="4115211"/>
            <a:ext cx="1909080" cy="941040"/>
            <a:chOff x="4018606" y="4115211"/>
            <a:chExt cx="1909080" cy="94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2C48FD6E-6AFE-4B35-A800-7DC3CFD4208C}"/>
                    </a:ext>
                  </a:extLst>
                </p14:cNvPr>
                <p14:cNvContentPartPr/>
                <p14:nvPr/>
              </p14:nvContentPartPr>
              <p14:xfrm>
                <a:off x="4018606" y="4438491"/>
                <a:ext cx="368280" cy="1897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2C48FD6E-6AFE-4B35-A800-7DC3CFD4208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00606" y="4420851"/>
                  <a:ext cx="40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DE388961-6E61-4A86-878D-D4311A1D3F81}"/>
                    </a:ext>
                  </a:extLst>
                </p14:cNvPr>
                <p14:cNvContentPartPr/>
                <p14:nvPr/>
              </p14:nvContentPartPr>
              <p14:xfrm>
                <a:off x="4597846" y="4555131"/>
                <a:ext cx="162720" cy="1584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DE388961-6E61-4A86-878D-D4311A1D3F8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79846" y="4537491"/>
                  <a:ext cx="198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DF294C9B-BB84-4D9F-950A-016F92919FEF}"/>
                    </a:ext>
                  </a:extLst>
                </p14:cNvPr>
                <p14:cNvContentPartPr/>
                <p14:nvPr/>
              </p14:nvContentPartPr>
              <p14:xfrm>
                <a:off x="4597846" y="4466211"/>
                <a:ext cx="174960" cy="100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DF294C9B-BB84-4D9F-950A-016F92919F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9846" y="4448211"/>
                  <a:ext cx="210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2456FE41-87DD-4DE4-B2AC-F4611882E82B}"/>
                    </a:ext>
                  </a:extLst>
                </p14:cNvPr>
                <p14:cNvContentPartPr/>
                <p14:nvPr/>
              </p14:nvContentPartPr>
              <p14:xfrm>
                <a:off x="4932646" y="4243371"/>
                <a:ext cx="201960" cy="33876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2456FE41-87DD-4DE4-B2AC-F4611882E8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15006" y="4225731"/>
                  <a:ext cx="2376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38E4B49B-2FF0-4956-815C-21AEAB602CDB}"/>
                    </a:ext>
                  </a:extLst>
                </p14:cNvPr>
                <p14:cNvContentPartPr/>
                <p14:nvPr/>
              </p14:nvContentPartPr>
              <p14:xfrm>
                <a:off x="5170966" y="4467291"/>
                <a:ext cx="360" cy="17856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38E4B49B-2FF0-4956-815C-21AEAB602CD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53326" y="4449291"/>
                  <a:ext cx="36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3746BC5-5712-4E2A-B9CB-4DF681CAB885}"/>
                    </a:ext>
                  </a:extLst>
                </p14:cNvPr>
                <p14:cNvContentPartPr/>
                <p14:nvPr/>
              </p14:nvContentPartPr>
              <p14:xfrm>
                <a:off x="5236846" y="4276851"/>
                <a:ext cx="187560" cy="27540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3746BC5-5712-4E2A-B9CB-4DF681CAB8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19206" y="4259211"/>
                  <a:ext cx="2232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CFF33A0F-410F-41B8-AA41-B0F068D579F4}"/>
                    </a:ext>
                  </a:extLst>
                </p14:cNvPr>
                <p14:cNvContentPartPr/>
                <p14:nvPr/>
              </p14:nvContentPartPr>
              <p14:xfrm>
                <a:off x="5424766" y="4290531"/>
                <a:ext cx="252720" cy="23976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CFF33A0F-410F-41B8-AA41-B0F068D579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06766" y="4272531"/>
                  <a:ext cx="2883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A4D8BD77-AAF5-43FD-B68B-7191F5E10C7A}"/>
                    </a:ext>
                  </a:extLst>
                </p14:cNvPr>
                <p14:cNvContentPartPr/>
                <p14:nvPr/>
              </p14:nvContentPartPr>
              <p14:xfrm>
                <a:off x="5442406" y="4115211"/>
                <a:ext cx="467280" cy="84492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A4D8BD77-AAF5-43FD-B68B-7191F5E10C7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24406" y="4097571"/>
                  <a:ext cx="50292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E1AE4D0E-6FA9-4E43-B186-18CEEA856183}"/>
                    </a:ext>
                  </a:extLst>
                </p14:cNvPr>
                <p14:cNvContentPartPr/>
                <p14:nvPr/>
              </p14:nvContentPartPr>
              <p14:xfrm>
                <a:off x="5453206" y="4720371"/>
                <a:ext cx="474480" cy="3358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E1AE4D0E-6FA9-4E43-B186-18CEEA85618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35566" y="4702371"/>
                  <a:ext cx="5101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BFD1F2AC-F9DB-4A43-8B4F-77615E459BC7}"/>
              </a:ext>
            </a:extLst>
          </p:cNvPr>
          <p:cNvGrpSpPr/>
          <p:nvPr/>
        </p:nvGrpSpPr>
        <p:grpSpPr>
          <a:xfrm>
            <a:off x="584206" y="1861611"/>
            <a:ext cx="704160" cy="814680"/>
            <a:chOff x="584206" y="1861611"/>
            <a:chExt cx="704160" cy="8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29561ACE-6FA3-4598-9DBA-45A714A98738}"/>
                    </a:ext>
                  </a:extLst>
                </p14:cNvPr>
                <p14:cNvContentPartPr/>
                <p14:nvPr/>
              </p14:nvContentPartPr>
              <p14:xfrm>
                <a:off x="584206" y="1918851"/>
                <a:ext cx="346680" cy="7574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29561ACE-6FA3-4598-9DBA-45A714A987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6206" y="1900851"/>
                  <a:ext cx="38232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BC87E2F8-BB40-4B59-967B-A1C5DE75720C}"/>
                    </a:ext>
                  </a:extLst>
                </p14:cNvPr>
                <p14:cNvContentPartPr/>
                <p14:nvPr/>
              </p14:nvContentPartPr>
              <p14:xfrm>
                <a:off x="954646" y="1929651"/>
                <a:ext cx="123120" cy="11520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BC87E2F8-BB40-4B59-967B-A1C5DE7572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6646" y="1912011"/>
                  <a:ext cx="158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0B83776C-B2B3-44BB-8DB9-E3199DE3A83A}"/>
                    </a:ext>
                  </a:extLst>
                </p14:cNvPr>
                <p14:cNvContentPartPr/>
                <p14:nvPr/>
              </p14:nvContentPartPr>
              <p14:xfrm>
                <a:off x="1119526" y="1983651"/>
                <a:ext cx="7560" cy="12348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0B83776C-B2B3-44BB-8DB9-E3199DE3A83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1526" y="1966011"/>
                  <a:ext cx="43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12A4B434-AC10-4544-A557-96D239540D7E}"/>
                    </a:ext>
                  </a:extLst>
                </p14:cNvPr>
                <p14:cNvContentPartPr/>
                <p14:nvPr/>
              </p14:nvContentPartPr>
              <p14:xfrm>
                <a:off x="1162366" y="1861611"/>
                <a:ext cx="109440" cy="18648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12A4B434-AC10-4544-A557-96D239540D7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44366" y="1843611"/>
                  <a:ext cx="145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BFAB5445-05A9-4336-BAAD-EBD9AA45AA2A}"/>
                    </a:ext>
                  </a:extLst>
                </p14:cNvPr>
                <p14:cNvContentPartPr/>
                <p14:nvPr/>
              </p14:nvContentPartPr>
              <p14:xfrm>
                <a:off x="1197646" y="1983651"/>
                <a:ext cx="90720" cy="1476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BFAB5445-05A9-4336-BAAD-EBD9AA45AA2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80006" y="1965651"/>
                  <a:ext cx="1263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F10BAA2E-9BCA-4C11-9913-FBDCC98EA969}"/>
                  </a:ext>
                </a:extLst>
              </p14:cNvPr>
              <p14:cNvContentPartPr/>
              <p14:nvPr/>
            </p14:nvContentPartPr>
            <p14:xfrm>
              <a:off x="970126" y="3130971"/>
              <a:ext cx="164160" cy="28440"/>
            </p14:xfrm>
          </p:contentPart>
        </mc:Choice>
        <mc:Fallback xmlns=""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F10BAA2E-9BCA-4C11-9913-FBDCC98EA96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52126" y="3112971"/>
                <a:ext cx="1998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D902F078-17FA-4A0B-8279-CA9B7E620500}"/>
                  </a:ext>
                </a:extLst>
              </p14:cNvPr>
              <p14:cNvContentPartPr/>
              <p14:nvPr/>
            </p14:nvContentPartPr>
            <p14:xfrm>
              <a:off x="4143166" y="892491"/>
              <a:ext cx="3960" cy="360"/>
            </p14:xfrm>
          </p:contentPart>
        </mc:Choice>
        <mc:Fallback xmlns=""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D902F078-17FA-4A0B-8279-CA9B7E62050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125166" y="874851"/>
                <a:ext cx="396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65E97272-AC7A-4533-9599-8D07D57E2236}"/>
              </a:ext>
            </a:extLst>
          </p:cNvPr>
          <p:cNvGrpSpPr/>
          <p:nvPr/>
        </p:nvGrpSpPr>
        <p:grpSpPr>
          <a:xfrm>
            <a:off x="2509126" y="976731"/>
            <a:ext cx="744840" cy="653760"/>
            <a:chOff x="2509126" y="976731"/>
            <a:chExt cx="74484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942EAAA2-6040-43A7-9F84-ED493E894C47}"/>
                    </a:ext>
                  </a:extLst>
                </p14:cNvPr>
                <p14:cNvContentPartPr/>
                <p14:nvPr/>
              </p14:nvContentPartPr>
              <p14:xfrm>
                <a:off x="3100966" y="976731"/>
                <a:ext cx="153000" cy="65376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942EAAA2-6040-43A7-9F84-ED493E894C4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83326" y="958731"/>
                  <a:ext cx="1886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DDDFB853-F303-412D-A46E-CF7DDD71D5F3}"/>
                    </a:ext>
                  </a:extLst>
                </p14:cNvPr>
                <p14:cNvContentPartPr/>
                <p14:nvPr/>
              </p14:nvContentPartPr>
              <p14:xfrm>
                <a:off x="2509126" y="1063491"/>
                <a:ext cx="183960" cy="2196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DDDFB853-F303-412D-A46E-CF7DDD71D5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91126" y="1045851"/>
                  <a:ext cx="219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17824A33-AC82-415A-AB3C-8A90BB3CECD0}"/>
                    </a:ext>
                  </a:extLst>
                </p14:cNvPr>
                <p14:cNvContentPartPr/>
                <p14:nvPr/>
              </p14:nvContentPartPr>
              <p14:xfrm>
                <a:off x="2806126" y="1125771"/>
                <a:ext cx="6480" cy="17856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17824A33-AC82-415A-AB3C-8A90BB3CECD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88126" y="1107771"/>
                  <a:ext cx="42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D3A8CB85-F052-4B49-82A5-204345D9D4C1}"/>
                    </a:ext>
                  </a:extLst>
                </p14:cNvPr>
                <p14:cNvContentPartPr/>
                <p14:nvPr/>
              </p14:nvContentPartPr>
              <p14:xfrm>
                <a:off x="2812246" y="991491"/>
                <a:ext cx="138600" cy="20520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D3A8CB85-F052-4B49-82A5-204345D9D4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94246" y="973851"/>
                  <a:ext cx="174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AFAB8119-4381-46BB-ACFB-775CD6D7F442}"/>
                    </a:ext>
                  </a:extLst>
                </p14:cNvPr>
                <p14:cNvContentPartPr/>
                <p14:nvPr/>
              </p14:nvContentPartPr>
              <p14:xfrm>
                <a:off x="2842846" y="1122531"/>
                <a:ext cx="124920" cy="1692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AFAB8119-4381-46BB-ACFB-775CD6D7F4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24846" y="1104531"/>
                  <a:ext cx="1605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A136DCCB-432A-4174-9B6C-9830063A8130}"/>
              </a:ext>
            </a:extLst>
          </p:cNvPr>
          <p:cNvGrpSpPr/>
          <p:nvPr/>
        </p:nvGrpSpPr>
        <p:grpSpPr>
          <a:xfrm>
            <a:off x="2990446" y="1890051"/>
            <a:ext cx="698400" cy="831960"/>
            <a:chOff x="2990446" y="1890051"/>
            <a:chExt cx="698400" cy="8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AA167C0B-6B7D-4242-97BC-79C3A719B875}"/>
                    </a:ext>
                  </a:extLst>
                </p14:cNvPr>
                <p14:cNvContentPartPr/>
                <p14:nvPr/>
              </p14:nvContentPartPr>
              <p14:xfrm>
                <a:off x="2990446" y="1960611"/>
                <a:ext cx="337680" cy="7614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AA167C0B-6B7D-4242-97BC-79C3A719B8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72806" y="1942971"/>
                  <a:ext cx="37332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D4699AAE-A2DD-42DC-99D3-B9399BD55A4E}"/>
                    </a:ext>
                  </a:extLst>
                </p14:cNvPr>
                <p14:cNvContentPartPr/>
                <p14:nvPr/>
              </p14:nvContentPartPr>
              <p14:xfrm>
                <a:off x="3331366" y="1923891"/>
                <a:ext cx="135360" cy="15444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D4699AAE-A2DD-42DC-99D3-B9399BD55A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13366" y="1906251"/>
                  <a:ext cx="171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42B53D5-13CD-48CF-B528-BE0877085565}"/>
                    </a:ext>
                  </a:extLst>
                </p14:cNvPr>
                <p14:cNvContentPartPr/>
                <p14:nvPr/>
              </p14:nvContentPartPr>
              <p14:xfrm>
                <a:off x="3531886" y="1996971"/>
                <a:ext cx="30960" cy="10476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42B53D5-13CD-48CF-B528-BE087708556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14246" y="1978971"/>
                  <a:ext cx="66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9665A6BE-6171-40F3-911D-80B51C7A3EC9}"/>
                    </a:ext>
                  </a:extLst>
                </p14:cNvPr>
                <p14:cNvContentPartPr/>
                <p14:nvPr/>
              </p14:nvContentPartPr>
              <p14:xfrm>
                <a:off x="3520726" y="1890051"/>
                <a:ext cx="133920" cy="13536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9665A6BE-6171-40F3-911D-80B51C7A3EC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02726" y="1872051"/>
                  <a:ext cx="169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64F1E3BE-2937-42AD-BFF6-B1B0D1A655C9}"/>
                    </a:ext>
                  </a:extLst>
                </p14:cNvPr>
                <p14:cNvContentPartPr/>
                <p14:nvPr/>
              </p14:nvContentPartPr>
              <p14:xfrm>
                <a:off x="3582286" y="1925331"/>
                <a:ext cx="106560" cy="4860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64F1E3BE-2937-42AD-BFF6-B1B0D1A655C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64286" y="1907691"/>
                  <a:ext cx="1422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0CF20786-7E07-401B-A220-296CA309501D}"/>
              </a:ext>
            </a:extLst>
          </p:cNvPr>
          <p:cNvGrpSpPr/>
          <p:nvPr/>
        </p:nvGrpSpPr>
        <p:grpSpPr>
          <a:xfrm>
            <a:off x="4093126" y="1729491"/>
            <a:ext cx="631800" cy="1055880"/>
            <a:chOff x="4093126" y="1729491"/>
            <a:chExt cx="631800" cy="10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6C44CB7-E3A0-4883-B535-4DC66E5A608C}"/>
                    </a:ext>
                  </a:extLst>
                </p14:cNvPr>
                <p14:cNvContentPartPr/>
                <p14:nvPr/>
              </p14:nvContentPartPr>
              <p14:xfrm>
                <a:off x="4093126" y="1874931"/>
                <a:ext cx="291240" cy="91044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6C44CB7-E3A0-4883-B535-4DC66E5A60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75126" y="1857291"/>
                  <a:ext cx="32688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CEB556FB-AE0A-4DE5-AD7D-90C884417731}"/>
                    </a:ext>
                  </a:extLst>
                </p14:cNvPr>
                <p14:cNvContentPartPr/>
                <p14:nvPr/>
              </p14:nvContentPartPr>
              <p14:xfrm>
                <a:off x="4322446" y="1801491"/>
                <a:ext cx="203760" cy="21276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CEB556FB-AE0A-4DE5-AD7D-90C88441773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04806" y="1783491"/>
                  <a:ext cx="239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5BAA3771-9436-45AF-B1E9-D7B896C95A87}"/>
                    </a:ext>
                  </a:extLst>
                </p14:cNvPr>
                <p14:cNvContentPartPr/>
                <p14:nvPr/>
              </p14:nvContentPartPr>
              <p14:xfrm>
                <a:off x="4578406" y="1885731"/>
                <a:ext cx="29520" cy="15120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5BAA3771-9436-45AF-B1E9-D7B896C95A8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60406" y="1868091"/>
                  <a:ext cx="65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2BF22B7D-561B-4B3B-9141-2EA6EF630B84}"/>
                    </a:ext>
                  </a:extLst>
                </p14:cNvPr>
                <p14:cNvContentPartPr/>
                <p14:nvPr/>
              </p14:nvContentPartPr>
              <p14:xfrm>
                <a:off x="4594246" y="1729491"/>
                <a:ext cx="119880" cy="19476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2BF22B7D-561B-4B3B-9141-2EA6EF630B8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76606" y="1711851"/>
                  <a:ext cx="155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205907C0-98DC-46A5-816A-F53E82FB3DA3}"/>
                    </a:ext>
                  </a:extLst>
                </p14:cNvPr>
                <p14:cNvContentPartPr/>
                <p14:nvPr/>
              </p14:nvContentPartPr>
              <p14:xfrm>
                <a:off x="4630966" y="1830651"/>
                <a:ext cx="93960" cy="3780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205907C0-98DC-46A5-816A-F53E82FB3DA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12966" y="1813011"/>
                  <a:ext cx="1296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D3D08D34-2ADA-4C38-A5FC-8944F9550570}"/>
              </a:ext>
            </a:extLst>
          </p:cNvPr>
          <p:cNvGrpSpPr/>
          <p:nvPr/>
        </p:nvGrpSpPr>
        <p:grpSpPr>
          <a:xfrm>
            <a:off x="7240246" y="2951691"/>
            <a:ext cx="303480" cy="485640"/>
            <a:chOff x="7240246" y="2951691"/>
            <a:chExt cx="30348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714ECE44-A075-4E04-BD50-EECA7FC2039B}"/>
                    </a:ext>
                  </a:extLst>
                </p14:cNvPr>
                <p14:cNvContentPartPr/>
                <p14:nvPr/>
              </p14:nvContentPartPr>
              <p14:xfrm>
                <a:off x="7240246" y="2951691"/>
                <a:ext cx="264240" cy="24552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714ECE44-A075-4E04-BD50-EECA7FC2039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22246" y="2933691"/>
                  <a:ext cx="299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0EE4E605-D108-42F3-A69B-EC443CBFE81B}"/>
                    </a:ext>
                  </a:extLst>
                </p14:cNvPr>
                <p14:cNvContentPartPr/>
                <p14:nvPr/>
              </p14:nvContentPartPr>
              <p14:xfrm>
                <a:off x="7278046" y="3287211"/>
                <a:ext cx="196560" cy="720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0EE4E605-D108-42F3-A69B-EC443CBFE81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60046" y="3269211"/>
                  <a:ext cx="232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BD3C12EE-E3AB-463F-B486-245ACF3E696B}"/>
                    </a:ext>
                  </a:extLst>
                </p14:cNvPr>
                <p14:cNvContentPartPr/>
                <p14:nvPr/>
              </p14:nvContentPartPr>
              <p14:xfrm>
                <a:off x="7377766" y="3293691"/>
                <a:ext cx="165960" cy="14364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BD3C12EE-E3AB-463F-B486-245ACF3E69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359766" y="3275691"/>
                  <a:ext cx="2016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33" name="Tinta 232">
                <a:extLst>
                  <a:ext uri="{FF2B5EF4-FFF2-40B4-BE49-F238E27FC236}">
                    <a16:creationId xmlns:a16="http://schemas.microsoft.com/office/drawing/2014/main" id="{95912A77-68D1-4EC1-ADB5-EA259A9F9EBF}"/>
                  </a:ext>
                </a:extLst>
              </p14:cNvPr>
              <p14:cNvContentPartPr/>
              <p14:nvPr/>
            </p14:nvContentPartPr>
            <p14:xfrm>
              <a:off x="8542726" y="2374971"/>
              <a:ext cx="175680" cy="78480"/>
            </p14:xfrm>
          </p:contentPart>
        </mc:Choice>
        <mc:Fallback xmlns="">
          <p:pic>
            <p:nvPicPr>
              <p:cNvPr id="233" name="Tinta 232">
                <a:extLst>
                  <a:ext uri="{FF2B5EF4-FFF2-40B4-BE49-F238E27FC236}">
                    <a16:creationId xmlns:a16="http://schemas.microsoft.com/office/drawing/2014/main" id="{95912A77-68D1-4EC1-ADB5-EA259A9F9EB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524726" y="2357331"/>
                <a:ext cx="2113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DFC9050A-2B95-4260-B98E-A23AA97FDA8D}"/>
              </a:ext>
            </a:extLst>
          </p:cNvPr>
          <p:cNvGrpSpPr/>
          <p:nvPr/>
        </p:nvGrpSpPr>
        <p:grpSpPr>
          <a:xfrm>
            <a:off x="8185606" y="2847291"/>
            <a:ext cx="572040" cy="123840"/>
            <a:chOff x="8185606" y="2847291"/>
            <a:chExt cx="57204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4C0754F5-FD9A-400B-8053-17305F8F2EA0}"/>
                    </a:ext>
                  </a:extLst>
                </p14:cNvPr>
                <p14:cNvContentPartPr/>
                <p14:nvPr/>
              </p14:nvContentPartPr>
              <p14:xfrm>
                <a:off x="8185606" y="2847291"/>
                <a:ext cx="307800" cy="8388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4C0754F5-FD9A-400B-8053-17305F8F2E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67606" y="2829291"/>
                  <a:ext cx="343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C12F3191-183D-4134-9306-2C3FF06BE720}"/>
                    </a:ext>
                  </a:extLst>
                </p14:cNvPr>
                <p14:cNvContentPartPr/>
                <p14:nvPr/>
              </p14:nvContentPartPr>
              <p14:xfrm>
                <a:off x="8568646" y="2895891"/>
                <a:ext cx="189000" cy="7524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C12F3191-183D-4134-9306-2C3FF06BE72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50646" y="2878251"/>
                  <a:ext cx="22464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474DA41C-298C-49EB-812F-D69846DD20A9}"/>
                  </a:ext>
                </a:extLst>
              </p14:cNvPr>
              <p14:cNvContentPartPr/>
              <p14:nvPr/>
            </p14:nvContentPartPr>
            <p14:xfrm>
              <a:off x="9688246" y="2674131"/>
              <a:ext cx="227520" cy="466920"/>
            </p14:xfrm>
          </p:contentPart>
        </mc:Choice>
        <mc:Fallback xmlns=""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474DA41C-298C-49EB-812F-D69846DD20A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670246" y="2656491"/>
                <a:ext cx="26316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37" name="Tinta 236">
                <a:extLst>
                  <a:ext uri="{FF2B5EF4-FFF2-40B4-BE49-F238E27FC236}">
                    <a16:creationId xmlns:a16="http://schemas.microsoft.com/office/drawing/2014/main" id="{39F48FFA-19E2-4789-B2F8-BB8AC4105151}"/>
                  </a:ext>
                </a:extLst>
              </p14:cNvPr>
              <p14:cNvContentPartPr/>
              <p14:nvPr/>
            </p14:nvContentPartPr>
            <p14:xfrm>
              <a:off x="10200886" y="2810571"/>
              <a:ext cx="274680" cy="902160"/>
            </p14:xfrm>
          </p:contentPart>
        </mc:Choice>
        <mc:Fallback xmlns="">
          <p:pic>
            <p:nvPicPr>
              <p:cNvPr id="237" name="Tinta 236">
                <a:extLst>
                  <a:ext uri="{FF2B5EF4-FFF2-40B4-BE49-F238E27FC236}">
                    <a16:creationId xmlns:a16="http://schemas.microsoft.com/office/drawing/2014/main" id="{39F48FFA-19E2-4789-B2F8-BB8AC410515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182886" y="2792571"/>
                <a:ext cx="310320" cy="9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38" name="Tinta 237">
                <a:extLst>
                  <a:ext uri="{FF2B5EF4-FFF2-40B4-BE49-F238E27FC236}">
                    <a16:creationId xmlns:a16="http://schemas.microsoft.com/office/drawing/2014/main" id="{213847AC-70C6-4AA5-8715-8BFFCF017451}"/>
                  </a:ext>
                </a:extLst>
              </p14:cNvPr>
              <p14:cNvContentPartPr/>
              <p14:nvPr/>
            </p14:nvContentPartPr>
            <p14:xfrm>
              <a:off x="10140406" y="3818211"/>
              <a:ext cx="217440" cy="753480"/>
            </p14:xfrm>
          </p:contentPart>
        </mc:Choice>
        <mc:Fallback xmlns="">
          <p:pic>
            <p:nvPicPr>
              <p:cNvPr id="238" name="Tinta 237">
                <a:extLst>
                  <a:ext uri="{FF2B5EF4-FFF2-40B4-BE49-F238E27FC236}">
                    <a16:creationId xmlns:a16="http://schemas.microsoft.com/office/drawing/2014/main" id="{213847AC-70C6-4AA5-8715-8BFFCF01745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122766" y="3800571"/>
                <a:ext cx="253080" cy="78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6596BB54-9A53-4856-A38E-384742512004}"/>
              </a:ext>
            </a:extLst>
          </p:cNvPr>
          <p:cNvGrpSpPr/>
          <p:nvPr/>
        </p:nvGrpSpPr>
        <p:grpSpPr>
          <a:xfrm>
            <a:off x="6240526" y="1896891"/>
            <a:ext cx="3938040" cy="2883960"/>
            <a:chOff x="6240526" y="1896891"/>
            <a:chExt cx="3938040" cy="28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CB97C363-561D-4D93-885D-C3C4C4844145}"/>
                    </a:ext>
                  </a:extLst>
                </p14:cNvPr>
                <p14:cNvContentPartPr/>
                <p14:nvPr/>
              </p14:nvContentPartPr>
              <p14:xfrm>
                <a:off x="6982126" y="2810571"/>
                <a:ext cx="74880" cy="47916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CB97C363-561D-4D93-885D-C3C4C484414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64486" y="2792931"/>
                  <a:ext cx="1105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2B489749-1E9A-4144-AB29-735937E1EC6A}"/>
                    </a:ext>
                  </a:extLst>
                </p14:cNvPr>
                <p14:cNvContentPartPr/>
                <p14:nvPr/>
              </p14:nvContentPartPr>
              <p14:xfrm>
                <a:off x="6740206" y="3261651"/>
                <a:ext cx="478080" cy="5760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2B489749-1E9A-4144-AB29-735937E1EC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22566" y="3244011"/>
                  <a:ext cx="513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221BE2F5-A2C9-4492-A835-C6E16B710143}"/>
                    </a:ext>
                  </a:extLst>
                </p14:cNvPr>
                <p14:cNvContentPartPr/>
                <p14:nvPr/>
              </p14:nvContentPartPr>
              <p14:xfrm>
                <a:off x="6934246" y="3437691"/>
                <a:ext cx="126360" cy="1152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221BE2F5-A2C9-4492-A835-C6E16B7101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16606" y="3420051"/>
                  <a:ext cx="162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EC6DB98-72F8-479A-A196-6967DC6241F7}"/>
                    </a:ext>
                  </a:extLst>
                </p14:cNvPr>
                <p14:cNvContentPartPr/>
                <p14:nvPr/>
              </p14:nvContentPartPr>
              <p14:xfrm>
                <a:off x="6818326" y="3511491"/>
                <a:ext cx="393840" cy="266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EC6DB98-72F8-479A-A196-6967DC6241F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800686" y="3493491"/>
                  <a:ext cx="429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F025331-BA58-4FE9-9826-AC4DE7F857CF}"/>
                    </a:ext>
                  </a:extLst>
                </p14:cNvPr>
                <p14:cNvContentPartPr/>
                <p14:nvPr/>
              </p14:nvContentPartPr>
              <p14:xfrm>
                <a:off x="6959086" y="3637851"/>
                <a:ext cx="134640" cy="1692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F025331-BA58-4FE9-9826-AC4DE7F857C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41086" y="3620211"/>
                  <a:ext cx="170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7FD3F9C6-10B3-4FF3-AB23-BE5D36C0A9BE}"/>
                    </a:ext>
                  </a:extLst>
                </p14:cNvPr>
                <p14:cNvContentPartPr/>
                <p14:nvPr/>
              </p14:nvContentPartPr>
              <p14:xfrm>
                <a:off x="7024966" y="3696171"/>
                <a:ext cx="2880" cy="35532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7FD3F9C6-10B3-4FF3-AB23-BE5D36C0A9B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07326" y="3678531"/>
                  <a:ext cx="38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30992645-B008-4C7F-9A31-B760BD0B27AB}"/>
                    </a:ext>
                  </a:extLst>
                </p14:cNvPr>
                <p14:cNvContentPartPr/>
                <p14:nvPr/>
              </p14:nvContentPartPr>
              <p14:xfrm>
                <a:off x="7131526" y="2592051"/>
                <a:ext cx="757800" cy="37512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30992645-B008-4C7F-9A31-B760BD0B27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13526" y="2574051"/>
                  <a:ext cx="793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A0F55488-0576-4C6C-8D0C-4C579955BB07}"/>
                    </a:ext>
                  </a:extLst>
                </p14:cNvPr>
                <p14:cNvContentPartPr/>
                <p14:nvPr/>
              </p14:nvContentPartPr>
              <p14:xfrm>
                <a:off x="7909846" y="2558571"/>
                <a:ext cx="10080" cy="40860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A0F55488-0576-4C6C-8D0C-4C579955BB0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92206" y="2540931"/>
                  <a:ext cx="457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B6ABC381-E1A6-4908-99DB-F1FCD1FEFAA7}"/>
                    </a:ext>
                  </a:extLst>
                </p14:cNvPr>
                <p14:cNvContentPartPr/>
                <p14:nvPr/>
              </p14:nvContentPartPr>
              <p14:xfrm>
                <a:off x="7958446" y="2223771"/>
                <a:ext cx="1119600" cy="51480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B6ABC381-E1A6-4908-99DB-F1FCD1FEFAA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40446" y="2205771"/>
                  <a:ext cx="11552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0AB1B038-4E59-4016-BB8B-7FFFC65EDCDF}"/>
                    </a:ext>
                  </a:extLst>
                </p14:cNvPr>
                <p14:cNvContentPartPr/>
                <p14:nvPr/>
              </p14:nvContentPartPr>
              <p14:xfrm>
                <a:off x="9048886" y="2199291"/>
                <a:ext cx="340200" cy="32328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0AB1B038-4E59-4016-BB8B-7FFFC65EDCD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31246" y="2181291"/>
                  <a:ext cx="3758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77A59F4A-58E4-435B-9C0A-5E0C245B98C0}"/>
                    </a:ext>
                  </a:extLst>
                </p14:cNvPr>
                <p14:cNvContentPartPr/>
                <p14:nvPr/>
              </p14:nvContentPartPr>
              <p14:xfrm>
                <a:off x="8511046" y="2738931"/>
                <a:ext cx="559080" cy="40536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77A59F4A-58E4-435B-9C0A-5E0C245B98C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93406" y="2720931"/>
                  <a:ext cx="5947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662A972F-874D-4274-852B-63FAB6B0692E}"/>
                    </a:ext>
                  </a:extLst>
                </p14:cNvPr>
                <p14:cNvContentPartPr/>
                <p14:nvPr/>
              </p14:nvContentPartPr>
              <p14:xfrm>
                <a:off x="9077326" y="2881491"/>
                <a:ext cx="58680" cy="2869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662A972F-874D-4274-852B-63FAB6B069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59686" y="2863851"/>
                  <a:ext cx="943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67C4ED13-A4C2-4FAD-9BA1-E769FA075812}"/>
                    </a:ext>
                  </a:extLst>
                </p14:cNvPr>
                <p14:cNvContentPartPr/>
                <p14:nvPr/>
              </p14:nvContentPartPr>
              <p14:xfrm>
                <a:off x="9094246" y="3061491"/>
                <a:ext cx="360" cy="3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67C4ED13-A4C2-4FAD-9BA1-E769FA07581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076246" y="304385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1C9365EB-3D31-464E-95ED-0C7A8F1FDB51}"/>
                    </a:ext>
                  </a:extLst>
                </p14:cNvPr>
                <p14:cNvContentPartPr/>
                <p14:nvPr/>
              </p14:nvContentPartPr>
              <p14:xfrm>
                <a:off x="9094246" y="2349051"/>
                <a:ext cx="375120" cy="71280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1C9365EB-3D31-464E-95ED-0C7A8F1FDB5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76246" y="2331411"/>
                  <a:ext cx="41076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38FD83ED-D9EF-4B0A-BFD1-0E097D6CDBA1}"/>
                    </a:ext>
                  </a:extLst>
                </p14:cNvPr>
                <p14:cNvContentPartPr/>
                <p14:nvPr/>
              </p14:nvContentPartPr>
              <p14:xfrm>
                <a:off x="9471886" y="2618331"/>
                <a:ext cx="696960" cy="87696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38FD83ED-D9EF-4B0A-BFD1-0E097D6CDBA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53886" y="2600331"/>
                  <a:ext cx="73260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29B82BE1-6EFC-41D1-BC08-3E4090E7EBA8}"/>
                    </a:ext>
                  </a:extLst>
                </p14:cNvPr>
                <p14:cNvContentPartPr/>
                <p14:nvPr/>
              </p14:nvContentPartPr>
              <p14:xfrm>
                <a:off x="9830086" y="3465051"/>
                <a:ext cx="203400" cy="51660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29B82BE1-6EFC-41D1-BC08-3E4090E7EBA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12086" y="3447051"/>
                  <a:ext cx="23904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5B5B04C-FC50-4D04-87E3-06A288DBDE32}"/>
                    </a:ext>
                  </a:extLst>
                </p14:cNvPr>
                <p14:cNvContentPartPr/>
                <p14:nvPr/>
              </p14:nvContentPartPr>
              <p14:xfrm>
                <a:off x="9591766" y="4096491"/>
                <a:ext cx="580320" cy="3384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5B5B04C-FC50-4D04-87E3-06A288DBDE3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73766" y="4078851"/>
                  <a:ext cx="615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012AB868-F1CF-46CA-9434-979345DF05C6}"/>
                    </a:ext>
                  </a:extLst>
                </p14:cNvPr>
                <p14:cNvContentPartPr/>
                <p14:nvPr/>
              </p14:nvContentPartPr>
              <p14:xfrm>
                <a:off x="9855646" y="4241931"/>
                <a:ext cx="181800" cy="2340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012AB868-F1CF-46CA-9434-979345DF05C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838006" y="4223931"/>
                  <a:ext cx="217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234E6488-E651-41E1-9E90-AEA06C6E3595}"/>
                    </a:ext>
                  </a:extLst>
                </p14:cNvPr>
                <p14:cNvContentPartPr/>
                <p14:nvPr/>
              </p14:nvContentPartPr>
              <p14:xfrm>
                <a:off x="9676006" y="4370451"/>
                <a:ext cx="502560" cy="2664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234E6488-E651-41E1-9E90-AEA06C6E35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58006" y="4352811"/>
                  <a:ext cx="538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9EF71236-0F4F-49A9-9AF2-001B2D891E8C}"/>
                    </a:ext>
                  </a:extLst>
                </p14:cNvPr>
                <p14:cNvContentPartPr/>
                <p14:nvPr/>
              </p14:nvContentPartPr>
              <p14:xfrm>
                <a:off x="6962686" y="3935931"/>
                <a:ext cx="21240" cy="147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9EF71236-0F4F-49A9-9AF2-001B2D891E8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944686" y="3918291"/>
                  <a:ext cx="56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C4736276-CEE0-4C3D-B3B4-41FCDAE42C6E}"/>
                    </a:ext>
                  </a:extLst>
                </p14:cNvPr>
                <p14:cNvContentPartPr/>
                <p14:nvPr/>
              </p14:nvContentPartPr>
              <p14:xfrm>
                <a:off x="7016686" y="3913971"/>
                <a:ext cx="3012840" cy="86688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C4736276-CEE0-4C3D-B3B4-41FCDAE42C6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99046" y="3896331"/>
                  <a:ext cx="304848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85E5D630-18D0-47AB-A9BF-DD2683BDE555}"/>
                    </a:ext>
                  </a:extLst>
                </p14:cNvPr>
                <p14:cNvContentPartPr/>
                <p14:nvPr/>
              </p14:nvContentPartPr>
              <p14:xfrm>
                <a:off x="6240526" y="3374691"/>
                <a:ext cx="12600" cy="26028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85E5D630-18D0-47AB-A9BF-DD2683BDE55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22526" y="3356691"/>
                  <a:ext cx="48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FE7D6A53-9E4A-4709-806C-426A5F323BA2}"/>
                    </a:ext>
                  </a:extLst>
                </p14:cNvPr>
                <p14:cNvContentPartPr/>
                <p14:nvPr/>
              </p14:nvContentPartPr>
              <p14:xfrm>
                <a:off x="6339526" y="3328971"/>
                <a:ext cx="194760" cy="27900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FE7D6A53-9E4A-4709-806C-426A5F323BA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21526" y="3310971"/>
                  <a:ext cx="230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A18C05C3-155B-45C5-A90E-48678AC58C53}"/>
                    </a:ext>
                  </a:extLst>
                </p14:cNvPr>
                <p14:cNvContentPartPr/>
                <p14:nvPr/>
              </p14:nvContentPartPr>
              <p14:xfrm>
                <a:off x="7309726" y="2210091"/>
                <a:ext cx="871920" cy="35424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A18C05C3-155B-45C5-A90E-48678AC58C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92086" y="2192451"/>
                  <a:ext cx="9075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10F32472-A106-4358-BC6B-4161594C7E0F}"/>
                    </a:ext>
                  </a:extLst>
                </p14:cNvPr>
                <p14:cNvContentPartPr/>
                <p14:nvPr/>
              </p14:nvContentPartPr>
              <p14:xfrm>
                <a:off x="7564246" y="3054651"/>
                <a:ext cx="183600" cy="16992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10F32472-A106-4358-BC6B-4161594C7E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546606" y="3036651"/>
                  <a:ext cx="219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CFD9E51E-9049-42F9-B913-3622C0ECEA0D}"/>
                    </a:ext>
                  </a:extLst>
                </p14:cNvPr>
                <p14:cNvContentPartPr/>
                <p14:nvPr/>
              </p14:nvContentPartPr>
              <p14:xfrm>
                <a:off x="7796086" y="3172731"/>
                <a:ext cx="7560" cy="13140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CFD9E51E-9049-42F9-B913-3622C0ECEA0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78446" y="3154731"/>
                  <a:ext cx="43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6500DF89-8EF8-4D2C-80C8-F7B8DB11557F}"/>
                    </a:ext>
                  </a:extLst>
                </p14:cNvPr>
                <p14:cNvContentPartPr/>
                <p14:nvPr/>
              </p14:nvContentPartPr>
              <p14:xfrm>
                <a:off x="7874926" y="3066891"/>
                <a:ext cx="89640" cy="16416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6500DF89-8EF8-4D2C-80C8-F7B8DB11557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856926" y="3049251"/>
                  <a:ext cx="125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7A41B1C7-8497-434B-8DEB-767AC4DD621F}"/>
                    </a:ext>
                  </a:extLst>
                </p14:cNvPr>
                <p14:cNvContentPartPr/>
                <p14:nvPr/>
              </p14:nvContentPartPr>
              <p14:xfrm>
                <a:off x="7869526" y="3172731"/>
                <a:ext cx="129240" cy="792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7A41B1C7-8497-434B-8DEB-767AC4DD621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851886" y="3154731"/>
                  <a:ext cx="164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6E2663D2-40D2-4DEE-B870-5C989B237BD7}"/>
                    </a:ext>
                  </a:extLst>
                </p14:cNvPr>
                <p14:cNvContentPartPr/>
                <p14:nvPr/>
              </p14:nvContentPartPr>
              <p14:xfrm>
                <a:off x="8502406" y="1896891"/>
                <a:ext cx="1034640" cy="29016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6E2663D2-40D2-4DEE-B870-5C989B237BD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84406" y="1878891"/>
                  <a:ext cx="1070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1A1BD9F3-EFC8-4BBD-A4AC-6CFCDC8E89FC}"/>
                    </a:ext>
                  </a:extLst>
                </p14:cNvPr>
                <p14:cNvContentPartPr/>
                <p14:nvPr/>
              </p14:nvContentPartPr>
              <p14:xfrm>
                <a:off x="9613726" y="1917771"/>
                <a:ext cx="169920" cy="16380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1A1BD9F3-EFC8-4BBD-A4AC-6CFCDC8E89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96086" y="1899771"/>
                  <a:ext cx="205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D43EC8E9-7C7C-42F1-9F84-073086B6980D}"/>
                    </a:ext>
                  </a:extLst>
                </p14:cNvPr>
                <p14:cNvContentPartPr/>
                <p14:nvPr/>
              </p14:nvContentPartPr>
              <p14:xfrm>
                <a:off x="9837286" y="2004531"/>
                <a:ext cx="21240" cy="14652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D43EC8E9-7C7C-42F1-9F84-073086B6980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19286" y="1986891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A1757709-C7D1-45D1-8D7F-040198533B75}"/>
                    </a:ext>
                  </a:extLst>
                </p14:cNvPr>
                <p14:cNvContentPartPr/>
                <p14:nvPr/>
              </p14:nvContentPartPr>
              <p14:xfrm>
                <a:off x="9913246" y="1909851"/>
                <a:ext cx="102960" cy="18612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A1757709-C7D1-45D1-8D7F-040198533B7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895246" y="1892211"/>
                  <a:ext cx="138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87BFE052-27D6-4CDC-8EA9-4FB92DFE8AD7}"/>
                    </a:ext>
                  </a:extLst>
                </p14:cNvPr>
                <p14:cNvContentPartPr/>
                <p14:nvPr/>
              </p14:nvContentPartPr>
              <p14:xfrm>
                <a:off x="9929086" y="2016771"/>
                <a:ext cx="133920" cy="2232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87BFE052-27D6-4CDC-8EA9-4FB92DFE8AD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11086" y="1998771"/>
                  <a:ext cx="169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8175CF33-3BC8-471E-A454-86E12C59557D}"/>
                    </a:ext>
                  </a:extLst>
                </p14:cNvPr>
                <p14:cNvContentPartPr/>
                <p14:nvPr/>
              </p14:nvContentPartPr>
              <p14:xfrm>
                <a:off x="9232846" y="3349851"/>
                <a:ext cx="151920" cy="27324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8175CF33-3BC8-471E-A454-86E12C59557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14846" y="3331851"/>
                  <a:ext cx="187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6336F752-01AF-4B57-AC0E-611C1DA94D86}"/>
                    </a:ext>
                  </a:extLst>
                </p14:cNvPr>
                <p14:cNvContentPartPr/>
                <p14:nvPr/>
              </p14:nvContentPartPr>
              <p14:xfrm>
                <a:off x="9419326" y="3486291"/>
                <a:ext cx="19800" cy="15552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6336F752-01AF-4B57-AC0E-611C1DA94D8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01326" y="3468291"/>
                  <a:ext cx="55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2D9864B7-9C48-48BD-A2A0-618785152241}"/>
                    </a:ext>
                  </a:extLst>
                </p14:cNvPr>
                <p14:cNvContentPartPr/>
                <p14:nvPr/>
              </p14:nvContentPartPr>
              <p14:xfrm>
                <a:off x="9460726" y="3385131"/>
                <a:ext cx="91080" cy="21348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2D9864B7-9C48-48BD-A2A0-61878515224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43086" y="3367131"/>
                  <a:ext cx="126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51600D7F-E802-4102-8C93-2953E9F99CFE}"/>
                    </a:ext>
                  </a:extLst>
                </p14:cNvPr>
                <p14:cNvContentPartPr/>
                <p14:nvPr/>
              </p14:nvContentPartPr>
              <p14:xfrm>
                <a:off x="9466846" y="3488451"/>
                <a:ext cx="127440" cy="4428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51600D7F-E802-4102-8C93-2953E9F99C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49206" y="3470451"/>
                  <a:ext cx="163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71AACAD7-0CCB-48D6-88CC-EEE89F7249F3}"/>
                    </a:ext>
                  </a:extLst>
                </p14:cNvPr>
                <p14:cNvContentPartPr/>
                <p14:nvPr/>
              </p14:nvContentPartPr>
              <p14:xfrm>
                <a:off x="9579526" y="3290451"/>
                <a:ext cx="257040" cy="24840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71AACAD7-0CCB-48D6-88CC-EEE89F7249F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61526" y="3272451"/>
                  <a:ext cx="292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08E328A6-9B1D-4721-8CDC-5204A0BEF5EC}"/>
                    </a:ext>
                  </a:extLst>
                </p14:cNvPr>
                <p14:cNvContentPartPr/>
                <p14:nvPr/>
              </p14:nvContentPartPr>
              <p14:xfrm>
                <a:off x="9272806" y="4207731"/>
                <a:ext cx="151560" cy="27108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08E328A6-9B1D-4721-8CDC-5204A0BEF5E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255166" y="4189731"/>
                  <a:ext cx="1872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78665F29-B83B-4CAF-87BB-C3B6EFEA3B48}"/>
                    </a:ext>
                  </a:extLst>
                </p14:cNvPr>
                <p14:cNvContentPartPr/>
                <p14:nvPr/>
              </p14:nvContentPartPr>
              <p14:xfrm>
                <a:off x="9491326" y="4259211"/>
                <a:ext cx="118800" cy="15552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78665F29-B83B-4CAF-87BB-C3B6EFEA3B4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73686" y="4241571"/>
                  <a:ext cx="1544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BCB6A67B-8296-4F0D-B7AE-8F151C62365F}"/>
              </a:ext>
            </a:extLst>
          </p:cNvPr>
          <p:cNvGrpSpPr/>
          <p:nvPr/>
        </p:nvGrpSpPr>
        <p:grpSpPr>
          <a:xfrm>
            <a:off x="10585366" y="2994891"/>
            <a:ext cx="407160" cy="382320"/>
            <a:chOff x="10585366" y="2994891"/>
            <a:chExt cx="4071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C3DCD6E2-48EA-4F30-B8E1-13B91F4DAB19}"/>
                    </a:ext>
                  </a:extLst>
                </p14:cNvPr>
                <p14:cNvContentPartPr/>
                <p14:nvPr/>
              </p14:nvContentPartPr>
              <p14:xfrm>
                <a:off x="10585366" y="2994891"/>
                <a:ext cx="178920" cy="35136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C3DCD6E2-48EA-4F30-B8E1-13B91F4DAB1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67366" y="2976891"/>
                  <a:ext cx="2145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71732930-DFB2-4D6C-BD60-C2B42DD919FB}"/>
                    </a:ext>
                  </a:extLst>
                </p14:cNvPr>
                <p14:cNvContentPartPr/>
                <p14:nvPr/>
              </p14:nvContentPartPr>
              <p14:xfrm>
                <a:off x="10819726" y="3093171"/>
                <a:ext cx="172800" cy="28404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71732930-DFB2-4D6C-BD60-C2B42DD919F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02086" y="3075531"/>
                  <a:ext cx="208440" cy="31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46" name="Tinta 245">
                <a:extLst>
                  <a:ext uri="{FF2B5EF4-FFF2-40B4-BE49-F238E27FC236}">
                    <a16:creationId xmlns:a16="http://schemas.microsoft.com/office/drawing/2014/main" id="{42E5E3D4-0FD9-46C0-8A11-3494C3C5E4B0}"/>
                  </a:ext>
                </a:extLst>
              </p14:cNvPr>
              <p14:cNvContentPartPr/>
              <p14:nvPr/>
            </p14:nvContentPartPr>
            <p14:xfrm>
              <a:off x="11038606" y="3204771"/>
              <a:ext cx="172800" cy="208080"/>
            </p14:xfrm>
          </p:contentPart>
        </mc:Choice>
        <mc:Fallback xmlns="">
          <p:pic>
            <p:nvPicPr>
              <p:cNvPr id="246" name="Tinta 245">
                <a:extLst>
                  <a:ext uri="{FF2B5EF4-FFF2-40B4-BE49-F238E27FC236}">
                    <a16:creationId xmlns:a16="http://schemas.microsoft.com/office/drawing/2014/main" id="{42E5E3D4-0FD9-46C0-8A11-3494C3C5E4B0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20966" y="3186771"/>
                <a:ext cx="2084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47" name="Tinta 246">
                <a:extLst>
                  <a:ext uri="{FF2B5EF4-FFF2-40B4-BE49-F238E27FC236}">
                    <a16:creationId xmlns:a16="http://schemas.microsoft.com/office/drawing/2014/main" id="{2A58950C-5C7B-486C-A64F-C8A1FAF6624E}"/>
                  </a:ext>
                </a:extLst>
              </p14:cNvPr>
              <p14:cNvContentPartPr/>
              <p14:nvPr/>
            </p14:nvContentPartPr>
            <p14:xfrm>
              <a:off x="6419806" y="5241651"/>
              <a:ext cx="216720" cy="358920"/>
            </p14:xfrm>
          </p:contentPart>
        </mc:Choice>
        <mc:Fallback xmlns="">
          <p:pic>
            <p:nvPicPr>
              <p:cNvPr id="247" name="Tinta 246">
                <a:extLst>
                  <a:ext uri="{FF2B5EF4-FFF2-40B4-BE49-F238E27FC236}">
                    <a16:creationId xmlns:a16="http://schemas.microsoft.com/office/drawing/2014/main" id="{2A58950C-5C7B-486C-A64F-C8A1FAF6624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6402166" y="5223651"/>
                <a:ext cx="2523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48" name="Tinta 247">
                <a:extLst>
                  <a:ext uri="{FF2B5EF4-FFF2-40B4-BE49-F238E27FC236}">
                    <a16:creationId xmlns:a16="http://schemas.microsoft.com/office/drawing/2014/main" id="{1599564C-AB95-416D-BB36-F6C4551E603A}"/>
                  </a:ext>
                </a:extLst>
              </p14:cNvPr>
              <p14:cNvContentPartPr/>
              <p14:nvPr/>
            </p14:nvContentPartPr>
            <p14:xfrm>
              <a:off x="6641566" y="5238051"/>
              <a:ext cx="231480" cy="298800"/>
            </p14:xfrm>
          </p:contentPart>
        </mc:Choice>
        <mc:Fallback xmlns="">
          <p:pic>
            <p:nvPicPr>
              <p:cNvPr id="248" name="Tinta 247">
                <a:extLst>
                  <a:ext uri="{FF2B5EF4-FFF2-40B4-BE49-F238E27FC236}">
                    <a16:creationId xmlns:a16="http://schemas.microsoft.com/office/drawing/2014/main" id="{1599564C-AB95-416D-BB36-F6C4551E603A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623926" y="5220411"/>
                <a:ext cx="267120" cy="3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8C8704E5-B1B9-43C5-BBB1-A5B3D1045AEC}"/>
              </a:ext>
            </a:extLst>
          </p:cNvPr>
          <p:cNvGrpSpPr/>
          <p:nvPr/>
        </p:nvGrpSpPr>
        <p:grpSpPr>
          <a:xfrm>
            <a:off x="6962686" y="5022771"/>
            <a:ext cx="4707360" cy="495360"/>
            <a:chOff x="6962686" y="5022771"/>
            <a:chExt cx="470736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C22F75FA-4892-459F-93AC-48DAB117C58E}"/>
                    </a:ext>
                  </a:extLst>
                </p14:cNvPr>
                <p14:cNvContentPartPr/>
                <p14:nvPr/>
              </p14:nvContentPartPr>
              <p14:xfrm>
                <a:off x="6962686" y="5364771"/>
                <a:ext cx="154440" cy="684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C22F75FA-4892-459F-93AC-48DAB117C58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45046" y="5347131"/>
                  <a:ext cx="190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A747698B-2B22-497B-B6D4-AB5AE6573C31}"/>
                    </a:ext>
                  </a:extLst>
                </p14:cNvPr>
                <p14:cNvContentPartPr/>
                <p14:nvPr/>
              </p14:nvContentPartPr>
              <p14:xfrm>
                <a:off x="7245286" y="5185491"/>
                <a:ext cx="188280" cy="29268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A747698B-2B22-497B-B6D4-AB5AE6573C3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227646" y="5167851"/>
                  <a:ext cx="223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034CB988-8DC8-49C8-864D-4FB83745D4FF}"/>
                    </a:ext>
                  </a:extLst>
                </p14:cNvPr>
                <p14:cNvContentPartPr/>
                <p14:nvPr/>
              </p14:nvContentPartPr>
              <p14:xfrm>
                <a:off x="7541926" y="5315451"/>
                <a:ext cx="29520" cy="20268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034CB988-8DC8-49C8-864D-4FB83745D4F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24286" y="5297451"/>
                  <a:ext cx="65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87F29C98-51D3-462D-8DBC-1C1E3619D171}"/>
                    </a:ext>
                  </a:extLst>
                </p14:cNvPr>
                <p14:cNvContentPartPr/>
                <p14:nvPr/>
              </p14:nvContentPartPr>
              <p14:xfrm>
                <a:off x="7683046" y="5137251"/>
                <a:ext cx="237960" cy="35136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87F29C98-51D3-462D-8DBC-1C1E3619D17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665046" y="5119251"/>
                  <a:ext cx="2736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00CBC081-4E51-4151-A10B-623DDD05B55A}"/>
                    </a:ext>
                  </a:extLst>
                </p14:cNvPr>
                <p14:cNvContentPartPr/>
                <p14:nvPr/>
              </p14:nvContentPartPr>
              <p14:xfrm>
                <a:off x="7800046" y="5292051"/>
                <a:ext cx="177480" cy="2016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00CBC081-4E51-4151-A10B-623DDD05B55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782046" y="5274411"/>
                  <a:ext cx="213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36617EA5-A581-4984-9C45-CA75EDDA47B2}"/>
                    </a:ext>
                  </a:extLst>
                </p14:cNvPr>
                <p14:cNvContentPartPr/>
                <p14:nvPr/>
              </p14:nvContentPartPr>
              <p14:xfrm>
                <a:off x="8166526" y="5340651"/>
                <a:ext cx="195840" cy="1008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36617EA5-A581-4984-9C45-CA75EDDA47B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48886" y="5322651"/>
                  <a:ext cx="231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F30547F5-2F21-44BF-9E37-F331E8BCC0A0}"/>
                    </a:ext>
                  </a:extLst>
                </p14:cNvPr>
                <p14:cNvContentPartPr/>
                <p14:nvPr/>
              </p14:nvContentPartPr>
              <p14:xfrm>
                <a:off x="8528326" y="5099811"/>
                <a:ext cx="209160" cy="27792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F30547F5-2F21-44BF-9E37-F331E8BCC0A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510686" y="5081811"/>
                  <a:ext cx="244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467242EC-8870-4CD6-9E08-E320CB906C70}"/>
                    </a:ext>
                  </a:extLst>
                </p14:cNvPr>
                <p14:cNvContentPartPr/>
                <p14:nvPr/>
              </p14:nvContentPartPr>
              <p14:xfrm>
                <a:off x="8818126" y="5249211"/>
                <a:ext cx="29520" cy="20700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467242EC-8870-4CD6-9E08-E320CB906C7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00126" y="5231571"/>
                  <a:ext cx="65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21135EFA-0215-4EEB-BEEB-2A2C61DF4BE5}"/>
                    </a:ext>
                  </a:extLst>
                </p14:cNvPr>
                <p14:cNvContentPartPr/>
                <p14:nvPr/>
              </p14:nvContentPartPr>
              <p14:xfrm>
                <a:off x="8917126" y="5085411"/>
                <a:ext cx="128520" cy="29448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21135EFA-0215-4EEB-BEEB-2A2C61DF4BE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899126" y="5067411"/>
                  <a:ext cx="1641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73F6EB5E-2DFF-4BFD-8E45-80715EC9948B}"/>
                    </a:ext>
                  </a:extLst>
                </p14:cNvPr>
                <p14:cNvContentPartPr/>
                <p14:nvPr/>
              </p14:nvContentPartPr>
              <p14:xfrm>
                <a:off x="8939086" y="5257131"/>
                <a:ext cx="176400" cy="684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73F6EB5E-2DFF-4BFD-8E45-80715EC994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921086" y="5239131"/>
                  <a:ext cx="212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AF0DA1F8-0503-4DB7-8F1B-F757F83D448F}"/>
                    </a:ext>
                  </a:extLst>
                </p14:cNvPr>
                <p14:cNvContentPartPr/>
                <p14:nvPr/>
              </p14:nvContentPartPr>
              <p14:xfrm>
                <a:off x="9288646" y="5266851"/>
                <a:ext cx="183600" cy="1260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AF0DA1F8-0503-4DB7-8F1B-F757F83D448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70646" y="5249211"/>
                  <a:ext cx="219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F31679CE-EBF1-4B98-878E-D8523DE0CB10}"/>
                    </a:ext>
                  </a:extLst>
                </p14:cNvPr>
                <p14:cNvContentPartPr/>
                <p14:nvPr/>
              </p14:nvContentPartPr>
              <p14:xfrm>
                <a:off x="9531646" y="5022771"/>
                <a:ext cx="199440" cy="32472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F31679CE-EBF1-4B98-878E-D8523DE0CB1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514006" y="5004771"/>
                  <a:ext cx="235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BA581791-2367-405D-A9FC-8DEDC70F0685}"/>
                    </a:ext>
                  </a:extLst>
                </p14:cNvPr>
                <p14:cNvContentPartPr/>
                <p14:nvPr/>
              </p14:nvContentPartPr>
              <p14:xfrm>
                <a:off x="9830806" y="5122491"/>
                <a:ext cx="178920" cy="24588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BA581791-2367-405D-A9FC-8DEDC70F06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813166" y="5104491"/>
                  <a:ext cx="214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37762951-0C22-4DAC-811D-16BF86AFBE0C}"/>
                    </a:ext>
                  </a:extLst>
                </p14:cNvPr>
                <p14:cNvContentPartPr/>
                <p14:nvPr/>
              </p14:nvContentPartPr>
              <p14:xfrm>
                <a:off x="10078126" y="5183331"/>
                <a:ext cx="186480" cy="22032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37762951-0C22-4DAC-811D-16BF86AFBE0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060486" y="5165691"/>
                  <a:ext cx="222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2CFBAC81-4AAD-4E6D-BA31-81C0F915D4AA}"/>
                    </a:ext>
                  </a:extLst>
                </p14:cNvPr>
                <p14:cNvContentPartPr/>
                <p14:nvPr/>
              </p14:nvContentPartPr>
              <p14:xfrm>
                <a:off x="10405726" y="5163531"/>
                <a:ext cx="187560" cy="1152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2CFBAC81-4AAD-4E6D-BA31-81C0F915D4A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87726" y="5145531"/>
                  <a:ext cx="22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E3518EC2-317C-41E3-9AB1-D94F44C25CDD}"/>
                    </a:ext>
                  </a:extLst>
                </p14:cNvPr>
                <p14:cNvContentPartPr/>
                <p14:nvPr/>
              </p14:nvContentPartPr>
              <p14:xfrm>
                <a:off x="10476286" y="5083251"/>
                <a:ext cx="3960" cy="21600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E3518EC2-317C-41E3-9AB1-D94F44C25C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458646" y="5065251"/>
                  <a:ext cx="39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6CACE25E-00B7-427F-BAC4-26FD93C736D1}"/>
                    </a:ext>
                  </a:extLst>
                </p14:cNvPr>
                <p14:cNvContentPartPr/>
                <p14:nvPr/>
              </p14:nvContentPartPr>
              <p14:xfrm>
                <a:off x="10664566" y="5074971"/>
                <a:ext cx="186120" cy="37584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6CACE25E-00B7-427F-BAC4-26FD93C736D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646926" y="5056971"/>
                  <a:ext cx="2217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3EF31B5B-841E-426C-BEF2-40477F1441CE}"/>
                    </a:ext>
                  </a:extLst>
                </p14:cNvPr>
                <p14:cNvContentPartPr/>
                <p14:nvPr/>
              </p14:nvContentPartPr>
              <p14:xfrm>
                <a:off x="11069206" y="5382411"/>
                <a:ext cx="223920" cy="3888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3EF31B5B-841E-426C-BEF2-40477F1441C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051206" y="5364411"/>
                  <a:ext cx="259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08BDB99D-B041-4330-9715-262ED3E90AA8}"/>
                    </a:ext>
                  </a:extLst>
                </p14:cNvPr>
                <p14:cNvContentPartPr/>
                <p14:nvPr/>
              </p14:nvContentPartPr>
              <p14:xfrm>
                <a:off x="11100886" y="5318691"/>
                <a:ext cx="227520" cy="36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08BDB99D-B041-4330-9715-262ED3E90AA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083246" y="5300691"/>
                  <a:ext cx="263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688CD02A-9F9B-4899-A3C1-AAE6E18B0F78}"/>
                    </a:ext>
                  </a:extLst>
                </p14:cNvPr>
                <p14:cNvContentPartPr/>
                <p14:nvPr/>
              </p14:nvContentPartPr>
              <p14:xfrm>
                <a:off x="11359006" y="5167851"/>
                <a:ext cx="311040" cy="29556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688CD02A-9F9B-4899-A3C1-AAE6E18B0F7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41006" y="5149851"/>
                  <a:ext cx="34668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Agrupar 287">
            <a:extLst>
              <a:ext uri="{FF2B5EF4-FFF2-40B4-BE49-F238E27FC236}">
                <a16:creationId xmlns:a16="http://schemas.microsoft.com/office/drawing/2014/main" id="{C3388A52-0E17-49E3-B3C2-AE73154C334E}"/>
              </a:ext>
            </a:extLst>
          </p:cNvPr>
          <p:cNvGrpSpPr/>
          <p:nvPr/>
        </p:nvGrpSpPr>
        <p:grpSpPr>
          <a:xfrm>
            <a:off x="7429606" y="5796051"/>
            <a:ext cx="1337400" cy="355320"/>
            <a:chOff x="7429606" y="5796051"/>
            <a:chExt cx="13374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F0A4E966-7CC4-4795-9986-A8B795269D1B}"/>
                    </a:ext>
                  </a:extLst>
                </p14:cNvPr>
                <p14:cNvContentPartPr/>
                <p14:nvPr/>
              </p14:nvContentPartPr>
              <p14:xfrm>
                <a:off x="7429606" y="5796051"/>
                <a:ext cx="285120" cy="33696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F0A4E966-7CC4-4795-9986-A8B795269D1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11606" y="5778051"/>
                  <a:ext cx="320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C3A9EB61-12D4-4737-9529-266033F53D3D}"/>
                    </a:ext>
                  </a:extLst>
                </p14:cNvPr>
                <p14:cNvContentPartPr/>
                <p14:nvPr/>
              </p14:nvContentPartPr>
              <p14:xfrm>
                <a:off x="7813006" y="5871291"/>
                <a:ext cx="217080" cy="26280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C3A9EB61-12D4-4737-9529-266033F53D3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795006" y="5853651"/>
                  <a:ext cx="2527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E761AB4F-6D14-4EAF-B642-F006EF374838}"/>
                    </a:ext>
                  </a:extLst>
                </p14:cNvPr>
                <p14:cNvContentPartPr/>
                <p14:nvPr/>
              </p14:nvContentPartPr>
              <p14:xfrm>
                <a:off x="8093086" y="5917011"/>
                <a:ext cx="189000" cy="234360"/>
              </p14:xfrm>
            </p:contentPart>
          </mc:Choice>
          <mc:Fallback xmlns=""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E761AB4F-6D14-4EAF-B642-F006EF37483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75446" y="5899371"/>
                  <a:ext cx="224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608FA789-BB93-4BD6-9966-E3260C27EA64}"/>
                    </a:ext>
                  </a:extLst>
                </p14:cNvPr>
                <p14:cNvContentPartPr/>
                <p14:nvPr/>
              </p14:nvContentPartPr>
              <p14:xfrm>
                <a:off x="8595646" y="6071091"/>
                <a:ext cx="171360" cy="3672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608FA789-BB93-4BD6-9966-E3260C27EA6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577646" y="6053091"/>
                  <a:ext cx="207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39215C69-5D46-4373-A252-B19CAE92B559}"/>
                    </a:ext>
                  </a:extLst>
                </p14:cNvPr>
                <p14:cNvContentPartPr/>
                <p14:nvPr/>
              </p14:nvContentPartPr>
              <p14:xfrm>
                <a:off x="8555326" y="6001611"/>
                <a:ext cx="174960" cy="8640"/>
              </p14:xfrm>
            </p:contentPart>
          </mc:Choice>
          <mc:Fallback xmlns=""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39215C69-5D46-4373-A252-B19CAE92B55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537326" y="5983971"/>
                  <a:ext cx="210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226E80B7-A00C-40F4-B03C-AEACB4AF08FE}"/>
              </a:ext>
            </a:extLst>
          </p:cNvPr>
          <p:cNvGrpSpPr/>
          <p:nvPr/>
        </p:nvGrpSpPr>
        <p:grpSpPr>
          <a:xfrm>
            <a:off x="9097486" y="5737731"/>
            <a:ext cx="1912320" cy="381960"/>
            <a:chOff x="9097486" y="5737731"/>
            <a:chExt cx="191232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78F2B699-3B6F-4239-94BB-9D6441FECE84}"/>
                    </a:ext>
                  </a:extLst>
                </p14:cNvPr>
                <p14:cNvContentPartPr/>
                <p14:nvPr/>
              </p14:nvContentPartPr>
              <p14:xfrm>
                <a:off x="9097486" y="5737731"/>
                <a:ext cx="224280" cy="35280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78F2B699-3B6F-4239-94BB-9D6441FECE8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79486" y="5719731"/>
                  <a:ext cx="2599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A6E380C5-6F77-479F-8169-CFCFDC1B8238}"/>
                    </a:ext>
                  </a:extLst>
                </p14:cNvPr>
                <p14:cNvContentPartPr/>
                <p14:nvPr/>
              </p14:nvContentPartPr>
              <p14:xfrm>
                <a:off x="9336886" y="5810091"/>
                <a:ext cx="304560" cy="283320"/>
              </p14:xfrm>
            </p:contentPart>
          </mc:Choice>
          <mc:Fallback xmlns=""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A6E380C5-6F77-479F-8169-CFCFDC1B823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318886" y="5792451"/>
                  <a:ext cx="340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51DDC697-49C0-4270-BCCE-70DBFD954881}"/>
                    </a:ext>
                  </a:extLst>
                </p14:cNvPr>
                <p14:cNvContentPartPr/>
                <p14:nvPr/>
              </p14:nvContentPartPr>
              <p14:xfrm>
                <a:off x="9845926" y="5977491"/>
                <a:ext cx="167760" cy="792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51DDC697-49C0-4270-BCCE-70DBFD95488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827926" y="5959491"/>
                  <a:ext cx="203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608380D7-7DBC-4F9D-99D4-DF5CA7644DC6}"/>
                    </a:ext>
                  </a:extLst>
                </p14:cNvPr>
                <p14:cNvContentPartPr/>
                <p14:nvPr/>
              </p14:nvContentPartPr>
              <p14:xfrm>
                <a:off x="10134286" y="5805411"/>
                <a:ext cx="234720" cy="26280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608380D7-7DBC-4F9D-99D4-DF5CA7644DC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116646" y="5787771"/>
                  <a:ext cx="270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32A024AA-AFEE-4BF4-B52B-0157D1DDA2D3}"/>
                    </a:ext>
                  </a:extLst>
                </p14:cNvPr>
                <p14:cNvContentPartPr/>
                <p14:nvPr/>
              </p14:nvContentPartPr>
              <p14:xfrm>
                <a:off x="10383406" y="5974971"/>
                <a:ext cx="33480" cy="144720"/>
              </p14:xfrm>
            </p:contentPart>
          </mc:Choice>
          <mc:Fallback xmlns=""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32A024AA-AFEE-4BF4-B52B-0157D1DDA2D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365766" y="5956971"/>
                  <a:ext cx="69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FFDDDE0A-028D-4C75-8FB0-B4495216A2C2}"/>
                    </a:ext>
                  </a:extLst>
                </p14:cNvPr>
                <p14:cNvContentPartPr/>
                <p14:nvPr/>
              </p14:nvContentPartPr>
              <p14:xfrm>
                <a:off x="10499686" y="5798931"/>
                <a:ext cx="168480" cy="26892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FFDDDE0A-028D-4C75-8FB0-B4495216A2C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481686" y="5781291"/>
                  <a:ext cx="2041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8C90AEB9-A2D3-4D7A-AF9C-85155A98A214}"/>
                    </a:ext>
                  </a:extLst>
                </p14:cNvPr>
                <p14:cNvContentPartPr/>
                <p14:nvPr/>
              </p14:nvContentPartPr>
              <p14:xfrm>
                <a:off x="10866166" y="5994051"/>
                <a:ext cx="143640" cy="3996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8C90AEB9-A2D3-4D7A-AF9C-85155A98A21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848526" y="5976051"/>
                  <a:ext cx="179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B5C1CEF2-CFBA-4119-8040-0420B07C6F43}"/>
                    </a:ext>
                  </a:extLst>
                </p14:cNvPr>
                <p14:cNvContentPartPr/>
                <p14:nvPr/>
              </p14:nvContentPartPr>
              <p14:xfrm>
                <a:off x="10822246" y="5949771"/>
                <a:ext cx="178200" cy="83880"/>
              </p14:xfrm>
            </p:contentPart>
          </mc:Choice>
          <mc:Fallback xmlns=""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B5C1CEF2-CFBA-4119-8040-0420B07C6F4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804606" y="5932131"/>
                  <a:ext cx="2138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Agrupar 304">
            <a:extLst>
              <a:ext uri="{FF2B5EF4-FFF2-40B4-BE49-F238E27FC236}">
                <a16:creationId xmlns:a16="http://schemas.microsoft.com/office/drawing/2014/main" id="{0D9F382A-D8A2-4858-B975-D8A116BE1B86}"/>
              </a:ext>
            </a:extLst>
          </p:cNvPr>
          <p:cNvGrpSpPr/>
          <p:nvPr/>
        </p:nvGrpSpPr>
        <p:grpSpPr>
          <a:xfrm>
            <a:off x="6759646" y="6286234"/>
            <a:ext cx="2415960" cy="449280"/>
            <a:chOff x="6759646" y="6286234"/>
            <a:chExt cx="241596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2EC18E71-F7B8-438F-BC98-3C9981840578}"/>
                    </a:ext>
                  </a:extLst>
                </p14:cNvPr>
                <p14:cNvContentPartPr/>
                <p14:nvPr/>
              </p14:nvContentPartPr>
              <p14:xfrm>
                <a:off x="6759646" y="6386314"/>
                <a:ext cx="341280" cy="6480"/>
              </p14:xfrm>
            </p:contentPart>
          </mc:Choice>
          <mc:Fallback xmlns=""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2EC18E71-F7B8-438F-BC98-3C998184057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742006" y="6368314"/>
                  <a:ext cx="376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92347925-EF80-40D5-B90E-56CFDBB42DE2}"/>
                    </a:ext>
                  </a:extLst>
                </p14:cNvPr>
                <p14:cNvContentPartPr/>
                <p14:nvPr/>
              </p14:nvContentPartPr>
              <p14:xfrm>
                <a:off x="6865486" y="6391714"/>
                <a:ext cx="350280" cy="27216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92347925-EF80-40D5-B90E-56CFDBB42DE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847846" y="6374074"/>
                  <a:ext cx="385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EBC86381-E03F-4100-92BD-890161A4FA10}"/>
                    </a:ext>
                  </a:extLst>
                </p14:cNvPr>
                <p14:cNvContentPartPr/>
                <p14:nvPr/>
              </p14:nvContentPartPr>
              <p14:xfrm>
                <a:off x="7288846" y="6470914"/>
                <a:ext cx="279360" cy="10476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EBC86381-E03F-4100-92BD-890161A4FA1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271206" y="6453274"/>
                  <a:ext cx="315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00103240-F4AC-4672-A559-90FAD24EBD9C}"/>
                    </a:ext>
                  </a:extLst>
                </p14:cNvPr>
                <p14:cNvContentPartPr/>
                <p14:nvPr/>
              </p14:nvContentPartPr>
              <p14:xfrm>
                <a:off x="7684486" y="6286234"/>
                <a:ext cx="156240" cy="23328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00103240-F4AC-4672-A559-90FAD24EBD9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666486" y="6268594"/>
                  <a:ext cx="191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BEC0B3DC-568F-4383-8A0C-08990B89F1F2}"/>
                    </a:ext>
                  </a:extLst>
                </p14:cNvPr>
                <p14:cNvContentPartPr/>
                <p14:nvPr/>
              </p14:nvContentPartPr>
              <p14:xfrm>
                <a:off x="7923166" y="6329074"/>
                <a:ext cx="275400" cy="22284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BEC0B3DC-568F-4383-8A0C-08990B89F1F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905166" y="6311074"/>
                  <a:ext cx="311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5E133AE6-5FD1-4FD5-BB1A-883C014237F8}"/>
                    </a:ext>
                  </a:extLst>
                </p14:cNvPr>
                <p14:cNvContentPartPr/>
                <p14:nvPr/>
              </p14:nvContentPartPr>
              <p14:xfrm>
                <a:off x="8176246" y="6287314"/>
                <a:ext cx="243720" cy="448200"/>
              </p14:xfrm>
            </p:contentPart>
          </mc:Choice>
          <mc:Fallback xmlns=""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5E133AE6-5FD1-4FD5-BB1A-883C014237F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158606" y="6269314"/>
                  <a:ext cx="2793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F3FED852-7286-45A5-B16F-E4CCB2A872BA}"/>
                    </a:ext>
                  </a:extLst>
                </p14:cNvPr>
                <p14:cNvContentPartPr/>
                <p14:nvPr/>
              </p14:nvContentPartPr>
              <p14:xfrm>
                <a:off x="8419606" y="6439594"/>
                <a:ext cx="277920" cy="28800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F3FED852-7286-45A5-B16F-E4CCB2A872B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401606" y="6421594"/>
                  <a:ext cx="313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3B140B98-014E-4696-9324-D0AF3D7B2233}"/>
                    </a:ext>
                  </a:extLst>
                </p14:cNvPr>
                <p14:cNvContentPartPr/>
                <p14:nvPr/>
              </p14:nvContentPartPr>
              <p14:xfrm>
                <a:off x="8920366" y="6516994"/>
                <a:ext cx="255240" cy="98640"/>
              </p14:xfrm>
            </p:contentPart>
          </mc:Choice>
          <mc:Fallback xmlns=""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3B140B98-014E-4696-9324-D0AF3D7B223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902366" y="6499354"/>
                  <a:ext cx="2908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Agrupar 316">
            <a:extLst>
              <a:ext uri="{FF2B5EF4-FFF2-40B4-BE49-F238E27FC236}">
                <a16:creationId xmlns:a16="http://schemas.microsoft.com/office/drawing/2014/main" id="{A49D3084-1BB3-4FA1-9E5A-9F5C161098F3}"/>
              </a:ext>
            </a:extLst>
          </p:cNvPr>
          <p:cNvGrpSpPr/>
          <p:nvPr/>
        </p:nvGrpSpPr>
        <p:grpSpPr>
          <a:xfrm>
            <a:off x="9427966" y="6250594"/>
            <a:ext cx="1870200" cy="533160"/>
            <a:chOff x="9427966" y="6250594"/>
            <a:chExt cx="1870200" cy="53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AC51C466-4E2E-4D7B-A140-522D77E1E1E6}"/>
                    </a:ext>
                  </a:extLst>
                </p14:cNvPr>
                <p14:cNvContentPartPr/>
                <p14:nvPr/>
              </p14:nvContentPartPr>
              <p14:xfrm>
                <a:off x="9427966" y="6276154"/>
                <a:ext cx="22320" cy="20700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AC51C466-4E2E-4D7B-A140-522D77E1E1E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409966" y="6258514"/>
                  <a:ext cx="57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557467F9-8543-4BD8-904E-6CC43C298EA3}"/>
                    </a:ext>
                  </a:extLst>
                </p14:cNvPr>
                <p14:cNvContentPartPr/>
                <p14:nvPr/>
              </p14:nvContentPartPr>
              <p14:xfrm>
                <a:off x="9546766" y="6250594"/>
                <a:ext cx="156600" cy="275040"/>
              </p14:xfrm>
            </p:contentPart>
          </mc:Choice>
          <mc:Fallback xmlns=""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557467F9-8543-4BD8-904E-6CC43C298EA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528766" y="6232594"/>
                  <a:ext cx="1922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D8D90D7F-F2C6-407E-88EE-9B378406095C}"/>
                    </a:ext>
                  </a:extLst>
                </p14:cNvPr>
                <p14:cNvContentPartPr/>
                <p14:nvPr/>
              </p14:nvContentPartPr>
              <p14:xfrm>
                <a:off x="9769966" y="6443554"/>
                <a:ext cx="13680" cy="11484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D8D90D7F-F2C6-407E-88EE-9B378406095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752326" y="6425554"/>
                  <a:ext cx="49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D9876A30-0FD6-4E3F-A505-9052ED8AA48A}"/>
                    </a:ext>
                  </a:extLst>
                </p14:cNvPr>
                <p14:cNvContentPartPr/>
                <p14:nvPr/>
              </p14:nvContentPartPr>
              <p14:xfrm>
                <a:off x="9828286" y="6276154"/>
                <a:ext cx="178560" cy="245520"/>
              </p14:xfrm>
            </p:contentPart>
          </mc:Choice>
          <mc:Fallback xmlns=""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D9876A30-0FD6-4E3F-A505-9052ED8AA48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810646" y="6258514"/>
                  <a:ext cx="214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F69AC991-0807-41C5-9622-01AFFD898452}"/>
                    </a:ext>
                  </a:extLst>
                </p14:cNvPr>
                <p14:cNvContentPartPr/>
                <p14:nvPr/>
              </p14:nvContentPartPr>
              <p14:xfrm>
                <a:off x="9957166" y="6254194"/>
                <a:ext cx="265680" cy="43704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F69AC991-0807-41C5-9622-01AFFD89845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939166" y="6236554"/>
                  <a:ext cx="3013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E6C8EA88-6DC4-4E10-BAB4-8CCBF2C1BD55}"/>
                    </a:ext>
                  </a:extLst>
                </p14:cNvPr>
                <p14:cNvContentPartPr/>
                <p14:nvPr/>
              </p14:nvContentPartPr>
              <p14:xfrm>
                <a:off x="10125646" y="6425914"/>
                <a:ext cx="149760" cy="30708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E6C8EA88-6DC4-4E10-BAB4-8CCBF2C1BD5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107646" y="6407914"/>
                  <a:ext cx="1854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9359EE3C-CB52-4E74-898A-86974A5D46C2}"/>
                    </a:ext>
                  </a:extLst>
                </p14:cNvPr>
                <p14:cNvContentPartPr/>
                <p14:nvPr/>
              </p14:nvContentPartPr>
              <p14:xfrm>
                <a:off x="10357486" y="6583234"/>
                <a:ext cx="21600" cy="17064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9359EE3C-CB52-4E74-898A-86974A5D46C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339486" y="6565234"/>
                  <a:ext cx="57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915E0BAD-038D-4BA4-AFA7-0C555975DD7E}"/>
                    </a:ext>
                  </a:extLst>
                </p14:cNvPr>
                <p14:cNvContentPartPr/>
                <p14:nvPr/>
              </p14:nvContentPartPr>
              <p14:xfrm>
                <a:off x="10381246" y="6447874"/>
                <a:ext cx="170280" cy="270000"/>
              </p14:xfrm>
            </p:contentPart>
          </mc:Choice>
          <mc:Fallback xmlns=""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915E0BAD-038D-4BA4-AFA7-0C555975DD7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63246" y="6429874"/>
                  <a:ext cx="205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79803321-D429-4D67-95FF-FF105DB88C82}"/>
                    </a:ext>
                  </a:extLst>
                </p14:cNvPr>
                <p14:cNvContentPartPr/>
                <p14:nvPr/>
              </p14:nvContentPartPr>
              <p14:xfrm>
                <a:off x="10444606" y="6570994"/>
                <a:ext cx="192240" cy="3240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79803321-D429-4D67-95FF-FF105DB88C8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426966" y="6553354"/>
                  <a:ext cx="227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11A561A3-0365-45DA-9959-77706D0FE24D}"/>
                    </a:ext>
                  </a:extLst>
                </p14:cNvPr>
                <p14:cNvContentPartPr/>
                <p14:nvPr/>
              </p14:nvContentPartPr>
              <p14:xfrm>
                <a:off x="10615246" y="6308194"/>
                <a:ext cx="273240" cy="47556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11A561A3-0365-45DA-9959-77706D0FE24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597606" y="6290194"/>
                  <a:ext cx="3088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B7DF4C81-5749-42A7-94A6-4AAF12274742}"/>
                    </a:ext>
                  </a:extLst>
                </p14:cNvPr>
                <p14:cNvContentPartPr/>
                <p14:nvPr/>
              </p14:nvContentPartPr>
              <p14:xfrm>
                <a:off x="11064526" y="6539314"/>
                <a:ext cx="233640" cy="11484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B7DF4C81-5749-42A7-94A6-4AAF1227474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046526" y="6521314"/>
                  <a:ext cx="2692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90D980EE-4BFB-435E-AE4B-E3BB9943DEFA}"/>
              </a:ext>
            </a:extLst>
          </p:cNvPr>
          <p:cNvGrpSpPr/>
          <p:nvPr/>
        </p:nvGrpSpPr>
        <p:grpSpPr>
          <a:xfrm>
            <a:off x="11272246" y="5615691"/>
            <a:ext cx="1932120" cy="1168063"/>
            <a:chOff x="11272246" y="5615691"/>
            <a:chExt cx="1932120" cy="116806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662B6DE2-B42B-4752-9918-7A5409068945}"/>
                    </a:ext>
                  </a:extLst>
                </p14:cNvPr>
                <p14:cNvContentPartPr/>
                <p14:nvPr/>
              </p14:nvContentPartPr>
              <p14:xfrm>
                <a:off x="11358286" y="5762931"/>
                <a:ext cx="48600" cy="23688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662B6DE2-B42B-4752-9918-7A540906894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340286" y="5745291"/>
                  <a:ext cx="84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EC612CBF-6718-492A-B762-27D9E330D483}"/>
                    </a:ext>
                  </a:extLst>
                </p14:cNvPr>
                <p14:cNvContentPartPr/>
                <p14:nvPr/>
              </p14:nvContentPartPr>
              <p14:xfrm>
                <a:off x="11504446" y="5755011"/>
                <a:ext cx="219240" cy="27684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EC612CBF-6718-492A-B762-27D9E330D48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486446" y="5737371"/>
                  <a:ext cx="2548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30C5C2B5-6A79-492F-A548-855E2EE1784A}"/>
                    </a:ext>
                  </a:extLst>
                </p14:cNvPr>
                <p14:cNvContentPartPr/>
                <p14:nvPr/>
              </p14:nvContentPartPr>
              <p14:xfrm>
                <a:off x="11817286" y="5925651"/>
                <a:ext cx="15120" cy="16740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30C5C2B5-6A79-492F-A548-855E2EE1784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799286" y="5908011"/>
                  <a:ext cx="507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C60E000A-8A0E-4DA1-9044-17AEB08E96BD}"/>
                    </a:ext>
                  </a:extLst>
                </p14:cNvPr>
                <p14:cNvContentPartPr/>
                <p14:nvPr/>
              </p14:nvContentPartPr>
              <p14:xfrm>
                <a:off x="11901526" y="5792451"/>
                <a:ext cx="202320" cy="23400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C60E000A-8A0E-4DA1-9044-17AEB08E96B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883526" y="5774811"/>
                  <a:ext cx="237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F81243EB-2996-41C1-A389-F177AFDE8099}"/>
                    </a:ext>
                  </a:extLst>
                </p14:cNvPr>
                <p14:cNvContentPartPr/>
                <p14:nvPr/>
              </p14:nvContentPartPr>
              <p14:xfrm>
                <a:off x="12158206" y="5691291"/>
                <a:ext cx="238680" cy="289800"/>
              </p14:xfrm>
            </p:contentPart>
          </mc:Choice>
          <mc:Fallback xmlns=""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F81243EB-2996-41C1-A389-F177AFDE809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2140206" y="5673291"/>
                  <a:ext cx="2743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0716BAEA-2C83-4909-ACB0-C2DFCC000324}"/>
                    </a:ext>
                  </a:extLst>
                </p14:cNvPr>
                <p14:cNvContentPartPr/>
                <p14:nvPr/>
              </p14:nvContentPartPr>
              <p14:xfrm>
                <a:off x="12313726" y="5615691"/>
                <a:ext cx="363240" cy="554040"/>
              </p14:xfrm>
            </p:contentPart>
          </mc:Choice>
          <mc:Fallback xmlns=""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0716BAEA-2C83-4909-ACB0-C2DFCC00032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2295726" y="5597691"/>
                  <a:ext cx="39888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F975ECAA-418A-44C0-B8CB-169E4F754FCA}"/>
                    </a:ext>
                  </a:extLst>
                </p14:cNvPr>
                <p14:cNvContentPartPr/>
                <p14:nvPr/>
              </p14:nvContentPartPr>
              <p14:xfrm>
                <a:off x="12381766" y="5955531"/>
                <a:ext cx="365760" cy="29628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F975ECAA-418A-44C0-B8CB-169E4F754F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2364126" y="5937531"/>
                  <a:ext cx="4014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CE141248-1574-48F7-845F-0FF28807DF2C}"/>
                    </a:ext>
                  </a:extLst>
                </p14:cNvPr>
                <p14:cNvContentPartPr/>
                <p14:nvPr/>
              </p14:nvContentPartPr>
              <p14:xfrm>
                <a:off x="11272246" y="6357514"/>
                <a:ext cx="277920" cy="28080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CE141248-1574-48F7-845F-0FF28807DF2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254246" y="6339514"/>
                  <a:ext cx="313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C40D092F-E819-441C-82B2-A553A9C781DD}"/>
                    </a:ext>
                  </a:extLst>
                </p14:cNvPr>
                <p14:cNvContentPartPr/>
                <p14:nvPr/>
              </p14:nvContentPartPr>
              <p14:xfrm>
                <a:off x="11653486" y="6519514"/>
                <a:ext cx="47880" cy="18396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C40D092F-E819-441C-82B2-A553A9C781D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635486" y="6501514"/>
                  <a:ext cx="83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DB2C55AE-B67B-4AA2-AA2E-0A3C3D050C31}"/>
                    </a:ext>
                  </a:extLst>
                </p14:cNvPr>
                <p14:cNvContentPartPr/>
                <p14:nvPr/>
              </p14:nvContentPartPr>
              <p14:xfrm>
                <a:off x="11713246" y="6342754"/>
                <a:ext cx="231480" cy="257400"/>
              </p14:xfrm>
            </p:contentPart>
          </mc:Choice>
          <mc:Fallback xmlns=""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DB2C55AE-B67B-4AA2-AA2E-0A3C3D050C3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695606" y="6324754"/>
                  <a:ext cx="2671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2181FC8B-A0FE-4E3B-98F3-5FB54D2B07D2}"/>
                    </a:ext>
                  </a:extLst>
                </p14:cNvPr>
                <p14:cNvContentPartPr/>
                <p14:nvPr/>
              </p14:nvContentPartPr>
              <p14:xfrm>
                <a:off x="11967406" y="6387394"/>
                <a:ext cx="217800" cy="23868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2181FC8B-A0FE-4E3B-98F3-5FB54D2B07D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949766" y="6369394"/>
                  <a:ext cx="253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190AC308-89C5-4772-A486-2323AB3CE586}"/>
                    </a:ext>
                  </a:extLst>
                </p14:cNvPr>
                <p14:cNvContentPartPr/>
                <p14:nvPr/>
              </p14:nvContentPartPr>
              <p14:xfrm>
                <a:off x="12335326" y="6455074"/>
                <a:ext cx="298800" cy="186840"/>
              </p14:xfrm>
            </p:contentPart>
          </mc:Choice>
          <mc:Fallback xmlns=""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190AC308-89C5-4772-A486-2323AB3CE58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2317326" y="6437434"/>
                  <a:ext cx="334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0AC64563-1DE2-487B-A6C2-9689ECABF60D}"/>
                    </a:ext>
                  </a:extLst>
                </p14:cNvPr>
                <p14:cNvContentPartPr/>
                <p14:nvPr/>
              </p14:nvContentPartPr>
              <p14:xfrm>
                <a:off x="12670126" y="6341314"/>
                <a:ext cx="288720" cy="300600"/>
              </p14:xfrm>
            </p:contentPart>
          </mc:Choice>
          <mc:Fallback xmlns=""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0AC64563-1DE2-487B-A6C2-9689ECABF60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2652486" y="6323314"/>
                  <a:ext cx="3243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82C89E48-7A10-4729-BE68-CC18CC9A52E8}"/>
                    </a:ext>
                  </a:extLst>
                </p14:cNvPr>
                <p14:cNvContentPartPr/>
                <p14:nvPr/>
              </p14:nvContentPartPr>
              <p14:xfrm>
                <a:off x="12851206" y="6200554"/>
                <a:ext cx="353160" cy="583200"/>
              </p14:xfrm>
            </p:contentPart>
          </mc:Choice>
          <mc:Fallback xmlns=""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82C89E48-7A10-4729-BE68-CC18CC9A52E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2833566" y="6182554"/>
                  <a:ext cx="388800" cy="61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332" name="Tinta 331">
                <a:extLst>
                  <a:ext uri="{FF2B5EF4-FFF2-40B4-BE49-F238E27FC236}">
                    <a16:creationId xmlns:a16="http://schemas.microsoft.com/office/drawing/2014/main" id="{FB01973C-3476-43CE-9215-BD94FD5739D1}"/>
                  </a:ext>
                </a:extLst>
              </p14:cNvPr>
              <p14:cNvContentPartPr/>
              <p14:nvPr/>
            </p14:nvContentPartPr>
            <p14:xfrm>
              <a:off x="4065046" y="3274474"/>
              <a:ext cx="323280" cy="974880"/>
            </p14:xfrm>
          </p:contentPart>
        </mc:Choice>
        <mc:Fallback xmlns="">
          <p:pic>
            <p:nvPicPr>
              <p:cNvPr id="332" name="Tinta 331">
                <a:extLst>
                  <a:ext uri="{FF2B5EF4-FFF2-40B4-BE49-F238E27FC236}">
                    <a16:creationId xmlns:a16="http://schemas.microsoft.com/office/drawing/2014/main" id="{FB01973C-3476-43CE-9215-BD94FD5739D1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4047046" y="3256834"/>
                <a:ext cx="358920" cy="10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40" name="Tinta 339">
                <a:extLst>
                  <a:ext uri="{FF2B5EF4-FFF2-40B4-BE49-F238E27FC236}">
                    <a16:creationId xmlns:a16="http://schemas.microsoft.com/office/drawing/2014/main" id="{308C40A1-E10C-4939-9106-0DFCD76BBF9C}"/>
                  </a:ext>
                </a:extLst>
              </p14:cNvPr>
              <p14:cNvContentPartPr/>
              <p14:nvPr/>
            </p14:nvContentPartPr>
            <p14:xfrm>
              <a:off x="12697486" y="2303554"/>
              <a:ext cx="124560" cy="22320"/>
            </p14:xfrm>
          </p:contentPart>
        </mc:Choice>
        <mc:Fallback xmlns="">
          <p:pic>
            <p:nvPicPr>
              <p:cNvPr id="340" name="Tinta 339">
                <a:extLst>
                  <a:ext uri="{FF2B5EF4-FFF2-40B4-BE49-F238E27FC236}">
                    <a16:creationId xmlns:a16="http://schemas.microsoft.com/office/drawing/2014/main" id="{308C40A1-E10C-4939-9106-0DFCD76BBF9C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2679846" y="2285554"/>
                <a:ext cx="160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52" name="Tinta 351">
                <a:extLst>
                  <a:ext uri="{FF2B5EF4-FFF2-40B4-BE49-F238E27FC236}">
                    <a16:creationId xmlns:a16="http://schemas.microsoft.com/office/drawing/2014/main" id="{D455BC9E-6865-4075-993C-9DBE724D4922}"/>
                  </a:ext>
                </a:extLst>
              </p14:cNvPr>
              <p14:cNvContentPartPr/>
              <p14:nvPr/>
            </p14:nvContentPartPr>
            <p14:xfrm>
              <a:off x="12711886" y="2279074"/>
              <a:ext cx="79920" cy="46440"/>
            </p14:xfrm>
          </p:contentPart>
        </mc:Choice>
        <mc:Fallback xmlns="">
          <p:pic>
            <p:nvPicPr>
              <p:cNvPr id="352" name="Tinta 351">
                <a:extLst>
                  <a:ext uri="{FF2B5EF4-FFF2-40B4-BE49-F238E27FC236}">
                    <a16:creationId xmlns:a16="http://schemas.microsoft.com/office/drawing/2014/main" id="{D455BC9E-6865-4075-993C-9DBE724D4922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12693886" y="2261434"/>
                <a:ext cx="11556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Agrupar 380">
            <a:extLst>
              <a:ext uri="{FF2B5EF4-FFF2-40B4-BE49-F238E27FC236}">
                <a16:creationId xmlns:a16="http://schemas.microsoft.com/office/drawing/2014/main" id="{8AE1EF79-7C64-4289-BF18-9ABF9DEB9789}"/>
              </a:ext>
            </a:extLst>
          </p:cNvPr>
          <p:cNvGrpSpPr/>
          <p:nvPr/>
        </p:nvGrpSpPr>
        <p:grpSpPr>
          <a:xfrm>
            <a:off x="10794526" y="2027074"/>
            <a:ext cx="3452440" cy="2412720"/>
            <a:chOff x="10794526" y="2027074"/>
            <a:chExt cx="3452440" cy="24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3A7EA54C-34BA-49FF-B69C-4F70427C211D}"/>
                    </a:ext>
                  </a:extLst>
                </p14:cNvPr>
                <p14:cNvContentPartPr/>
                <p14:nvPr/>
              </p14:nvContentPartPr>
              <p14:xfrm>
                <a:off x="10794526" y="2538634"/>
                <a:ext cx="617400" cy="1901160"/>
              </p14:xfrm>
            </p:contentPart>
          </mc:Choice>
          <mc:Fallback xmlns=""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3A7EA54C-34BA-49FF-B69C-4F70427C211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776526" y="2520994"/>
                  <a:ext cx="653040" cy="19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53EC2F3C-FD38-493A-A0D5-8455394C2602}"/>
                    </a:ext>
                  </a:extLst>
                </p14:cNvPr>
                <p14:cNvContentPartPr/>
                <p14:nvPr/>
              </p14:nvContentPartPr>
              <p14:xfrm>
                <a:off x="11201326" y="2248474"/>
                <a:ext cx="165960" cy="322560"/>
              </p14:xfrm>
            </p:contentPart>
          </mc:Choice>
          <mc:Fallback xmlns=""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53EC2F3C-FD38-493A-A0D5-8455394C260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183686" y="2230834"/>
                  <a:ext cx="2016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C7868C0A-C273-4790-8E09-B2D2578380FA}"/>
                    </a:ext>
                  </a:extLst>
                </p14:cNvPr>
                <p14:cNvContentPartPr/>
                <p14:nvPr/>
              </p14:nvContentPartPr>
              <p14:xfrm>
                <a:off x="11439286" y="2307514"/>
                <a:ext cx="217440" cy="209160"/>
              </p14:xfrm>
            </p:contentPart>
          </mc:Choice>
          <mc:Fallback xmlns=""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C7868C0A-C273-4790-8E09-B2D2578380F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421646" y="2289874"/>
                  <a:ext cx="253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790B62C8-E78E-4BDB-BDAA-7BD44959096F}"/>
                    </a:ext>
                  </a:extLst>
                </p14:cNvPr>
                <p14:cNvContentPartPr/>
                <p14:nvPr/>
              </p14:nvContentPartPr>
              <p14:xfrm>
                <a:off x="11864086" y="2467354"/>
                <a:ext cx="100080" cy="5760"/>
              </p14:xfrm>
            </p:contentPart>
          </mc:Choice>
          <mc:Fallback xmlns=""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790B62C8-E78E-4BDB-BDAA-7BD44959096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846086" y="2449354"/>
                  <a:ext cx="135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2F534F76-233C-4834-87F1-DC62E0E7BEBC}"/>
                    </a:ext>
                  </a:extLst>
                </p14:cNvPr>
                <p14:cNvContentPartPr/>
                <p14:nvPr/>
              </p14:nvContentPartPr>
              <p14:xfrm>
                <a:off x="11834206" y="2395354"/>
                <a:ext cx="89640" cy="75600"/>
              </p14:xfrm>
            </p:contentPart>
          </mc:Choice>
          <mc:Fallback xmlns=""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2F534F76-233C-4834-87F1-DC62E0E7BEB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816566" y="2377714"/>
                  <a:ext cx="125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88839B06-0F1D-4590-8F95-52F41D1716C4}"/>
                    </a:ext>
                  </a:extLst>
                </p14:cNvPr>
                <p14:cNvContentPartPr/>
                <p14:nvPr/>
              </p14:nvContentPartPr>
              <p14:xfrm>
                <a:off x="12030046" y="2078914"/>
                <a:ext cx="128520" cy="371880"/>
              </p14:xfrm>
            </p:contentPart>
          </mc:Choice>
          <mc:Fallback xmlns=""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88839B06-0F1D-4590-8F95-52F41D1716C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012046" y="2061274"/>
                  <a:ext cx="1641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EBC11B21-4317-4308-8274-17B6585A3D0F}"/>
                    </a:ext>
                  </a:extLst>
                </p14:cNvPr>
                <p14:cNvContentPartPr/>
                <p14:nvPr/>
              </p14:nvContentPartPr>
              <p14:xfrm>
                <a:off x="12232366" y="2190514"/>
                <a:ext cx="208440" cy="279360"/>
              </p14:xfrm>
            </p:contentPart>
          </mc:Choice>
          <mc:Fallback xmlns=""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EBC11B21-4317-4308-8274-17B6585A3D0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2214726" y="2172514"/>
                  <a:ext cx="2440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2BF23E64-8EE5-44E2-AD72-B2F950BF1445}"/>
                    </a:ext>
                  </a:extLst>
                </p14:cNvPr>
                <p14:cNvContentPartPr/>
                <p14:nvPr/>
              </p14:nvContentPartPr>
              <p14:xfrm>
                <a:off x="12466006" y="2209954"/>
                <a:ext cx="137160" cy="244440"/>
              </p14:xfrm>
            </p:contentPart>
          </mc:Choice>
          <mc:Fallback xmlns=""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2BF23E64-8EE5-44E2-AD72-B2F950BF144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448366" y="2192314"/>
                  <a:ext cx="172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5EA64ADA-BE05-46B2-AEF6-50FAD6095921}"/>
                    </a:ext>
                  </a:extLst>
                </p14:cNvPr>
                <p14:cNvContentPartPr/>
                <p14:nvPr/>
              </p14:nvContentPartPr>
              <p14:xfrm>
                <a:off x="12923206" y="2027074"/>
                <a:ext cx="205200" cy="428400"/>
              </p14:xfrm>
            </p:contentPart>
          </mc:Choice>
          <mc:Fallback xmlns=""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5EA64ADA-BE05-46B2-AEF6-50FAD609592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2905566" y="2009434"/>
                  <a:ext cx="2408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A7940813-E7F0-4ACA-A245-658EE0BD1498}"/>
                    </a:ext>
                  </a:extLst>
                </p14:cNvPr>
                <p14:cNvContentPartPr/>
                <p14:nvPr/>
              </p14:nvContentPartPr>
              <p14:xfrm>
                <a:off x="11558086" y="2748874"/>
                <a:ext cx="215640" cy="338040"/>
              </p14:xfrm>
            </p:contentPart>
          </mc:Choice>
          <mc:Fallback xmlns=""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A7940813-E7F0-4ACA-A245-658EE0BD149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40086" y="2730874"/>
                  <a:ext cx="2512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AE29578D-CDEC-447C-82C1-7CB85139361E}"/>
                    </a:ext>
                  </a:extLst>
                </p14:cNvPr>
                <p14:cNvContentPartPr/>
                <p14:nvPr/>
              </p14:nvContentPartPr>
              <p14:xfrm>
                <a:off x="11891086" y="2901514"/>
                <a:ext cx="168840" cy="206640"/>
              </p14:xfrm>
            </p:contentPart>
          </mc:Choice>
          <mc:Fallback xmlns=""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AE29578D-CDEC-447C-82C1-7CB85139361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873086" y="2883874"/>
                  <a:ext cx="204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D08F930B-58BC-42FE-B0E4-F12A28B2CCFB}"/>
                    </a:ext>
                  </a:extLst>
                </p14:cNvPr>
                <p14:cNvContentPartPr/>
                <p14:nvPr/>
              </p14:nvContentPartPr>
              <p14:xfrm>
                <a:off x="12223006" y="3010594"/>
                <a:ext cx="211320" cy="27360"/>
              </p14:xfrm>
            </p:contentPart>
          </mc:Choice>
          <mc:Fallback xmlns=""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D08F930B-58BC-42FE-B0E4-F12A28B2CCF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2205006" y="2992954"/>
                  <a:ext cx="246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BED55850-C6B8-4549-B187-20B451524DED}"/>
                    </a:ext>
                  </a:extLst>
                </p14:cNvPr>
                <p14:cNvContentPartPr/>
                <p14:nvPr/>
              </p14:nvContentPartPr>
              <p14:xfrm>
                <a:off x="12249646" y="2936794"/>
                <a:ext cx="183600" cy="4680"/>
              </p14:xfrm>
            </p:contentPart>
          </mc:Choice>
          <mc:Fallback xmlns=""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BED55850-C6B8-4549-B187-20B451524DE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2232006" y="2919154"/>
                  <a:ext cx="219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3FBD3C27-01CD-47F3-BF7F-3D64BE17B27F}"/>
                    </a:ext>
                  </a:extLst>
                </p14:cNvPr>
                <p14:cNvContentPartPr/>
                <p14:nvPr/>
              </p14:nvContentPartPr>
              <p14:xfrm>
                <a:off x="12669046" y="2763274"/>
                <a:ext cx="55440" cy="296640"/>
              </p14:xfrm>
            </p:contentPart>
          </mc:Choice>
          <mc:Fallback xmlns=""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3FBD3C27-01CD-47F3-BF7F-3D64BE17B27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651046" y="2745274"/>
                  <a:ext cx="91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FC02D9A4-346E-4166-8866-BE5F2BF46CC5}"/>
                    </a:ext>
                  </a:extLst>
                </p14:cNvPr>
                <p14:cNvContentPartPr/>
                <p14:nvPr/>
              </p14:nvContentPartPr>
              <p14:xfrm>
                <a:off x="12788926" y="2718274"/>
                <a:ext cx="121320" cy="364320"/>
              </p14:xfrm>
            </p:contentPart>
          </mc:Choice>
          <mc:Fallback xmlns=""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FC02D9A4-346E-4166-8866-BE5F2BF46CC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2770926" y="2700634"/>
                  <a:ext cx="1569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746DFFBD-B486-4771-8320-91E767813C31}"/>
                    </a:ext>
                  </a:extLst>
                </p14:cNvPr>
                <p14:cNvContentPartPr/>
                <p14:nvPr/>
              </p14:nvContentPartPr>
              <p14:xfrm>
                <a:off x="12946606" y="2935354"/>
                <a:ext cx="22320" cy="160560"/>
              </p14:xfrm>
            </p:contentPart>
          </mc:Choice>
          <mc:Fallback xmlns=""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746DFFBD-B486-4771-8320-91E767813C31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2928606" y="2917354"/>
                  <a:ext cx="57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F5B141EB-D006-4BBB-8E1C-7003374D4B45}"/>
                    </a:ext>
                  </a:extLst>
                </p14:cNvPr>
                <p14:cNvContentPartPr/>
                <p14:nvPr/>
              </p14:nvContentPartPr>
              <p14:xfrm>
                <a:off x="13027606" y="2713594"/>
                <a:ext cx="173520" cy="300960"/>
              </p14:xfrm>
            </p:contentPart>
          </mc:Choice>
          <mc:Fallback xmlns=""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F5B141EB-D006-4BBB-8E1C-7003374D4B4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3009966" y="2695954"/>
                  <a:ext cx="209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2407D280-6E0D-42F7-9567-D85570D41D78}"/>
                    </a:ext>
                  </a:extLst>
                </p14:cNvPr>
                <p14:cNvContentPartPr/>
                <p14:nvPr/>
              </p14:nvContentPartPr>
              <p14:xfrm>
                <a:off x="13204366" y="2847874"/>
                <a:ext cx="156960" cy="15840"/>
              </p14:xfrm>
            </p:contentPart>
          </mc:Choice>
          <mc:Fallback xmlns=""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2407D280-6E0D-42F7-9567-D85570D41D7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3186366" y="2829874"/>
                  <a:ext cx="192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FA454F3C-3CE9-4473-8CE1-74D5EEAD030F}"/>
                    </a:ext>
                  </a:extLst>
                </p14:cNvPr>
                <p14:cNvContentPartPr/>
                <p14:nvPr/>
              </p14:nvContentPartPr>
              <p14:xfrm>
                <a:off x="13466920" y="2696314"/>
                <a:ext cx="133560" cy="326880"/>
              </p14:xfrm>
            </p:contentPart>
          </mc:Choice>
          <mc:Fallback xmlns=""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FA454F3C-3CE9-4473-8CE1-74D5EEAD030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3449280" y="2678314"/>
                  <a:ext cx="1692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C9BE3B7E-96BC-41B7-ABAF-B502EC0728C5}"/>
                    </a:ext>
                  </a:extLst>
                </p14:cNvPr>
                <p14:cNvContentPartPr/>
                <p14:nvPr/>
              </p14:nvContentPartPr>
              <p14:xfrm>
                <a:off x="11861823" y="3274474"/>
                <a:ext cx="214560" cy="337320"/>
              </p14:xfrm>
            </p:contentPart>
          </mc:Choice>
          <mc:Fallback xmlns=""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C9BE3B7E-96BC-41B7-ABAF-B502EC0728C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844183" y="3256474"/>
                  <a:ext cx="250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B1E65FB7-EEDD-4861-8D38-1A738E19C555}"/>
                    </a:ext>
                  </a:extLst>
                </p14:cNvPr>
                <p14:cNvContentPartPr/>
                <p14:nvPr/>
              </p14:nvContentPartPr>
              <p14:xfrm>
                <a:off x="12167463" y="3398674"/>
                <a:ext cx="212760" cy="218520"/>
              </p14:xfrm>
            </p:contentPart>
          </mc:Choice>
          <mc:Fallback xmlns=""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B1E65FB7-EEDD-4861-8D38-1A738E19C55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2149463" y="3381034"/>
                  <a:ext cx="248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E3C57659-DFF6-4137-9615-D323665EA2A1}"/>
                    </a:ext>
                  </a:extLst>
                </p14:cNvPr>
                <p14:cNvContentPartPr/>
                <p14:nvPr/>
              </p14:nvContentPartPr>
              <p14:xfrm>
                <a:off x="12616023" y="3611074"/>
                <a:ext cx="212760" cy="24480"/>
              </p14:xfrm>
            </p:contentPart>
          </mc:Choice>
          <mc:Fallback xmlns=""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E3C57659-DFF6-4137-9615-D323665EA2A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2598383" y="3593434"/>
                  <a:ext cx="248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4B5823E7-4346-418C-9854-732A45AA838C}"/>
                    </a:ext>
                  </a:extLst>
                </p14:cNvPr>
                <p14:cNvContentPartPr/>
                <p14:nvPr/>
              </p14:nvContentPartPr>
              <p14:xfrm>
                <a:off x="12585783" y="3543034"/>
                <a:ext cx="210600" cy="1440"/>
              </p14:xfrm>
            </p:contentPart>
          </mc:Choice>
          <mc:Fallback xmlns=""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4B5823E7-4346-418C-9854-732A45AA838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2567783" y="3525034"/>
                  <a:ext cx="246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339D7791-6220-4AE1-988E-175D62C1A0B7}"/>
                    </a:ext>
                  </a:extLst>
                </p14:cNvPr>
                <p14:cNvContentPartPr/>
                <p14:nvPr/>
              </p14:nvContentPartPr>
              <p14:xfrm>
                <a:off x="13035423" y="3416314"/>
                <a:ext cx="34560" cy="248040"/>
              </p14:xfrm>
            </p:contentPart>
          </mc:Choice>
          <mc:Fallback xmlns=""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339D7791-6220-4AE1-988E-175D62C1A0B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3017423" y="3398314"/>
                  <a:ext cx="702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4FB896F4-903A-4AF4-A1A2-4FF87C560D0E}"/>
                    </a:ext>
                  </a:extLst>
                </p14:cNvPr>
                <p14:cNvContentPartPr/>
                <p14:nvPr/>
              </p14:nvContentPartPr>
              <p14:xfrm>
                <a:off x="13203903" y="3433954"/>
                <a:ext cx="19800" cy="8280"/>
              </p14:xfrm>
            </p:contentPart>
          </mc:Choice>
          <mc:Fallback xmlns=""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4FB896F4-903A-4AF4-A1A2-4FF87C560D0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3186263" y="3416314"/>
                  <a:ext cx="5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93E90DE3-5FC0-4D64-8164-AC927B617FD1}"/>
                    </a:ext>
                  </a:extLst>
                </p14:cNvPr>
                <p14:cNvContentPartPr/>
                <p14:nvPr/>
              </p14:nvContentPartPr>
              <p14:xfrm>
                <a:off x="13140543" y="3397234"/>
                <a:ext cx="154440" cy="272520"/>
              </p14:xfrm>
            </p:contentPart>
          </mc:Choice>
          <mc:Fallback xmlns=""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93E90DE3-5FC0-4D64-8164-AC927B617FD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3122543" y="3379594"/>
                  <a:ext cx="190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73" name="Tinta 372">
                  <a:extLst>
                    <a:ext uri="{FF2B5EF4-FFF2-40B4-BE49-F238E27FC236}">
                      <a16:creationId xmlns:a16="http://schemas.microsoft.com/office/drawing/2014/main" id="{B2583DC9-7506-4FBC-859C-11E1003D6DBA}"/>
                    </a:ext>
                  </a:extLst>
                </p14:cNvPr>
                <p14:cNvContentPartPr/>
                <p14:nvPr/>
              </p14:nvContentPartPr>
              <p14:xfrm>
                <a:off x="13367703" y="3541954"/>
                <a:ext cx="57960" cy="164160"/>
              </p14:xfrm>
            </p:contentPart>
          </mc:Choice>
          <mc:Fallback xmlns="">
            <p:pic>
              <p:nvPicPr>
                <p:cNvPr id="373" name="Tinta 372">
                  <a:extLst>
                    <a:ext uri="{FF2B5EF4-FFF2-40B4-BE49-F238E27FC236}">
                      <a16:creationId xmlns:a16="http://schemas.microsoft.com/office/drawing/2014/main" id="{B2583DC9-7506-4FBC-859C-11E1003D6DB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3350063" y="3523954"/>
                  <a:ext cx="93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E1ADB27A-F2EA-4E2E-89D4-7025C03DBB5B}"/>
                    </a:ext>
                  </a:extLst>
                </p14:cNvPr>
                <p14:cNvContentPartPr/>
                <p14:nvPr/>
              </p14:nvContentPartPr>
              <p14:xfrm>
                <a:off x="13444383" y="3378874"/>
                <a:ext cx="214560" cy="277560"/>
              </p14:xfrm>
            </p:contentPart>
          </mc:Choice>
          <mc:Fallback xmlns=""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E1ADB27A-F2EA-4E2E-89D4-7025C03DBB5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3426743" y="3361234"/>
                  <a:ext cx="2502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33A8253E-4E7E-4E2E-B600-E2A17CBA2308}"/>
                    </a:ext>
                  </a:extLst>
                </p14:cNvPr>
                <p14:cNvContentPartPr/>
                <p14:nvPr/>
              </p14:nvContentPartPr>
              <p14:xfrm>
                <a:off x="13749760" y="3301114"/>
                <a:ext cx="111600" cy="303840"/>
              </p14:xfrm>
            </p:contentPart>
          </mc:Choice>
          <mc:Fallback xmlns=""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33A8253E-4E7E-4E2E-B600-E2A17CBA230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3732120" y="3283114"/>
                  <a:ext cx="1472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1573F546-2797-4201-861C-2B693783F8BA}"/>
                    </a:ext>
                  </a:extLst>
                </p14:cNvPr>
                <p14:cNvContentPartPr/>
                <p14:nvPr/>
              </p14:nvContentPartPr>
              <p14:xfrm>
                <a:off x="11706086" y="3194914"/>
                <a:ext cx="2540880" cy="904680"/>
              </p14:xfrm>
            </p:contentPart>
          </mc:Choice>
          <mc:Fallback xmlns=""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1573F546-2797-4201-861C-2B693783F8B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688086" y="3177274"/>
                  <a:ext cx="257652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EF175FC7-1F1A-4A9E-8E88-978EE20C793A}"/>
                    </a:ext>
                  </a:extLst>
                </p14:cNvPr>
                <p14:cNvContentPartPr/>
                <p14:nvPr/>
              </p14:nvContentPartPr>
              <p14:xfrm>
                <a:off x="13782051" y="3427971"/>
                <a:ext cx="201600" cy="807840"/>
              </p14:xfrm>
            </p:contentPart>
          </mc:Choice>
          <mc:Fallback xmlns=""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EF175FC7-1F1A-4A9E-8E88-978EE20C793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3764411" y="3409971"/>
                  <a:ext cx="237240" cy="84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501611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Íon - Sala da Diretoria">
  <a:themeElements>
    <a:clrScheme name="Personalizada 1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FFFF00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147</Words>
  <Application>Microsoft Office PowerPoint</Application>
  <PresentationFormat>Widescreen</PresentationFormat>
  <Paragraphs>13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Bitstream Vera Sans</vt:lpstr>
      <vt:lpstr>Calibri</vt:lpstr>
      <vt:lpstr>Calibri Light</vt:lpstr>
      <vt:lpstr>Century Gothic</vt:lpstr>
      <vt:lpstr>Times New Roman</vt:lpstr>
      <vt:lpstr>Wingdings 3</vt:lpstr>
      <vt:lpstr>Tema do Office</vt:lpstr>
      <vt:lpstr>Íon - Sala da Diretoria</vt:lpstr>
      <vt:lpstr>Exercícios Circuitos com Diodos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Exercícios Circuitos com Diodos</dc:title>
  <dc:creator>Talitha Nicoletti</dc:creator>
  <cp:lastModifiedBy>Daniel Regis</cp:lastModifiedBy>
  <cp:revision>2</cp:revision>
  <dcterms:created xsi:type="dcterms:W3CDTF">2023-03-01T00:49:58Z</dcterms:created>
  <dcterms:modified xsi:type="dcterms:W3CDTF">2024-02-28T14:15:19Z</dcterms:modified>
</cp:coreProperties>
</file>